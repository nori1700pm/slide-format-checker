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3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4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7.xml" ContentType="application/vnd.openxmlformats-officedocument.presentationml.notesSlide+xml"/>
  <Override PartName="/ppt/tags/tag14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5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18.xml" ContentType="application/vnd.openxmlformats-officedocument.presentationml.tags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4" r:id="rId4"/>
    <p:sldMasterId id="2147483891" r:id="rId5"/>
    <p:sldMasterId id="2147483914" r:id="rId6"/>
    <p:sldMasterId id="2147484199" r:id="rId7"/>
    <p:sldMasterId id="2147484233" r:id="rId8"/>
  </p:sldMasterIdLst>
  <p:notesMasterIdLst>
    <p:notesMasterId r:id="rId39"/>
  </p:notesMasterIdLst>
  <p:sldIdLst>
    <p:sldId id="263" r:id="rId9"/>
    <p:sldId id="2147480295" r:id="rId10"/>
    <p:sldId id="2147480291" r:id="rId11"/>
    <p:sldId id="2147483507" r:id="rId12"/>
    <p:sldId id="2147480298" r:id="rId13"/>
    <p:sldId id="2147483513" r:id="rId14"/>
    <p:sldId id="2147482050" r:id="rId15"/>
    <p:sldId id="2146849980" r:id="rId16"/>
    <p:sldId id="2147483497" r:id="rId17"/>
    <p:sldId id="2147483502" r:id="rId18"/>
    <p:sldId id="2147483503" r:id="rId19"/>
    <p:sldId id="411" r:id="rId20"/>
    <p:sldId id="2147482043" r:id="rId21"/>
    <p:sldId id="2147482004" r:id="rId22"/>
    <p:sldId id="2147482041" r:id="rId23"/>
    <p:sldId id="2147483509" r:id="rId24"/>
    <p:sldId id="2147482048" r:id="rId25"/>
    <p:sldId id="2147483510" r:id="rId26"/>
    <p:sldId id="2147483511" r:id="rId27"/>
    <p:sldId id="2147483493" r:id="rId28"/>
    <p:sldId id="2147483518" r:id="rId29"/>
    <p:sldId id="2147481904" r:id="rId30"/>
    <p:sldId id="2147481995" r:id="rId31"/>
    <p:sldId id="2147482024" r:id="rId32"/>
    <p:sldId id="2147482031" r:id="rId33"/>
    <p:sldId id="2147482213" r:id="rId34"/>
    <p:sldId id="2147474598" r:id="rId35"/>
    <p:sldId id="2147479249" r:id="rId36"/>
    <p:sldId id="2147482013" r:id="rId37"/>
    <p:sldId id="2146849979" r:id="rId38"/>
  </p:sldIdLst>
  <p:sldSz cx="9906000" cy="6858000" type="A4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9539D54-665F-4C45-A2C7-2E4217F87CEF}">
          <p14:sldIdLst>
            <p14:sldId id="263"/>
            <p14:sldId id="2147480295"/>
            <p14:sldId id="2147480291"/>
            <p14:sldId id="2147483507"/>
            <p14:sldId id="2147480298"/>
            <p14:sldId id="2147483513"/>
            <p14:sldId id="2147482050"/>
            <p14:sldId id="2146849980"/>
            <p14:sldId id="2147483497"/>
            <p14:sldId id="2147483502"/>
            <p14:sldId id="2147483503"/>
            <p14:sldId id="411"/>
            <p14:sldId id="2147482043"/>
            <p14:sldId id="2147482004"/>
          </p14:sldIdLst>
        </p14:section>
        <p14:section name="Archive" id="{13787C35-8A2F-423E-9445-E88F0E176946}">
          <p14:sldIdLst>
            <p14:sldId id="2147482041"/>
            <p14:sldId id="2147483509"/>
            <p14:sldId id="2147482048"/>
            <p14:sldId id="2147483510"/>
            <p14:sldId id="2147483511"/>
            <p14:sldId id="2147483493"/>
            <p14:sldId id="2147483518"/>
            <p14:sldId id="2147481904"/>
            <p14:sldId id="2147481995"/>
            <p14:sldId id="2147482024"/>
            <p14:sldId id="2147482031"/>
            <p14:sldId id="2147482213"/>
            <p14:sldId id="2147474598"/>
            <p14:sldId id="2147479249"/>
            <p14:sldId id="2147482013"/>
            <p14:sldId id="2146849979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1540A0A-30EF-B322-ACB8-EBBABE02E328}" name="VIVEKANANDAN MUTHUKKUMARAN" initials="VM" userId="S::muthukkumaran.vivekanandan@hmgics.com::13443f47-7d82-4c28-a1d5-0b5c76438325" providerId="AD"/>
  <p188:author id="{15098741-6C52-6482-85B8-477539114839}" name="CHAVALI VENKATA PHANI CHAITANYA" initials="VC" userId="S::chaitanya.chavali@hmgics.com::c8f3ad3c-f893-48c3-a7dc-47f814d9c153" providerId="AD"/>
  <p188:author id="{89639E4F-6763-36D4-4E9D-4C462C68752C}" name="LIM ZHI YU" initials="LY" userId="S::zhiyu.lim@hmgics.com::6e1a32a0-3b20-402a-8646-63225120af84" providerId="AD"/>
  <p188:author id="{A57C7BA0-C770-DA57-7572-AE3E12A4C04E}" name="TNEO SOLOMON DUKE YRUAN RUI" initials="ST" userId="S::solomonduke.tneo@hmgics.com::e5aa9c3d-dee5-4282-be02-39a475be2ad8" providerId="AD"/>
  <p188:author id="{7CBB6BA2-2CB4-46ED-1DC8-29A4B0090094}" name="HOO WE TAK" initials="WH" userId="S::wetak.hoo@hmgics.com::a4dcda74-72b9-4f95-b684-a16b29462249" providerId="AD"/>
  <p188:author id="{E4D43BA5-D752-1D87-075E-7952AFB6DC2E}" name="PREM KUMAR RAM THILAK" initials="PT" userId="S::ram.thilak@hmgics.com::83c7a68c-a2bd-452c-81d1-c7b06a3ea6a1" providerId="AD"/>
  <p188:author id="{215AB6D2-6F88-EBA1-D80A-F87270C3FFCF}" name="TAN HUI XIAN" initials="TX" userId="S::huixian.tan@hmgics.com::d5d4c6e7-7071-4edc-a071-dff7cc1edb4e" providerId="AD"/>
  <p188:author id="{C99BD5D4-BB10-D65C-17FC-DD016D0D2E4B}" name="TIA ALFRED" initials="AT" userId="S::alfred.tia@hmgics.com::8113e630-6eab-4783-8140-d665688d9ae1" providerId="AD"/>
  <p188:author id="{421C69DB-8CD5-B63B-C67C-2F3F9A9072BF}" name="YOUN SUK JAE" initials="SY" userId="S::sukjae.youn@hmgics.com::3fea8202-f505-4d41-b543-f038b85f82c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147"/>
    <a:srgbClr val="002C5F"/>
    <a:srgbClr val="BFBFBF"/>
    <a:srgbClr val="E2F0D9"/>
    <a:srgbClr val="FFFFFF"/>
    <a:srgbClr val="F2F2F2"/>
    <a:srgbClr val="0000FF"/>
    <a:srgbClr val="9BFFC8"/>
    <a:srgbClr val="D9D9D9"/>
    <a:srgbClr val="C1F0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BE8FA4-632C-44E5-9606-5356DAB63F94}" v="134" dt="2026-10-29T07:19:29.397"/>
    <p1510:client id="{E9C5629C-E678-44F5-8AAF-831D0DE70F6E}" v="326" dt="2026-10-29T06:45:16.5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tableStyles" Target="tableStyle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microsoft.com/office/2018/10/relationships/authors" Target="authors.xml"/><Relationship Id="rId20" Type="http://schemas.openxmlformats.org/officeDocument/2006/relationships/slide" Target="slides/slide12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OUNG A YEUN" userId="8ead2276-a78d-4860-8067-95d9b9befe9b" providerId="ADAL" clId="{E711BAE6-22FA-475F-A08A-7BF0061203B8}"/>
    <pc:docChg chg="undo custSel addSld delSld modSld sldOrd modMainMaster addSection delSection modSection">
      <pc:chgData name="CHOUNG A YEUN" userId="8ead2276-a78d-4860-8067-95d9b9befe9b" providerId="ADAL" clId="{E711BAE6-22FA-475F-A08A-7BF0061203B8}" dt="2026-10-29T06:45:16.538" v="1114" actId="1076"/>
      <pc:docMkLst>
        <pc:docMk/>
      </pc:docMkLst>
      <pc:sldChg chg="modSp mod">
        <pc:chgData name="CHOUNG A YEUN" userId="8ead2276-a78d-4860-8067-95d9b9befe9b" providerId="ADAL" clId="{E711BAE6-22FA-475F-A08A-7BF0061203B8}" dt="2026-10-29T06:44:31.828" v="1108" actId="1076"/>
        <pc:sldMkLst>
          <pc:docMk/>
          <pc:sldMk cId="1938315181" sldId="411"/>
        </pc:sldMkLst>
        <pc:spChg chg="mod">
          <ac:chgData name="CHOUNG A YEUN" userId="8ead2276-a78d-4860-8067-95d9b9befe9b" providerId="ADAL" clId="{E711BAE6-22FA-475F-A08A-7BF0061203B8}" dt="2026-10-29T06:44:31.828" v="1108" actId="1076"/>
          <ac:spMkLst>
            <pc:docMk/>
            <pc:sldMk cId="1938315181" sldId="411"/>
            <ac:spMk id="9" creationId="{89C48ABF-F35D-81F0-CECE-D24A4891F646}"/>
          </ac:spMkLst>
        </pc:spChg>
        <pc:graphicFrameChg chg="modGraphic">
          <ac:chgData name="CHOUNG A YEUN" userId="8ead2276-a78d-4860-8067-95d9b9befe9b" providerId="ADAL" clId="{E711BAE6-22FA-475F-A08A-7BF0061203B8}" dt="2026-10-27T07:36:06.826" v="315" actId="255"/>
          <ac:graphicFrameMkLst>
            <pc:docMk/>
            <pc:sldMk cId="1938315181" sldId="411"/>
            <ac:graphicFrameMk id="2" creationId="{469F5866-4DF0-9E98-D5BD-B784AF60B06F}"/>
          </ac:graphicFrameMkLst>
        </pc:graphicFrameChg>
      </pc:sldChg>
      <pc:sldChg chg="modSp mod">
        <pc:chgData name="CHOUNG A YEUN" userId="8ead2276-a78d-4860-8067-95d9b9befe9b" providerId="ADAL" clId="{E711BAE6-22FA-475F-A08A-7BF0061203B8}" dt="2026-10-27T07:49:53.803" v="371" actId="20577"/>
        <pc:sldMkLst>
          <pc:docMk/>
          <pc:sldMk cId="861410121" sldId="2146849979"/>
        </pc:sldMkLst>
        <pc:spChg chg="mod">
          <ac:chgData name="CHOUNG A YEUN" userId="8ead2276-a78d-4860-8067-95d9b9befe9b" providerId="ADAL" clId="{E711BAE6-22FA-475F-A08A-7BF0061203B8}" dt="2026-10-27T07:48:11.484" v="359" actId="2711"/>
          <ac:spMkLst>
            <pc:docMk/>
            <pc:sldMk cId="861410121" sldId="2146849979"/>
            <ac:spMk id="21" creationId="{1927A831-9E7D-A61F-8FD5-B44B2B31EEE5}"/>
          </ac:spMkLst>
        </pc:spChg>
        <pc:spChg chg="mod">
          <ac:chgData name="CHOUNG A YEUN" userId="8ead2276-a78d-4860-8067-95d9b9befe9b" providerId="ADAL" clId="{E711BAE6-22FA-475F-A08A-7BF0061203B8}" dt="2026-10-27T07:48:31.801" v="360" actId="255"/>
          <ac:spMkLst>
            <pc:docMk/>
            <pc:sldMk cId="861410121" sldId="2146849979"/>
            <ac:spMk id="27" creationId="{8C9275D6-28D3-31A2-A78A-8987CA0829FD}"/>
          </ac:spMkLst>
        </pc:spChg>
        <pc:spChg chg="mod">
          <ac:chgData name="CHOUNG A YEUN" userId="8ead2276-a78d-4860-8067-95d9b9befe9b" providerId="ADAL" clId="{E711BAE6-22FA-475F-A08A-7BF0061203B8}" dt="2026-10-27T07:48:04.971" v="358" actId="1076"/>
          <ac:spMkLst>
            <pc:docMk/>
            <pc:sldMk cId="861410121" sldId="2146849979"/>
            <ac:spMk id="55" creationId="{00000000-0000-0000-0000-000000000000}"/>
          </ac:spMkLst>
        </pc:spChg>
        <pc:graphicFrameChg chg="modGraphic">
          <ac:chgData name="CHOUNG A YEUN" userId="8ead2276-a78d-4860-8067-95d9b9befe9b" providerId="ADAL" clId="{E711BAE6-22FA-475F-A08A-7BF0061203B8}" dt="2026-10-27T07:49:53.803" v="371" actId="20577"/>
          <ac:graphicFrameMkLst>
            <pc:docMk/>
            <pc:sldMk cId="861410121" sldId="2146849979"/>
            <ac:graphicFrameMk id="25" creationId="{566D3AF5-5EDA-59DE-9211-DF449C5517CE}"/>
          </ac:graphicFrameMkLst>
        </pc:graphicFrameChg>
      </pc:sldChg>
      <pc:sldChg chg="modSp add mod">
        <pc:chgData name="CHOUNG A YEUN" userId="8ead2276-a78d-4860-8067-95d9b9befe9b" providerId="ADAL" clId="{E711BAE6-22FA-475F-A08A-7BF0061203B8}" dt="2026-10-29T06:42:42.658" v="1096" actId="1076"/>
        <pc:sldMkLst>
          <pc:docMk/>
          <pc:sldMk cId="804100549" sldId="2146849980"/>
        </pc:sldMkLst>
        <pc:spChg chg="mod">
          <ac:chgData name="CHOUNG A YEUN" userId="8ead2276-a78d-4860-8067-95d9b9befe9b" providerId="ADAL" clId="{E711BAE6-22FA-475F-A08A-7BF0061203B8}" dt="2026-10-27T09:43:19.207" v="952" actId="20577"/>
          <ac:spMkLst>
            <pc:docMk/>
            <pc:sldMk cId="804100549" sldId="2146849980"/>
            <ac:spMk id="13" creationId="{A28556E0-781F-AAC1-DE3A-F131E6118AB9}"/>
          </ac:spMkLst>
        </pc:spChg>
        <pc:spChg chg="mod">
          <ac:chgData name="CHOUNG A YEUN" userId="8ead2276-a78d-4860-8067-95d9b9befe9b" providerId="ADAL" clId="{E711BAE6-22FA-475F-A08A-7BF0061203B8}" dt="2026-10-29T06:42:42.658" v="1096" actId="1076"/>
          <ac:spMkLst>
            <pc:docMk/>
            <pc:sldMk cId="804100549" sldId="2146849980"/>
            <ac:spMk id="32" creationId="{E01FF8C8-447F-649A-236D-6C542FED2527}"/>
          </ac:spMkLst>
        </pc:spChg>
        <pc:graphicFrameChg chg="mod modGraphic">
          <ac:chgData name="CHOUNG A YEUN" userId="8ead2276-a78d-4860-8067-95d9b9befe9b" providerId="ADAL" clId="{E711BAE6-22FA-475F-A08A-7BF0061203B8}" dt="2026-10-27T09:44:08.357" v="975"/>
          <ac:graphicFrameMkLst>
            <pc:docMk/>
            <pc:sldMk cId="804100549" sldId="2146849980"/>
            <ac:graphicFrameMk id="15" creationId="{EAB76774-311F-0258-ABC9-3A8B9D65B38D}"/>
          </ac:graphicFrameMkLst>
        </pc:graphicFrameChg>
      </pc:sldChg>
      <pc:sldChg chg="addSp modSp mod">
        <pc:chgData name="CHOUNG A YEUN" userId="8ead2276-a78d-4860-8067-95d9b9befe9b" providerId="ADAL" clId="{E711BAE6-22FA-475F-A08A-7BF0061203B8}" dt="2026-10-27T07:51:44.673" v="405" actId="14100"/>
        <pc:sldMkLst>
          <pc:docMk/>
          <pc:sldMk cId="302826247" sldId="2147474598"/>
        </pc:sldMkLst>
        <pc:spChg chg="add mod">
          <ac:chgData name="CHOUNG A YEUN" userId="8ead2276-a78d-4860-8067-95d9b9befe9b" providerId="ADAL" clId="{E711BAE6-22FA-475F-A08A-7BF0061203B8}" dt="2026-10-27T07:51:01.532" v="393" actId="207"/>
          <ac:spMkLst>
            <pc:docMk/>
            <pc:sldMk cId="302826247" sldId="2147474598"/>
            <ac:spMk id="6" creationId="{9243A579-B53B-A523-9F84-70E78068E73A}"/>
          </ac:spMkLst>
        </pc:spChg>
        <pc:spChg chg="add mod">
          <ac:chgData name="CHOUNG A YEUN" userId="8ead2276-a78d-4860-8067-95d9b9befe9b" providerId="ADAL" clId="{E711BAE6-22FA-475F-A08A-7BF0061203B8}" dt="2026-10-27T07:51:28.653" v="402" actId="20577"/>
          <ac:spMkLst>
            <pc:docMk/>
            <pc:sldMk cId="302826247" sldId="2147474598"/>
            <ac:spMk id="22" creationId="{4FFB11EE-1235-A551-AA1E-9EE6B33056AC}"/>
          </ac:spMkLst>
        </pc:spChg>
        <pc:spChg chg="add mod">
          <ac:chgData name="CHOUNG A YEUN" userId="8ead2276-a78d-4860-8067-95d9b9befe9b" providerId="ADAL" clId="{E711BAE6-22FA-475F-A08A-7BF0061203B8}" dt="2026-10-27T07:51:44.673" v="405" actId="14100"/>
          <ac:spMkLst>
            <pc:docMk/>
            <pc:sldMk cId="302826247" sldId="2147474598"/>
            <ac:spMk id="34" creationId="{2EECE93B-F2D4-93D9-BF74-1D6D6D357C98}"/>
          </ac:spMkLst>
        </pc:spChg>
        <pc:picChg chg="mod">
          <ac:chgData name="CHOUNG A YEUN" userId="8ead2276-a78d-4860-8067-95d9b9befe9b" providerId="ADAL" clId="{E711BAE6-22FA-475F-A08A-7BF0061203B8}" dt="2026-10-27T07:50:14.106" v="372" actId="1076"/>
          <ac:picMkLst>
            <pc:docMk/>
            <pc:sldMk cId="302826247" sldId="2147474598"/>
            <ac:picMk id="2" creationId="{E2BFB7FD-339A-123C-5D6C-600648142D2F}"/>
          </ac:picMkLst>
        </pc:picChg>
      </pc:sldChg>
      <pc:sldChg chg="modSp mod ord">
        <pc:chgData name="CHOUNG A YEUN" userId="8ead2276-a78d-4860-8067-95d9b9befe9b" providerId="ADAL" clId="{E711BAE6-22FA-475F-A08A-7BF0061203B8}" dt="2026-10-27T09:36:08.597" v="792" actId="20577"/>
        <pc:sldMkLst>
          <pc:docMk/>
          <pc:sldMk cId="1235040404" sldId="2147480291"/>
        </pc:sldMkLst>
        <pc:spChg chg="mod">
          <ac:chgData name="CHOUNG A YEUN" userId="8ead2276-a78d-4860-8067-95d9b9befe9b" providerId="ADAL" clId="{E711BAE6-22FA-475F-A08A-7BF0061203B8}" dt="2026-10-27T08:45:18.855" v="751" actId="20577"/>
          <ac:spMkLst>
            <pc:docMk/>
            <pc:sldMk cId="1235040404" sldId="2147480291"/>
            <ac:spMk id="2" creationId="{4A646829-3553-2692-DDE7-5A8405C63DD7}"/>
          </ac:spMkLst>
        </pc:spChg>
        <pc:spChg chg="mod">
          <ac:chgData name="CHOUNG A YEUN" userId="8ead2276-a78d-4860-8067-95d9b9befe9b" providerId="ADAL" clId="{E711BAE6-22FA-475F-A08A-7BF0061203B8}" dt="2026-10-27T09:36:08.597" v="792" actId="20577"/>
          <ac:spMkLst>
            <pc:docMk/>
            <pc:sldMk cId="1235040404" sldId="2147480291"/>
            <ac:spMk id="4" creationId="{FF85CB07-872A-6194-A2BB-D7DECE036176}"/>
          </ac:spMkLst>
        </pc:spChg>
      </pc:sldChg>
      <pc:sldChg chg="modSp mod">
        <pc:chgData name="CHOUNG A YEUN" userId="8ead2276-a78d-4860-8067-95d9b9befe9b" providerId="ADAL" clId="{E711BAE6-22FA-475F-A08A-7BF0061203B8}" dt="2026-10-27T08:04:03.386" v="438" actId="20577"/>
        <pc:sldMkLst>
          <pc:docMk/>
          <pc:sldMk cId="842930957" sldId="2147480295"/>
        </pc:sldMkLst>
        <pc:graphicFrameChg chg="modGraphic">
          <ac:chgData name="CHOUNG A YEUN" userId="8ead2276-a78d-4860-8067-95d9b9befe9b" providerId="ADAL" clId="{E711BAE6-22FA-475F-A08A-7BF0061203B8}" dt="2026-10-27T08:04:03.386" v="438" actId="20577"/>
          <ac:graphicFrameMkLst>
            <pc:docMk/>
            <pc:sldMk cId="842930957" sldId="2147480295"/>
            <ac:graphicFrameMk id="2" creationId="{54D755E8-049C-EC38-0D45-BCF0B223386B}"/>
          </ac:graphicFrameMkLst>
        </pc:graphicFrameChg>
      </pc:sldChg>
      <pc:sldChg chg="modSp mod ord">
        <pc:chgData name="CHOUNG A YEUN" userId="8ead2276-a78d-4860-8067-95d9b9befe9b" providerId="ADAL" clId="{E711BAE6-22FA-475F-A08A-7BF0061203B8}" dt="2026-10-27T09:56:31.839" v="1048" actId="20577"/>
        <pc:sldMkLst>
          <pc:docMk/>
          <pc:sldMk cId="1734031167" sldId="2147480298"/>
        </pc:sldMkLst>
        <pc:spChg chg="mod">
          <ac:chgData name="CHOUNG A YEUN" userId="8ead2276-a78d-4860-8067-95d9b9befe9b" providerId="ADAL" clId="{E711BAE6-22FA-475F-A08A-7BF0061203B8}" dt="2026-10-27T09:55:45.128" v="1023" actId="255"/>
          <ac:spMkLst>
            <pc:docMk/>
            <pc:sldMk cId="1734031167" sldId="2147480298"/>
            <ac:spMk id="4" creationId="{10949AF4-56FF-DCBB-8B5E-0E1581BDDD42}"/>
          </ac:spMkLst>
        </pc:spChg>
        <pc:graphicFrameChg chg="modGraphic">
          <ac:chgData name="CHOUNG A YEUN" userId="8ead2276-a78d-4860-8067-95d9b9befe9b" providerId="ADAL" clId="{E711BAE6-22FA-475F-A08A-7BF0061203B8}" dt="2026-10-27T09:56:31.839" v="1048" actId="20577"/>
          <ac:graphicFrameMkLst>
            <pc:docMk/>
            <pc:sldMk cId="1734031167" sldId="2147480298"/>
            <ac:graphicFrameMk id="36" creationId="{F8774A6A-5905-9F15-417A-94334678539A}"/>
          </ac:graphicFrameMkLst>
        </pc:graphicFrameChg>
      </pc:sldChg>
      <pc:sldChg chg="modSp mod">
        <pc:chgData name="CHOUNG A YEUN" userId="8ead2276-a78d-4860-8067-95d9b9befe9b" providerId="ADAL" clId="{E711BAE6-22FA-475F-A08A-7BF0061203B8}" dt="2026-10-27T06:47:14.780" v="97" actId="2711"/>
        <pc:sldMkLst>
          <pc:docMk/>
          <pc:sldMk cId="629021576" sldId="2147481904"/>
        </pc:sldMkLst>
        <pc:spChg chg="mod">
          <ac:chgData name="CHOUNG A YEUN" userId="8ead2276-a78d-4860-8067-95d9b9befe9b" providerId="ADAL" clId="{E711BAE6-22FA-475F-A08A-7BF0061203B8}" dt="2026-10-27T06:47:06.374" v="96" actId="255"/>
          <ac:spMkLst>
            <pc:docMk/>
            <pc:sldMk cId="629021576" sldId="2147481904"/>
            <ac:spMk id="2" creationId="{CC86D623-9B16-4A60-7E45-018D71E831F2}"/>
          </ac:spMkLst>
        </pc:spChg>
        <pc:spChg chg="mod">
          <ac:chgData name="CHOUNG A YEUN" userId="8ead2276-a78d-4860-8067-95d9b9befe9b" providerId="ADAL" clId="{E711BAE6-22FA-475F-A08A-7BF0061203B8}" dt="2026-10-27T06:46:49.509" v="94" actId="207"/>
          <ac:spMkLst>
            <pc:docMk/>
            <pc:sldMk cId="629021576" sldId="2147481904"/>
            <ac:spMk id="3" creationId="{EC300DA3-7079-AE16-92CC-893257925884}"/>
          </ac:spMkLst>
        </pc:spChg>
        <pc:spChg chg="mod">
          <ac:chgData name="CHOUNG A YEUN" userId="8ead2276-a78d-4860-8067-95d9b9befe9b" providerId="ADAL" clId="{E711BAE6-22FA-475F-A08A-7BF0061203B8}" dt="2026-10-27T06:47:06.374" v="96" actId="255"/>
          <ac:spMkLst>
            <pc:docMk/>
            <pc:sldMk cId="629021576" sldId="2147481904"/>
            <ac:spMk id="4" creationId="{E1064B31-D8EF-756E-7A60-077754C21317}"/>
          </ac:spMkLst>
        </pc:spChg>
        <pc:spChg chg="mod">
          <ac:chgData name="CHOUNG A YEUN" userId="8ead2276-a78d-4860-8067-95d9b9befe9b" providerId="ADAL" clId="{E711BAE6-22FA-475F-A08A-7BF0061203B8}" dt="2026-10-27T06:47:06.374" v="96" actId="255"/>
          <ac:spMkLst>
            <pc:docMk/>
            <pc:sldMk cId="629021576" sldId="2147481904"/>
            <ac:spMk id="8" creationId="{7D798783-0E7F-FD2E-3F3A-EDEAF9D03963}"/>
          </ac:spMkLst>
        </pc:spChg>
        <pc:spChg chg="mod">
          <ac:chgData name="CHOUNG A YEUN" userId="8ead2276-a78d-4860-8067-95d9b9befe9b" providerId="ADAL" clId="{E711BAE6-22FA-475F-A08A-7BF0061203B8}" dt="2026-10-27T06:47:06.374" v="96" actId="255"/>
          <ac:spMkLst>
            <pc:docMk/>
            <pc:sldMk cId="629021576" sldId="2147481904"/>
            <ac:spMk id="9" creationId="{537135F4-AC7F-8472-1B6B-F481F6D6F929}"/>
          </ac:spMkLst>
        </pc:spChg>
        <pc:spChg chg="mod">
          <ac:chgData name="CHOUNG A YEUN" userId="8ead2276-a78d-4860-8067-95d9b9befe9b" providerId="ADAL" clId="{E711BAE6-22FA-475F-A08A-7BF0061203B8}" dt="2026-10-27T06:47:14.780" v="97" actId="2711"/>
          <ac:spMkLst>
            <pc:docMk/>
            <pc:sldMk cId="629021576" sldId="2147481904"/>
            <ac:spMk id="12" creationId="{91B1CC95-58F8-2E1F-32CF-CD7A48268799}"/>
          </ac:spMkLst>
        </pc:spChg>
        <pc:spChg chg="mod">
          <ac:chgData name="CHOUNG A YEUN" userId="8ead2276-a78d-4860-8067-95d9b9befe9b" providerId="ADAL" clId="{E711BAE6-22FA-475F-A08A-7BF0061203B8}" dt="2026-10-27T06:47:14.780" v="97" actId="2711"/>
          <ac:spMkLst>
            <pc:docMk/>
            <pc:sldMk cId="629021576" sldId="2147481904"/>
            <ac:spMk id="13" creationId="{B78CFB11-27A8-F590-5051-36DA4104D623}"/>
          </ac:spMkLst>
        </pc:spChg>
      </pc:sldChg>
      <pc:sldChg chg="addSp delSp modSp mod">
        <pc:chgData name="CHOUNG A YEUN" userId="8ead2276-a78d-4860-8067-95d9b9befe9b" providerId="ADAL" clId="{E711BAE6-22FA-475F-A08A-7BF0061203B8}" dt="2026-10-27T07:05:41.283" v="164" actId="1076"/>
        <pc:sldMkLst>
          <pc:docMk/>
          <pc:sldMk cId="2613784270" sldId="2147481995"/>
        </pc:sldMkLst>
        <pc:spChg chg="mod">
          <ac:chgData name="CHOUNG A YEUN" userId="8ead2276-a78d-4860-8067-95d9b9befe9b" providerId="ADAL" clId="{E711BAE6-22FA-475F-A08A-7BF0061203B8}" dt="2026-10-27T07:05:41.283" v="164" actId="1076"/>
          <ac:spMkLst>
            <pc:docMk/>
            <pc:sldMk cId="2613784270" sldId="2147481995"/>
            <ac:spMk id="3" creationId="{A5C1B2BC-A5FE-FA6A-5DA0-8DA694E97DEF}"/>
          </ac:spMkLst>
        </pc:spChg>
        <pc:spChg chg="add mod">
          <ac:chgData name="CHOUNG A YEUN" userId="8ead2276-a78d-4860-8067-95d9b9befe9b" providerId="ADAL" clId="{E711BAE6-22FA-475F-A08A-7BF0061203B8}" dt="2026-10-27T07:05:38.835" v="163" actId="1076"/>
          <ac:spMkLst>
            <pc:docMk/>
            <pc:sldMk cId="2613784270" sldId="2147481995"/>
            <ac:spMk id="6" creationId="{5CB1BA07-37B8-1732-22F5-7CB61C5FCDC1}"/>
          </ac:spMkLst>
        </pc:spChg>
        <pc:graphicFrameChg chg="modGraphic">
          <ac:chgData name="CHOUNG A YEUN" userId="8ead2276-a78d-4860-8067-95d9b9befe9b" providerId="ADAL" clId="{E711BAE6-22FA-475F-A08A-7BF0061203B8}" dt="2026-10-27T07:02:16.235" v="157" actId="255"/>
          <ac:graphicFrameMkLst>
            <pc:docMk/>
            <pc:sldMk cId="2613784270" sldId="2147481995"/>
            <ac:graphicFrameMk id="5" creationId="{B095F94C-89C2-00F5-3907-4C55D9284560}"/>
          </ac:graphicFrameMkLst>
        </pc:graphicFrameChg>
      </pc:sldChg>
      <pc:sldChg chg="modSp mod">
        <pc:chgData name="CHOUNG A YEUN" userId="8ead2276-a78d-4860-8067-95d9b9befe9b" providerId="ADAL" clId="{E711BAE6-22FA-475F-A08A-7BF0061203B8}" dt="2026-10-29T06:45:16.538" v="1114" actId="1076"/>
        <pc:sldMkLst>
          <pc:docMk/>
          <pc:sldMk cId="2077280540" sldId="2147482004"/>
        </pc:sldMkLst>
        <pc:spChg chg="mod">
          <ac:chgData name="CHOUNG A YEUN" userId="8ead2276-a78d-4860-8067-95d9b9befe9b" providerId="ADAL" clId="{E711BAE6-22FA-475F-A08A-7BF0061203B8}" dt="2026-10-29T06:45:16.538" v="1114" actId="1076"/>
          <ac:spMkLst>
            <pc:docMk/>
            <pc:sldMk cId="2077280540" sldId="2147482004"/>
            <ac:spMk id="8" creationId="{7562EE76-4C95-88DC-A540-A3946080C698}"/>
          </ac:spMkLst>
        </pc:spChg>
        <pc:spChg chg="mod">
          <ac:chgData name="CHOUNG A YEUN" userId="8ead2276-a78d-4860-8067-95d9b9befe9b" providerId="ADAL" clId="{E711BAE6-22FA-475F-A08A-7BF0061203B8}" dt="2026-10-29T06:45:07.714" v="1112" actId="1076"/>
          <ac:spMkLst>
            <pc:docMk/>
            <pc:sldMk cId="2077280540" sldId="2147482004"/>
            <ac:spMk id="12" creationId="{1E0859B1-AF38-7188-344D-0D7E0769633C}"/>
          </ac:spMkLst>
        </pc:spChg>
        <pc:spChg chg="mod">
          <ac:chgData name="CHOUNG A YEUN" userId="8ead2276-a78d-4860-8067-95d9b9befe9b" providerId="ADAL" clId="{E711BAE6-22FA-475F-A08A-7BF0061203B8}" dt="2026-10-29T06:44:53.438" v="1110" actId="1076"/>
          <ac:spMkLst>
            <pc:docMk/>
            <pc:sldMk cId="2077280540" sldId="2147482004"/>
            <ac:spMk id="14" creationId="{E2F4368D-5EEB-1ED8-7105-4FC38FA9700F}"/>
          </ac:spMkLst>
        </pc:spChg>
      </pc:sldChg>
      <pc:sldChg chg="addSp delSp modSp mod">
        <pc:chgData name="CHOUNG A YEUN" userId="8ead2276-a78d-4860-8067-95d9b9befe9b" providerId="ADAL" clId="{E711BAE6-22FA-475F-A08A-7BF0061203B8}" dt="2026-10-27T09:47:28.298" v="1018" actId="255"/>
        <pc:sldMkLst>
          <pc:docMk/>
          <pc:sldMk cId="886841332" sldId="2147482013"/>
        </pc:sldMkLst>
        <pc:graphicFrameChg chg="modGraphic">
          <ac:chgData name="CHOUNG A YEUN" userId="8ead2276-a78d-4860-8067-95d9b9befe9b" providerId="ADAL" clId="{E711BAE6-22FA-475F-A08A-7BF0061203B8}" dt="2026-10-27T09:47:28.298" v="1018" actId="255"/>
          <ac:graphicFrameMkLst>
            <pc:docMk/>
            <pc:sldMk cId="886841332" sldId="2147482013"/>
            <ac:graphicFrameMk id="3" creationId="{BFDE1E2D-0101-C00E-C30B-529E319E9D75}"/>
          </ac:graphicFrameMkLst>
        </pc:graphicFrameChg>
      </pc:sldChg>
      <pc:sldChg chg="delSp mod">
        <pc:chgData name="CHOUNG A YEUN" userId="8ead2276-a78d-4860-8067-95d9b9befe9b" providerId="ADAL" clId="{E711BAE6-22FA-475F-A08A-7BF0061203B8}" dt="2026-10-27T07:20:35.440" v="220" actId="478"/>
        <pc:sldMkLst>
          <pc:docMk/>
          <pc:sldMk cId="77413450" sldId="2147482024"/>
        </pc:sldMkLst>
      </pc:sldChg>
      <pc:sldChg chg="delSp modSp mod">
        <pc:chgData name="CHOUNG A YEUN" userId="8ead2276-a78d-4860-8067-95d9b9befe9b" providerId="ADAL" clId="{E711BAE6-22FA-475F-A08A-7BF0061203B8}" dt="2026-10-27T09:00:52.529" v="788" actId="478"/>
        <pc:sldMkLst>
          <pc:docMk/>
          <pc:sldMk cId="1429331794" sldId="2147482031"/>
        </pc:sldMkLst>
        <pc:graphicFrameChg chg="modGraphic">
          <ac:chgData name="CHOUNG A YEUN" userId="8ead2276-a78d-4860-8067-95d9b9befe9b" providerId="ADAL" clId="{E711BAE6-22FA-475F-A08A-7BF0061203B8}" dt="2026-10-27T07:25:32.944" v="242" actId="2711"/>
          <ac:graphicFrameMkLst>
            <pc:docMk/>
            <pc:sldMk cId="1429331794" sldId="2147482031"/>
            <ac:graphicFrameMk id="7" creationId="{8A40E4DF-B98A-A3BD-30A0-D66CF11F3ADA}"/>
          </ac:graphicFrameMkLst>
        </pc:graphicFrameChg>
      </pc:sldChg>
      <pc:sldChg chg="delSp modSp mod">
        <pc:chgData name="CHOUNG A YEUN" userId="8ead2276-a78d-4860-8067-95d9b9befe9b" providerId="ADAL" clId="{E711BAE6-22FA-475F-A08A-7BF0061203B8}" dt="2026-10-29T06:44:44.011" v="1109" actId="1076"/>
        <pc:sldMkLst>
          <pc:docMk/>
          <pc:sldMk cId="1037849305" sldId="2147482043"/>
        </pc:sldMkLst>
        <pc:spChg chg="mod">
          <ac:chgData name="CHOUNG A YEUN" userId="8ead2276-a78d-4860-8067-95d9b9befe9b" providerId="ADAL" clId="{E711BAE6-22FA-475F-A08A-7BF0061203B8}" dt="2026-10-29T06:44:44.011" v="1109" actId="1076"/>
          <ac:spMkLst>
            <pc:docMk/>
            <pc:sldMk cId="1037849305" sldId="2147482043"/>
            <ac:spMk id="8" creationId="{6BAE3448-5E4F-7807-60E1-D8623FD6689C}"/>
          </ac:spMkLst>
        </pc:spChg>
        <pc:spChg chg="mod">
          <ac:chgData name="CHOUNG A YEUN" userId="8ead2276-a78d-4860-8067-95d9b9befe9b" providerId="ADAL" clId="{E711BAE6-22FA-475F-A08A-7BF0061203B8}" dt="2026-10-27T07:40:01.027" v="328" actId="255"/>
          <ac:spMkLst>
            <pc:docMk/>
            <pc:sldMk cId="1037849305" sldId="2147482043"/>
            <ac:spMk id="12" creationId="{3FEE410B-93E4-044C-D730-368050343121}"/>
          </ac:spMkLst>
        </pc:spChg>
        <pc:spChg chg="mod">
          <ac:chgData name="CHOUNG A YEUN" userId="8ead2276-a78d-4860-8067-95d9b9befe9b" providerId="ADAL" clId="{E711BAE6-22FA-475F-A08A-7BF0061203B8}" dt="2026-10-27T07:40:01.027" v="328" actId="255"/>
          <ac:spMkLst>
            <pc:docMk/>
            <pc:sldMk cId="1037849305" sldId="2147482043"/>
            <ac:spMk id="13" creationId="{C29105E1-5100-AB08-6B32-BB16F114C3FB}"/>
          </ac:spMkLst>
        </pc:spChg>
        <pc:spChg chg="mod">
          <ac:chgData name="CHOUNG A YEUN" userId="8ead2276-a78d-4860-8067-95d9b9befe9b" providerId="ADAL" clId="{E711BAE6-22FA-475F-A08A-7BF0061203B8}" dt="2026-10-27T07:40:01.027" v="328" actId="255"/>
          <ac:spMkLst>
            <pc:docMk/>
            <pc:sldMk cId="1037849305" sldId="2147482043"/>
            <ac:spMk id="14" creationId="{C944F588-42B0-9E95-631A-29A0EC7DB049}"/>
          </ac:spMkLst>
        </pc:spChg>
        <pc:spChg chg="mod">
          <ac:chgData name="CHOUNG A YEUN" userId="8ead2276-a78d-4860-8067-95d9b9befe9b" providerId="ADAL" clId="{E711BAE6-22FA-475F-A08A-7BF0061203B8}" dt="2026-10-27T07:41:25.357" v="332" actId="14100"/>
          <ac:spMkLst>
            <pc:docMk/>
            <pc:sldMk cId="1037849305" sldId="2147482043"/>
            <ac:spMk id="15" creationId="{53B9D0FF-726D-0C3C-9456-EFB0BD03D4B7}"/>
          </ac:spMkLst>
        </pc:spChg>
        <pc:spChg chg="mod">
          <ac:chgData name="CHOUNG A YEUN" userId="8ead2276-a78d-4860-8067-95d9b9befe9b" providerId="ADAL" clId="{E711BAE6-22FA-475F-A08A-7BF0061203B8}" dt="2026-10-27T07:40:01.027" v="328" actId="255"/>
          <ac:spMkLst>
            <pc:docMk/>
            <pc:sldMk cId="1037849305" sldId="2147482043"/>
            <ac:spMk id="27" creationId="{2D2533BF-7E1E-A041-7A39-A0EF23036E49}"/>
          </ac:spMkLst>
        </pc:spChg>
        <pc:spChg chg="mod">
          <ac:chgData name="CHOUNG A YEUN" userId="8ead2276-a78d-4860-8067-95d9b9befe9b" providerId="ADAL" clId="{E711BAE6-22FA-475F-A08A-7BF0061203B8}" dt="2026-10-27T07:40:01.027" v="328" actId="255"/>
          <ac:spMkLst>
            <pc:docMk/>
            <pc:sldMk cId="1037849305" sldId="2147482043"/>
            <ac:spMk id="34" creationId="{141DFC59-04BE-4C4F-EA68-B6A4B06AB7AA}"/>
          </ac:spMkLst>
        </pc:spChg>
      </pc:sldChg>
      <pc:sldChg chg="ord">
        <pc:chgData name="CHOUNG A YEUN" userId="8ead2276-a78d-4860-8067-95d9b9befe9b" providerId="ADAL" clId="{E711BAE6-22FA-475F-A08A-7BF0061203B8}" dt="2026-10-27T08:37:25.482" v="670"/>
        <pc:sldMkLst>
          <pc:docMk/>
          <pc:sldMk cId="101124466" sldId="2147482048"/>
        </pc:sldMkLst>
      </pc:sldChg>
      <pc:sldChg chg="modSp mod ord">
        <pc:chgData name="CHOUNG A YEUN" userId="8ead2276-a78d-4860-8067-95d9b9befe9b" providerId="ADAL" clId="{E711BAE6-22FA-475F-A08A-7BF0061203B8}" dt="2026-10-29T06:41:27.960" v="1092" actId="1076"/>
        <pc:sldMkLst>
          <pc:docMk/>
          <pc:sldMk cId="204424059" sldId="2147482050"/>
        </pc:sldMkLst>
        <pc:spChg chg="mod">
          <ac:chgData name="CHOUNG A YEUN" userId="8ead2276-a78d-4860-8067-95d9b9befe9b" providerId="ADAL" clId="{E711BAE6-22FA-475F-A08A-7BF0061203B8}" dt="2026-10-29T06:40:34.728" v="1088" actId="1076"/>
          <ac:spMkLst>
            <pc:docMk/>
            <pc:sldMk cId="204424059" sldId="2147482050"/>
            <ac:spMk id="10" creationId="{F63C2791-1B51-1407-C3C1-0235DEF13375}"/>
          </ac:spMkLst>
        </pc:spChg>
        <pc:spChg chg="mod">
          <ac:chgData name="CHOUNG A YEUN" userId="8ead2276-a78d-4860-8067-95d9b9befe9b" providerId="ADAL" clId="{E711BAE6-22FA-475F-A08A-7BF0061203B8}" dt="2026-10-29T06:41:27.960" v="1092" actId="1076"/>
          <ac:spMkLst>
            <pc:docMk/>
            <pc:sldMk cId="204424059" sldId="2147482050"/>
            <ac:spMk id="17" creationId="{66A3BC1F-BE2E-3F1F-82EE-145769AD7198}"/>
          </ac:spMkLst>
        </pc:spChg>
        <pc:spChg chg="mod">
          <ac:chgData name="CHOUNG A YEUN" userId="8ead2276-a78d-4860-8067-95d9b9befe9b" providerId="ADAL" clId="{E711BAE6-22FA-475F-A08A-7BF0061203B8}" dt="2026-10-29T06:41:13.095" v="1090" actId="1076"/>
          <ac:spMkLst>
            <pc:docMk/>
            <pc:sldMk cId="204424059" sldId="2147482050"/>
            <ac:spMk id="20" creationId="{6DF7519B-1882-B598-EAC6-277D3045436D}"/>
          </ac:spMkLst>
        </pc:spChg>
      </pc:sldChg>
      <pc:sldChg chg="modSp mod">
        <pc:chgData name="CHOUNG A YEUN" userId="8ead2276-a78d-4860-8067-95d9b9befe9b" providerId="ADAL" clId="{E711BAE6-22FA-475F-A08A-7BF0061203B8}" dt="2026-10-27T07:47:32.113" v="357" actId="255"/>
        <pc:sldMkLst>
          <pc:docMk/>
          <pc:sldMk cId="3325809839" sldId="2147482213"/>
        </pc:sldMkLst>
        <pc:spChg chg="mod">
          <ac:chgData name="CHOUNG A YEUN" userId="8ead2276-a78d-4860-8067-95d9b9befe9b" providerId="ADAL" clId="{E711BAE6-22FA-475F-A08A-7BF0061203B8}" dt="2026-10-27T07:47:32.113" v="357" actId="255"/>
          <ac:spMkLst>
            <pc:docMk/>
            <pc:sldMk cId="3325809839" sldId="2147482213"/>
            <ac:spMk id="55" creationId="{00000000-0000-0000-0000-000000000000}"/>
          </ac:spMkLst>
        </pc:spChg>
      </pc:sldChg>
      <pc:sldChg chg="delSp mod ord">
        <pc:chgData name="CHOUNG A YEUN" userId="8ead2276-a78d-4860-8067-95d9b9befe9b" providerId="ADAL" clId="{E711BAE6-22FA-475F-A08A-7BF0061203B8}" dt="2026-10-27T08:46:47.840" v="755" actId="478"/>
        <pc:sldMkLst>
          <pc:docMk/>
          <pc:sldMk cId="1710484850" sldId="2147483493"/>
        </pc:sldMkLst>
      </pc:sldChg>
      <pc:sldChg chg="addSp delSp modSp mod">
        <pc:chgData name="CHOUNG A YEUN" userId="8ead2276-a78d-4860-8067-95d9b9befe9b" providerId="ADAL" clId="{E711BAE6-22FA-475F-A08A-7BF0061203B8}" dt="2026-10-29T06:43:41.226" v="1101" actId="1076"/>
        <pc:sldMkLst>
          <pc:docMk/>
          <pc:sldMk cId="1511235094" sldId="2147483497"/>
        </pc:sldMkLst>
        <pc:spChg chg="add mod">
          <ac:chgData name="CHOUNG A YEUN" userId="8ead2276-a78d-4860-8067-95d9b9befe9b" providerId="ADAL" clId="{E711BAE6-22FA-475F-A08A-7BF0061203B8}" dt="2026-10-27T06:33:21.615" v="23" actId="164"/>
          <ac:spMkLst>
            <pc:docMk/>
            <pc:sldMk cId="1511235094" sldId="2147483497"/>
            <ac:spMk id="6" creationId="{C44488DE-7DE9-F711-ABAE-C9E0981F76D3}"/>
          </ac:spMkLst>
        </pc:spChg>
        <pc:spChg chg="add mod">
          <ac:chgData name="CHOUNG A YEUN" userId="8ead2276-a78d-4860-8067-95d9b9befe9b" providerId="ADAL" clId="{E711BAE6-22FA-475F-A08A-7BF0061203B8}" dt="2026-10-27T06:33:21.615" v="23" actId="164"/>
          <ac:spMkLst>
            <pc:docMk/>
            <pc:sldMk cId="1511235094" sldId="2147483497"/>
            <ac:spMk id="10" creationId="{56486ADC-37C3-1FD0-F65E-718B0B745DC1}"/>
          </ac:spMkLst>
        </pc:spChg>
        <pc:spChg chg="add mod">
          <ac:chgData name="CHOUNG A YEUN" userId="8ead2276-a78d-4860-8067-95d9b9befe9b" providerId="ADAL" clId="{E711BAE6-22FA-475F-A08A-7BF0061203B8}" dt="2026-10-27T06:33:21.615" v="23" actId="164"/>
          <ac:spMkLst>
            <pc:docMk/>
            <pc:sldMk cId="1511235094" sldId="2147483497"/>
            <ac:spMk id="14" creationId="{A25E9AC7-16ED-477F-7178-00A4D4A4FB0C}"/>
          </ac:spMkLst>
        </pc:spChg>
        <pc:spChg chg="mod">
          <ac:chgData name="CHOUNG A YEUN" userId="8ead2276-a78d-4860-8067-95d9b9befe9b" providerId="ADAL" clId="{E711BAE6-22FA-475F-A08A-7BF0061203B8}" dt="2026-10-29T06:43:41.226" v="1101" actId="1076"/>
          <ac:spMkLst>
            <pc:docMk/>
            <pc:sldMk cId="1511235094" sldId="2147483497"/>
            <ac:spMk id="20" creationId="{EFACE8B8-46D8-DA94-4560-BD69F6B0A096}"/>
          </ac:spMkLst>
        </pc:spChg>
        <pc:spChg chg="mod">
          <ac:chgData name="CHOUNG A YEUN" userId="8ead2276-a78d-4860-8067-95d9b9befe9b" providerId="ADAL" clId="{E711BAE6-22FA-475F-A08A-7BF0061203B8}" dt="2026-10-29T06:43:29.537" v="1099" actId="1076"/>
          <ac:spMkLst>
            <pc:docMk/>
            <pc:sldMk cId="1511235094" sldId="2147483497"/>
            <ac:spMk id="23" creationId="{2BAFFF02-E678-9C47-BEC2-318257049E7C}"/>
          </ac:spMkLst>
        </pc:spChg>
        <pc:spChg chg="mod">
          <ac:chgData name="CHOUNG A YEUN" userId="8ead2276-a78d-4860-8067-95d9b9befe9b" providerId="ADAL" clId="{E711BAE6-22FA-475F-A08A-7BF0061203B8}" dt="2026-10-29T06:43:11.572" v="1097" actId="1076"/>
          <ac:spMkLst>
            <pc:docMk/>
            <pc:sldMk cId="1511235094" sldId="2147483497"/>
            <ac:spMk id="27" creationId="{DFBBFCFA-2C23-3281-1B13-AE6FF64C7B50}"/>
          </ac:spMkLst>
        </pc:spChg>
        <pc:spChg chg="mod">
          <ac:chgData name="CHOUNG A YEUN" userId="8ead2276-a78d-4860-8067-95d9b9befe9b" providerId="ADAL" clId="{E711BAE6-22FA-475F-A08A-7BF0061203B8}" dt="2026-10-27T06:33:13.587" v="22" actId="1076"/>
          <ac:spMkLst>
            <pc:docMk/>
            <pc:sldMk cId="1511235094" sldId="2147483497"/>
            <ac:spMk id="38" creationId="{9A8399FE-7614-CBDB-D15E-9A3836B8AEB1}"/>
          </ac:spMkLst>
        </pc:spChg>
        <pc:grpChg chg="add mod ord">
          <ac:chgData name="CHOUNG A YEUN" userId="8ead2276-a78d-4860-8067-95d9b9befe9b" providerId="ADAL" clId="{E711BAE6-22FA-475F-A08A-7BF0061203B8}" dt="2026-10-27T06:33:37.584" v="27" actId="167"/>
          <ac:grpSpMkLst>
            <pc:docMk/>
            <pc:sldMk cId="1511235094" sldId="2147483497"/>
            <ac:grpSpMk id="15" creationId="{EDB3CC0D-0CEC-DD45-D82D-141958D5C245}"/>
          </ac:grpSpMkLst>
        </pc:grpChg>
      </pc:sldChg>
      <pc:sldChg chg="modSp mod">
        <pc:chgData name="CHOUNG A YEUN" userId="8ead2276-a78d-4860-8067-95d9b9befe9b" providerId="ADAL" clId="{E711BAE6-22FA-475F-A08A-7BF0061203B8}" dt="2026-10-29T06:43:55.214" v="1102" actId="1076"/>
        <pc:sldMkLst>
          <pc:docMk/>
          <pc:sldMk cId="1263451008" sldId="2147483502"/>
        </pc:sldMkLst>
        <pc:spChg chg="mod">
          <ac:chgData name="CHOUNG A YEUN" userId="8ead2276-a78d-4860-8067-95d9b9befe9b" providerId="ADAL" clId="{E711BAE6-22FA-475F-A08A-7BF0061203B8}" dt="2026-10-27T06:41:02.713" v="64" actId="255"/>
          <ac:spMkLst>
            <pc:docMk/>
            <pc:sldMk cId="1263451008" sldId="2147483502"/>
            <ac:spMk id="7" creationId="{5F6CF169-56F7-2B6A-F0A7-0AE8A7B29D91}"/>
          </ac:spMkLst>
        </pc:spChg>
        <pc:spChg chg="mod">
          <ac:chgData name="CHOUNG A YEUN" userId="8ead2276-a78d-4860-8067-95d9b9befe9b" providerId="ADAL" clId="{E711BAE6-22FA-475F-A08A-7BF0061203B8}" dt="2026-10-27T06:41:09.865" v="66" actId="14100"/>
          <ac:spMkLst>
            <pc:docMk/>
            <pc:sldMk cId="1263451008" sldId="2147483502"/>
            <ac:spMk id="10" creationId="{498B83A7-D75B-6004-43C3-C25FB296B1E1}"/>
          </ac:spMkLst>
        </pc:spChg>
        <pc:spChg chg="mod">
          <ac:chgData name="CHOUNG A YEUN" userId="8ead2276-a78d-4860-8067-95d9b9befe9b" providerId="ADAL" clId="{E711BAE6-22FA-475F-A08A-7BF0061203B8}" dt="2026-10-29T06:43:55.214" v="1102" actId="1076"/>
          <ac:spMkLst>
            <pc:docMk/>
            <pc:sldMk cId="1263451008" sldId="2147483502"/>
            <ac:spMk id="12" creationId="{4A5BAEB5-1FCC-0C97-436A-38482DF5DEE9}"/>
          </ac:spMkLst>
        </pc:spChg>
        <pc:spChg chg="mod">
          <ac:chgData name="CHOUNG A YEUN" userId="8ead2276-a78d-4860-8067-95d9b9befe9b" providerId="ADAL" clId="{E711BAE6-22FA-475F-A08A-7BF0061203B8}" dt="2026-10-27T06:41:31.005" v="68" actId="2711"/>
          <ac:spMkLst>
            <pc:docMk/>
            <pc:sldMk cId="1263451008" sldId="2147483502"/>
            <ac:spMk id="13" creationId="{2606ACDA-5DB5-0774-8748-672B44EC42A4}"/>
          </ac:spMkLst>
        </pc:spChg>
        <pc:graphicFrameChg chg="modGraphic">
          <ac:chgData name="CHOUNG A YEUN" userId="8ead2276-a78d-4860-8067-95d9b9befe9b" providerId="ADAL" clId="{E711BAE6-22FA-475F-A08A-7BF0061203B8}" dt="2026-10-27T06:41:19.874" v="67" actId="2711"/>
          <ac:graphicFrameMkLst>
            <pc:docMk/>
            <pc:sldMk cId="1263451008" sldId="2147483502"/>
            <ac:graphicFrameMk id="15" creationId="{6709BF2C-6FD6-F9DA-6A71-89E69A377169}"/>
          </ac:graphicFrameMkLst>
        </pc:graphicFrameChg>
      </pc:sldChg>
      <pc:sldChg chg="modSp mod">
        <pc:chgData name="CHOUNG A YEUN" userId="8ead2276-a78d-4860-8067-95d9b9befe9b" providerId="ADAL" clId="{E711BAE6-22FA-475F-A08A-7BF0061203B8}" dt="2026-10-29T06:44:19.467" v="1107" actId="1076"/>
        <pc:sldMkLst>
          <pc:docMk/>
          <pc:sldMk cId="3564932157" sldId="2147483503"/>
        </pc:sldMkLst>
        <pc:spChg chg="mod">
          <ac:chgData name="CHOUNG A YEUN" userId="8ead2276-a78d-4860-8067-95d9b9befe9b" providerId="ADAL" clId="{E711BAE6-22FA-475F-A08A-7BF0061203B8}" dt="2026-10-29T06:44:03.990" v="1103" actId="1076"/>
          <ac:spMkLst>
            <pc:docMk/>
            <pc:sldMk cId="3564932157" sldId="2147483503"/>
            <ac:spMk id="10" creationId="{4D655847-11BC-C31F-72D9-CD0BA27E9F98}"/>
          </ac:spMkLst>
        </pc:spChg>
        <pc:spChg chg="mod">
          <ac:chgData name="CHOUNG A YEUN" userId="8ead2276-a78d-4860-8067-95d9b9befe9b" providerId="ADAL" clId="{E711BAE6-22FA-475F-A08A-7BF0061203B8}" dt="2026-10-29T06:44:19.467" v="1107" actId="1076"/>
          <ac:spMkLst>
            <pc:docMk/>
            <pc:sldMk cId="3564932157" sldId="2147483503"/>
            <ac:spMk id="21" creationId="{6B2F1B0D-BFD2-63A2-A667-276870E5C5B0}"/>
          </ac:spMkLst>
        </pc:spChg>
        <pc:spChg chg="mod">
          <ac:chgData name="CHOUNG A YEUN" userId="8ead2276-a78d-4860-8067-95d9b9befe9b" providerId="ADAL" clId="{E711BAE6-22FA-475F-A08A-7BF0061203B8}" dt="2026-10-27T06:42:22.476" v="71" actId="255"/>
          <ac:spMkLst>
            <pc:docMk/>
            <pc:sldMk cId="3564932157" sldId="2147483503"/>
            <ac:spMk id="30" creationId="{70E1A3E1-A9B4-C9EB-49A6-BBD0BE52F7B2}"/>
          </ac:spMkLst>
        </pc:spChg>
        <pc:spChg chg="mod">
          <ac:chgData name="CHOUNG A YEUN" userId="8ead2276-a78d-4860-8067-95d9b9befe9b" providerId="ADAL" clId="{E711BAE6-22FA-475F-A08A-7BF0061203B8}" dt="2026-10-29T06:44:13.132" v="1105" actId="1076"/>
          <ac:spMkLst>
            <pc:docMk/>
            <pc:sldMk cId="3564932157" sldId="2147483503"/>
            <ac:spMk id="49" creationId="{3A57DDDC-4A3F-3978-5FBB-E6641D2C2E40}"/>
          </ac:spMkLst>
        </pc:spChg>
      </pc:sldChg>
      <pc:sldChg chg="addSp delSp modSp add mod ord">
        <pc:chgData name="CHOUNG A YEUN" userId="8ead2276-a78d-4860-8067-95d9b9befe9b" providerId="ADAL" clId="{E711BAE6-22FA-475F-A08A-7BF0061203B8}" dt="2026-10-29T06:38:24.311" v="1082" actId="1076"/>
        <pc:sldMkLst>
          <pc:docMk/>
          <pc:sldMk cId="1684872214" sldId="2147483507"/>
        </pc:sldMkLst>
        <pc:spChg chg="mod">
          <ac:chgData name="CHOUNG A YEUN" userId="8ead2276-a78d-4860-8067-95d9b9befe9b" providerId="ADAL" clId="{E711BAE6-22FA-475F-A08A-7BF0061203B8}" dt="2026-10-29T06:38:24.311" v="1082" actId="1076"/>
          <ac:spMkLst>
            <pc:docMk/>
            <pc:sldMk cId="1684872214" sldId="2147483507"/>
            <ac:spMk id="4" creationId="{83F0E7C2-268F-5B0C-F098-1D7EA6E83119}"/>
          </ac:spMkLst>
        </pc:spChg>
        <pc:spChg chg="mod">
          <ac:chgData name="CHOUNG A YEUN" userId="8ead2276-a78d-4860-8067-95d9b9befe9b" providerId="ADAL" clId="{E711BAE6-22FA-475F-A08A-7BF0061203B8}" dt="2026-10-29T06:37:08.667" v="1074" actId="1076"/>
          <ac:spMkLst>
            <pc:docMk/>
            <pc:sldMk cId="1684872214" sldId="2147483507"/>
            <ac:spMk id="7" creationId="{1469E202-5ECB-1084-D4B4-560BD65F3902}"/>
          </ac:spMkLst>
        </pc:spChg>
        <pc:spChg chg="mod">
          <ac:chgData name="CHOUNG A YEUN" userId="8ead2276-a78d-4860-8067-95d9b9befe9b" providerId="ADAL" clId="{E711BAE6-22FA-475F-A08A-7BF0061203B8}" dt="2026-10-29T06:38:03.387" v="1081" actId="1076"/>
          <ac:spMkLst>
            <pc:docMk/>
            <pc:sldMk cId="1684872214" sldId="2147483507"/>
            <ac:spMk id="8" creationId="{A4898950-16D2-1BBD-F78D-5A990FF079B9}"/>
          </ac:spMkLst>
        </pc:spChg>
        <pc:spChg chg="add mod">
          <ac:chgData name="CHOUNG A YEUN" userId="8ead2276-a78d-4860-8067-95d9b9befe9b" providerId="ADAL" clId="{E711BAE6-22FA-475F-A08A-7BF0061203B8}" dt="2026-10-27T09:56:49.652" v="1049" actId="1076"/>
          <ac:spMkLst>
            <pc:docMk/>
            <pc:sldMk cId="1684872214" sldId="2147483507"/>
            <ac:spMk id="10" creationId="{CB0DC502-AFA4-B4B3-9592-A09FE6210741}"/>
          </ac:spMkLst>
        </pc:spChg>
        <pc:spChg chg="mod">
          <ac:chgData name="CHOUNG A YEUN" userId="8ead2276-a78d-4860-8067-95d9b9befe9b" providerId="ADAL" clId="{E711BAE6-22FA-475F-A08A-7BF0061203B8}" dt="2026-10-27T09:56:58.530" v="1051" actId="1076"/>
          <ac:spMkLst>
            <pc:docMk/>
            <pc:sldMk cId="1684872214" sldId="2147483507"/>
            <ac:spMk id="12" creationId="{D21FD89D-4295-B79F-EE8C-E1B6C945E474}"/>
          </ac:spMkLst>
        </pc:spChg>
        <pc:spChg chg="mod">
          <ac:chgData name="CHOUNG A YEUN" userId="8ead2276-a78d-4860-8067-95d9b9befe9b" providerId="ADAL" clId="{E711BAE6-22FA-475F-A08A-7BF0061203B8}" dt="2026-10-27T08:06:21.507" v="516" actId="255"/>
          <ac:spMkLst>
            <pc:docMk/>
            <pc:sldMk cId="1684872214" sldId="2147483507"/>
            <ac:spMk id="13" creationId="{948D5F46-B9DB-0BD8-7D61-590611E8F21C}"/>
          </ac:spMkLst>
        </pc:spChg>
        <pc:spChg chg="mod">
          <ac:chgData name="CHOUNG A YEUN" userId="8ead2276-a78d-4860-8067-95d9b9befe9b" providerId="ADAL" clId="{E711BAE6-22FA-475F-A08A-7BF0061203B8}" dt="2026-10-27T08:06:21.507" v="516" actId="255"/>
          <ac:spMkLst>
            <pc:docMk/>
            <pc:sldMk cId="1684872214" sldId="2147483507"/>
            <ac:spMk id="21" creationId="{12B6D737-6316-1D38-8ACD-42FFE3504199}"/>
          </ac:spMkLst>
        </pc:spChg>
        <pc:spChg chg="mod">
          <ac:chgData name="CHOUNG A YEUN" userId="8ead2276-a78d-4860-8067-95d9b9befe9b" providerId="ADAL" clId="{E711BAE6-22FA-475F-A08A-7BF0061203B8}" dt="2026-10-27T09:56:52.943" v="1050" actId="1076"/>
          <ac:spMkLst>
            <pc:docMk/>
            <pc:sldMk cId="1684872214" sldId="2147483507"/>
            <ac:spMk id="57" creationId="{F393706A-0CBD-F473-5A85-11F961828DF9}"/>
          </ac:spMkLst>
        </pc:spChg>
        <pc:spChg chg="mod">
          <ac:chgData name="CHOUNG A YEUN" userId="8ead2276-a78d-4860-8067-95d9b9befe9b" providerId="ADAL" clId="{E711BAE6-22FA-475F-A08A-7BF0061203B8}" dt="2026-10-27T09:36:29.512" v="849" actId="20577"/>
          <ac:spMkLst>
            <pc:docMk/>
            <pc:sldMk cId="1684872214" sldId="2147483507"/>
            <ac:spMk id="59" creationId="{5A3779ED-4241-403D-4268-10B8BACFADF5}"/>
          </ac:spMkLst>
        </pc:spChg>
        <pc:spChg chg="mod">
          <ac:chgData name="CHOUNG A YEUN" userId="8ead2276-a78d-4860-8067-95d9b9befe9b" providerId="ADAL" clId="{E711BAE6-22FA-475F-A08A-7BF0061203B8}" dt="2026-10-27T08:06:21.507" v="516" actId="255"/>
          <ac:spMkLst>
            <pc:docMk/>
            <pc:sldMk cId="1684872214" sldId="2147483507"/>
            <ac:spMk id="65" creationId="{8C2365D1-3940-6350-AE8E-82722DAE336F}"/>
          </ac:spMkLst>
        </pc:spChg>
      </pc:sldChg>
      <pc:sldChg chg="modSp mod ord">
        <pc:chgData name="CHOUNG A YEUN" userId="8ead2276-a78d-4860-8067-95d9b9befe9b" providerId="ADAL" clId="{E711BAE6-22FA-475F-A08A-7BF0061203B8}" dt="2026-10-27T09:57:23.084" v="1053" actId="14100"/>
        <pc:sldMkLst>
          <pc:docMk/>
          <pc:sldMk cId="2613678155" sldId="2147483510"/>
        </pc:sldMkLst>
        <pc:spChg chg="mod">
          <ac:chgData name="CHOUNG A YEUN" userId="8ead2276-a78d-4860-8067-95d9b9befe9b" providerId="ADAL" clId="{E711BAE6-22FA-475F-A08A-7BF0061203B8}" dt="2026-10-27T09:57:23.084" v="1053" actId="14100"/>
          <ac:spMkLst>
            <pc:docMk/>
            <pc:sldMk cId="2613678155" sldId="2147483510"/>
            <ac:spMk id="68" creationId="{31281D09-C5C4-BF02-0B90-972DD1B0924F}"/>
          </ac:spMkLst>
        </pc:spChg>
      </pc:sldChg>
      <pc:sldChg chg="modSp mod ord">
        <pc:chgData name="CHOUNG A YEUN" userId="8ead2276-a78d-4860-8067-95d9b9befe9b" providerId="ADAL" clId="{E711BAE6-22FA-475F-A08A-7BF0061203B8}" dt="2026-10-27T09:41:31.150" v="950" actId="207"/>
        <pc:sldMkLst>
          <pc:docMk/>
          <pc:sldMk cId="4271693696" sldId="2147483511"/>
        </pc:sldMkLst>
        <pc:spChg chg="mod">
          <ac:chgData name="CHOUNG A YEUN" userId="8ead2276-a78d-4860-8067-95d9b9befe9b" providerId="ADAL" clId="{E711BAE6-22FA-475F-A08A-7BF0061203B8}" dt="2026-10-27T09:41:31.150" v="950" actId="207"/>
          <ac:spMkLst>
            <pc:docMk/>
            <pc:sldMk cId="4271693696" sldId="2147483511"/>
            <ac:spMk id="5" creationId="{C8B9268B-F368-D03F-FFEF-8842CA035E82}"/>
          </ac:spMkLst>
        </pc:spChg>
      </pc:sldChg>
      <pc:sldChg chg="modSp mod ord">
        <pc:chgData name="CHOUNG A YEUN" userId="8ead2276-a78d-4860-8067-95d9b9befe9b" providerId="ADAL" clId="{E711BAE6-22FA-475F-A08A-7BF0061203B8}" dt="2026-10-29T06:39:35.885" v="1087" actId="1076"/>
        <pc:sldMkLst>
          <pc:docMk/>
          <pc:sldMk cId="1491102401" sldId="2147483513"/>
        </pc:sldMkLst>
        <pc:spChg chg="mod">
          <ac:chgData name="CHOUNG A YEUN" userId="8ead2276-a78d-4860-8067-95d9b9befe9b" providerId="ADAL" clId="{E711BAE6-22FA-475F-A08A-7BF0061203B8}" dt="2026-10-29T06:39:35.885" v="1087" actId="1076"/>
          <ac:spMkLst>
            <pc:docMk/>
            <pc:sldMk cId="1491102401" sldId="2147483513"/>
            <ac:spMk id="8" creationId="{E71AB0FA-19F9-DAB4-9A2E-7FD3422CB0F3}"/>
          </ac:spMkLst>
        </pc:spChg>
        <pc:spChg chg="mod">
          <ac:chgData name="CHOUNG A YEUN" userId="8ead2276-a78d-4860-8067-95d9b9befe9b" providerId="ADAL" clId="{E711BAE6-22FA-475F-A08A-7BF0061203B8}" dt="2026-10-29T06:39:20.923" v="1085" actId="1076"/>
          <ac:spMkLst>
            <pc:docMk/>
            <pc:sldMk cId="1491102401" sldId="2147483513"/>
            <ac:spMk id="11" creationId="{ABDFC978-0B47-13AA-5A39-5F6E225C35D9}"/>
          </ac:spMkLst>
        </pc:spChg>
        <pc:spChg chg="mod">
          <ac:chgData name="CHOUNG A YEUN" userId="8ead2276-a78d-4860-8067-95d9b9befe9b" providerId="ADAL" clId="{E711BAE6-22FA-475F-A08A-7BF0061203B8}" dt="2026-10-29T06:38:58.397" v="1083" actId="1076"/>
          <ac:spMkLst>
            <pc:docMk/>
            <pc:sldMk cId="1491102401" sldId="2147483513"/>
            <ac:spMk id="15" creationId="{D90C76CB-8364-8646-B259-1421DFB82460}"/>
          </ac:spMkLst>
        </pc:spChg>
      </pc:sldChg>
      <pc:sldChg chg="modSp mod">
        <pc:chgData name="CHOUNG A YEUN" userId="8ead2276-a78d-4860-8067-95d9b9befe9b" providerId="ADAL" clId="{E711BAE6-22FA-475F-A08A-7BF0061203B8}" dt="2026-10-27T09:46:16.107" v="1016"/>
        <pc:sldMkLst>
          <pc:docMk/>
          <pc:sldMk cId="644388553" sldId="2147483518"/>
        </pc:sldMkLst>
        <pc:spChg chg="mod">
          <ac:chgData name="CHOUNG A YEUN" userId="8ead2276-a78d-4860-8067-95d9b9befe9b" providerId="ADAL" clId="{E711BAE6-22FA-475F-A08A-7BF0061203B8}" dt="2026-10-27T09:46:16.107" v="1016"/>
          <ac:spMkLst>
            <pc:docMk/>
            <pc:sldMk cId="644388553" sldId="2147483518"/>
            <ac:spMk id="4" creationId="{832FCB1D-1580-F8CF-4291-B5BA0BC5DE43}"/>
          </ac:spMkLst>
        </pc:spChg>
        <pc:spChg chg="mod">
          <ac:chgData name="CHOUNG A YEUN" userId="8ead2276-a78d-4860-8067-95d9b9befe9b" providerId="ADAL" clId="{E711BAE6-22FA-475F-A08A-7BF0061203B8}" dt="2026-10-27T09:45:41.176" v="982" actId="20577"/>
          <ac:spMkLst>
            <pc:docMk/>
            <pc:sldMk cId="644388553" sldId="2147483518"/>
            <ac:spMk id="7" creationId="{AAC1C22C-86AB-E209-7562-C809E113456E}"/>
          </ac:spMkLst>
        </pc:spChg>
        <pc:spChg chg="mod">
          <ac:chgData name="CHOUNG A YEUN" userId="8ead2276-a78d-4860-8067-95d9b9befe9b" providerId="ADAL" clId="{E711BAE6-22FA-475F-A08A-7BF0061203B8}" dt="2026-10-27T09:45:52.033" v="996" actId="20577"/>
          <ac:spMkLst>
            <pc:docMk/>
            <pc:sldMk cId="644388553" sldId="2147483518"/>
            <ac:spMk id="45" creationId="{F1BFDEC2-A156-1062-2A6C-891E359F99CA}"/>
          </ac:spMkLst>
        </pc:spChg>
      </pc:sldChg>
      <pc:sldMasterChg chg="delSldLayout modSldLayout">
        <pc:chgData name="CHOUNG A YEUN" userId="8ead2276-a78d-4860-8067-95d9b9befe9b" providerId="ADAL" clId="{E711BAE6-22FA-475F-A08A-7BF0061203B8}" dt="2026-10-27T09:53:51.247" v="1021" actId="14100"/>
        <pc:sldMasterMkLst>
          <pc:docMk/>
          <pc:sldMasterMk cId="3202748920" sldId="2147483684"/>
        </pc:sldMasterMkLst>
        <pc:sldLayoutChg chg="delSp modSp mod">
          <pc:chgData name="CHOUNG A YEUN" userId="8ead2276-a78d-4860-8067-95d9b9befe9b" providerId="ADAL" clId="{E711BAE6-22FA-475F-A08A-7BF0061203B8}" dt="2026-10-27T09:53:51.247" v="1021" actId="14100"/>
          <pc:sldLayoutMkLst>
            <pc:docMk/>
            <pc:sldMasterMk cId="3202748920" sldId="2147483684"/>
            <pc:sldLayoutMk cId="1025213798" sldId="2147483865"/>
          </pc:sldLayoutMkLst>
          <pc:spChg chg="mod topLvl">
            <ac:chgData name="CHOUNG A YEUN" userId="8ead2276-a78d-4860-8067-95d9b9befe9b" providerId="ADAL" clId="{E711BAE6-22FA-475F-A08A-7BF0061203B8}" dt="2026-10-27T09:53:51.247" v="1021" actId="14100"/>
            <ac:spMkLst>
              <pc:docMk/>
              <pc:sldMasterMk cId="3202748920" sldId="2147483684"/>
              <pc:sldLayoutMk cId="1025213798" sldId="2147483865"/>
              <ac:spMk id="5" creationId="{00000000-0000-0000-0000-000000000000}"/>
            </ac:spMkLst>
          </pc:spChg>
        </pc:sldLayoutChg>
      </pc:sldMasterChg>
    </pc:docChg>
  </pc:docChgLst>
  <pc:docChgLst>
    <pc:chgData name="CHAI ZHE QING" userId="fb2c253e-f6c1-4283-91d9-c43ca18f9255" providerId="ADAL" clId="{9C9A4AA5-EACC-48F6-960D-F30C3076EFE7}"/>
    <pc:docChg chg="undo redo custSel addSld delSld modSld sldOrd delMainMaster modMainMaster addSection delSection modSection">
      <pc:chgData name="CHAI ZHE QING" userId="fb2c253e-f6c1-4283-91d9-c43ca18f9255" providerId="ADAL" clId="{9C9A4AA5-EACC-48F6-960D-F30C3076EFE7}" dt="2026-10-29T07:19:29.397" v="886"/>
      <pc:docMkLst>
        <pc:docMk/>
      </pc:docMkLst>
      <pc:sldChg chg="addSp delSp modSp mod">
        <pc:chgData name="CHAI ZHE QING" userId="fb2c253e-f6c1-4283-91d9-c43ca18f9255" providerId="ADAL" clId="{9C9A4AA5-EACC-48F6-960D-F30C3076EFE7}" dt="2026-10-29T07:02:57.930" v="873"/>
        <pc:sldMkLst>
          <pc:docMk/>
          <pc:sldMk cId="1938315181" sldId="411"/>
        </pc:sldMkLst>
        <pc:spChg chg="add mod">
          <ac:chgData name="CHAI ZHE QING" userId="fb2c253e-f6c1-4283-91d9-c43ca18f9255" providerId="ADAL" clId="{9C9A4AA5-EACC-48F6-960D-F30C3076EFE7}" dt="2026-10-29T07:02:57.930" v="873"/>
          <ac:spMkLst>
            <pc:docMk/>
            <pc:sldMk cId="1938315181" sldId="411"/>
            <ac:spMk id="9" creationId="{89C48ABF-F35D-81F0-CECE-D24A4891F646}"/>
          </ac:spMkLst>
        </pc:spChg>
        <pc:spChg chg="add del mod">
          <ac:chgData name="CHAI ZHE QING" userId="fb2c253e-f6c1-4283-91d9-c43ca18f9255" providerId="ADAL" clId="{9C9A4AA5-EACC-48F6-960D-F30C3076EFE7}" dt="2026-10-28T01:49:27.499" v="593" actId="478"/>
          <ac:spMkLst>
            <pc:docMk/>
            <pc:sldMk cId="1938315181" sldId="411"/>
            <ac:spMk id="11" creationId="{1D31389C-1034-6B36-82F7-443EC5C94AA8}"/>
          </ac:spMkLst>
        </pc:spChg>
        <pc:spChg chg="add">
          <ac:chgData name="CHAI ZHE QING" userId="fb2c253e-f6c1-4283-91d9-c43ca18f9255" providerId="ADAL" clId="{9C9A4AA5-EACC-48F6-960D-F30C3076EFE7}" dt="2026-10-28T01:57:53.268" v="649" actId="22"/>
          <ac:spMkLst>
            <pc:docMk/>
            <pc:sldMk cId="1938315181" sldId="411"/>
            <ac:spMk id="25" creationId="{E894B6A7-3842-B512-A5F6-D78DC1793F7E}"/>
          </ac:spMkLst>
        </pc:spChg>
        <pc:spChg chg="del mod">
          <ac:chgData name="CHAI ZHE QING" userId="fb2c253e-f6c1-4283-91d9-c43ca18f9255" providerId="ADAL" clId="{9C9A4AA5-EACC-48F6-960D-F30C3076EFE7}" dt="2026-10-28T01:49:17.396" v="590" actId="478"/>
          <ac:spMkLst>
            <pc:docMk/>
            <pc:sldMk cId="1938315181" sldId="411"/>
            <ac:spMk id="55" creationId="{00000000-0000-0000-0000-000000000000}"/>
          </ac:spMkLst>
        </pc:spChg>
        <pc:spChg chg="del mod">
          <ac:chgData name="CHAI ZHE QING" userId="fb2c253e-f6c1-4283-91d9-c43ca18f9255" providerId="ADAL" clId="{9C9A4AA5-EACC-48F6-960D-F30C3076EFE7}" dt="2026-10-28T01:57:52.923" v="648" actId="478"/>
          <ac:spMkLst>
            <pc:docMk/>
            <pc:sldMk cId="1938315181" sldId="411"/>
            <ac:spMk id="126" creationId="{6B94DA64-2F26-48B8-B391-A570D56B62C9}"/>
          </ac:spMkLst>
        </pc:spChg>
      </pc:sldChg>
      <pc:sldChg chg="mod ord modShow">
        <pc:chgData name="CHAI ZHE QING" userId="fb2c253e-f6c1-4283-91d9-c43ca18f9255" providerId="ADAL" clId="{9C9A4AA5-EACC-48F6-960D-F30C3076EFE7}" dt="2026-10-28T01:50:15.102" v="601"/>
        <pc:sldMkLst>
          <pc:docMk/>
          <pc:sldMk cId="861410121" sldId="2146849979"/>
        </pc:sldMkLst>
      </pc:sldChg>
      <pc:sldChg chg="addSp delSp modSp mod">
        <pc:chgData name="CHAI ZHE QING" userId="fb2c253e-f6c1-4283-91d9-c43ca18f9255" providerId="ADAL" clId="{9C9A4AA5-EACC-48F6-960D-F30C3076EFE7}" dt="2026-10-29T07:02:34.129" v="869"/>
        <pc:sldMkLst>
          <pc:docMk/>
          <pc:sldMk cId="804100549" sldId="2146849980"/>
        </pc:sldMkLst>
        <pc:spChg chg="add mod">
          <ac:chgData name="CHAI ZHE QING" userId="fb2c253e-f6c1-4283-91d9-c43ca18f9255" providerId="ADAL" clId="{9C9A4AA5-EACC-48F6-960D-F30C3076EFE7}" dt="2026-10-29T06:46:02.199" v="782" actId="14100"/>
          <ac:spMkLst>
            <pc:docMk/>
            <pc:sldMk cId="804100549" sldId="2146849980"/>
            <ac:spMk id="3" creationId="{7A4916CD-9959-3A51-2C5D-DA7851B0CFBD}"/>
          </ac:spMkLst>
        </pc:spChg>
        <pc:spChg chg="add del">
          <ac:chgData name="CHAI ZHE QING" userId="fb2c253e-f6c1-4283-91d9-c43ca18f9255" providerId="ADAL" clId="{9C9A4AA5-EACC-48F6-960D-F30C3076EFE7}" dt="2026-10-28T01:24:13.300" v="481" actId="22"/>
          <ac:spMkLst>
            <pc:docMk/>
            <pc:sldMk cId="804100549" sldId="2146849980"/>
            <ac:spMk id="3" creationId="{80990A9C-995B-563E-E192-2BD299AC6A3E}"/>
          </ac:spMkLst>
        </pc:spChg>
        <pc:spChg chg="add del mod">
          <ac:chgData name="CHAI ZHE QING" userId="fb2c253e-f6c1-4283-91d9-c43ca18f9255" providerId="ADAL" clId="{9C9A4AA5-EACC-48F6-960D-F30C3076EFE7}" dt="2026-10-28T02:14:51.741" v="686" actId="478"/>
          <ac:spMkLst>
            <pc:docMk/>
            <pc:sldMk cId="804100549" sldId="2146849980"/>
            <ac:spMk id="5" creationId="{5421424D-CDFF-6731-2E5F-BE6C6B6A6070}"/>
          </ac:spMkLst>
        </pc:spChg>
        <pc:spChg chg="add mod">
          <ac:chgData name="CHAI ZHE QING" userId="fb2c253e-f6c1-4283-91d9-c43ca18f9255" providerId="ADAL" clId="{9C9A4AA5-EACC-48F6-960D-F30C3076EFE7}" dt="2026-10-29T06:46:05.582" v="783" actId="1076"/>
          <ac:spMkLst>
            <pc:docMk/>
            <pc:sldMk cId="804100549" sldId="2146849980"/>
            <ac:spMk id="5" creationId="{8CE77394-FD44-3D32-140C-A2AAECA0C7F9}"/>
          </ac:spMkLst>
        </pc:spChg>
        <pc:spChg chg="add del mod">
          <ac:chgData name="CHAI ZHE QING" userId="fb2c253e-f6c1-4283-91d9-c43ca18f9255" providerId="ADAL" clId="{9C9A4AA5-EACC-48F6-960D-F30C3076EFE7}" dt="2026-10-28T01:24:30.003" v="487"/>
          <ac:spMkLst>
            <pc:docMk/>
            <pc:sldMk cId="804100549" sldId="2146849980"/>
            <ac:spMk id="6" creationId="{6C1EFDD9-C641-8049-3014-407FF80FE263}"/>
          </ac:spMkLst>
        </pc:spChg>
        <pc:spChg chg="add mod">
          <ac:chgData name="CHAI ZHE QING" userId="fb2c253e-f6c1-4283-91d9-c43ca18f9255" providerId="ADAL" clId="{9C9A4AA5-EACC-48F6-960D-F30C3076EFE7}" dt="2026-10-29T06:45:48.255" v="777" actId="14100"/>
          <ac:spMkLst>
            <pc:docMk/>
            <pc:sldMk cId="804100549" sldId="2146849980"/>
            <ac:spMk id="7" creationId="{2A86F57F-C80E-5ED1-7A74-E0C4C62E511C}"/>
          </ac:spMkLst>
        </pc:spChg>
        <pc:spChg chg="add del mod">
          <ac:chgData name="CHAI ZHE QING" userId="fb2c253e-f6c1-4283-91d9-c43ca18f9255" providerId="ADAL" clId="{9C9A4AA5-EACC-48F6-960D-F30C3076EFE7}" dt="2026-10-28T01:24:32.653" v="488" actId="478"/>
          <ac:spMkLst>
            <pc:docMk/>
            <pc:sldMk cId="804100549" sldId="2146849980"/>
            <ac:spMk id="8" creationId="{FD603784-78D3-E616-5820-263D1612B719}"/>
          </ac:spMkLst>
        </pc:spChg>
        <pc:spChg chg="add">
          <ac:chgData name="CHAI ZHE QING" userId="fb2c253e-f6c1-4283-91d9-c43ca18f9255" providerId="ADAL" clId="{9C9A4AA5-EACC-48F6-960D-F30C3076EFE7}" dt="2026-10-28T01:57:38.633" v="645" actId="22"/>
          <ac:spMkLst>
            <pc:docMk/>
            <pc:sldMk cId="804100549" sldId="2146849980"/>
            <ac:spMk id="10" creationId="{C1CDE497-6BD2-EB01-3986-6DC630BBBD24}"/>
          </ac:spMkLst>
        </pc:spChg>
        <pc:spChg chg="add del mod">
          <ac:chgData name="CHAI ZHE QING" userId="fb2c253e-f6c1-4283-91d9-c43ca18f9255" providerId="ADAL" clId="{9C9A4AA5-EACC-48F6-960D-F30C3076EFE7}" dt="2026-10-28T01:59:46.906" v="656"/>
          <ac:spMkLst>
            <pc:docMk/>
            <pc:sldMk cId="804100549" sldId="2146849980"/>
            <ac:spMk id="11" creationId="{D3402A69-AE5D-BD10-5DE7-3E9E9CF03A78}"/>
          </ac:spMkLst>
        </pc:spChg>
        <pc:spChg chg="add del mod">
          <ac:chgData name="CHAI ZHE QING" userId="fb2c253e-f6c1-4283-91d9-c43ca18f9255" providerId="ADAL" clId="{9C9A4AA5-EACC-48F6-960D-F30C3076EFE7}" dt="2026-10-28T01:59:48.813" v="659"/>
          <ac:spMkLst>
            <pc:docMk/>
            <pc:sldMk cId="804100549" sldId="2146849980"/>
            <ac:spMk id="12" creationId="{1234AEC7-56D7-A441-CE2F-BAD30EF4E090}"/>
          </ac:spMkLst>
        </pc:spChg>
        <pc:spChg chg="mod">
          <ac:chgData name="CHAI ZHE QING" userId="fb2c253e-f6c1-4283-91d9-c43ca18f9255" providerId="ADAL" clId="{9C9A4AA5-EACC-48F6-960D-F30C3076EFE7}" dt="2026-10-27T09:40:21.652" v="240" actId="20577"/>
          <ac:spMkLst>
            <pc:docMk/>
            <pc:sldMk cId="804100549" sldId="2146849980"/>
            <ac:spMk id="14" creationId="{20B5963C-D99A-3BB4-8AF3-CE76EBECC5AC}"/>
          </ac:spMkLst>
        </pc:spChg>
        <pc:spChg chg="mod">
          <ac:chgData name="CHAI ZHE QING" userId="fb2c253e-f6c1-4283-91d9-c43ca18f9255" providerId="ADAL" clId="{9C9A4AA5-EACC-48F6-960D-F30C3076EFE7}" dt="2026-10-28T01:24:48.063" v="489" actId="1076"/>
          <ac:spMkLst>
            <pc:docMk/>
            <pc:sldMk cId="804100549" sldId="2146849980"/>
            <ac:spMk id="20" creationId="{B9FA7913-30FB-B1FB-0476-57D9003991A5}"/>
          </ac:spMkLst>
        </pc:spChg>
        <pc:spChg chg="add del mod">
          <ac:chgData name="CHAI ZHE QING" userId="fb2c253e-f6c1-4283-91d9-c43ca18f9255" providerId="ADAL" clId="{9C9A4AA5-EACC-48F6-960D-F30C3076EFE7}" dt="2026-10-28T01:59:52.033" v="663"/>
          <ac:spMkLst>
            <pc:docMk/>
            <pc:sldMk cId="804100549" sldId="2146849980"/>
            <ac:spMk id="21" creationId="{605E10A6-E5D0-534E-5DA7-EA35FC0908F3}"/>
          </ac:spMkLst>
        </pc:spChg>
        <pc:spChg chg="del">
          <ac:chgData name="CHAI ZHE QING" userId="fb2c253e-f6c1-4283-91d9-c43ca18f9255" providerId="ADAL" clId="{9C9A4AA5-EACC-48F6-960D-F30C3076EFE7}" dt="2026-10-29T06:45:25.627" v="765" actId="478"/>
          <ac:spMkLst>
            <pc:docMk/>
            <pc:sldMk cId="804100549" sldId="2146849980"/>
            <ac:spMk id="22" creationId="{ED0732A1-B5F4-EDED-F17F-634B3FFD12EC}"/>
          </ac:spMkLst>
        </pc:spChg>
        <pc:spChg chg="add del mod">
          <ac:chgData name="CHAI ZHE QING" userId="fb2c253e-f6c1-4283-91d9-c43ca18f9255" providerId="ADAL" clId="{9C9A4AA5-EACC-48F6-960D-F30C3076EFE7}" dt="2026-10-28T02:14:27.013" v="680" actId="478"/>
          <ac:spMkLst>
            <pc:docMk/>
            <pc:sldMk cId="804100549" sldId="2146849980"/>
            <ac:spMk id="25" creationId="{E7A66623-E17B-C84D-F909-01FD6953DACC}"/>
          </ac:spMkLst>
        </pc:spChg>
        <pc:spChg chg="add del">
          <ac:chgData name="CHAI ZHE QING" userId="fb2c253e-f6c1-4283-91d9-c43ca18f9255" providerId="ADAL" clId="{9C9A4AA5-EACC-48F6-960D-F30C3076EFE7}" dt="2026-10-28T02:14:39.103" v="682" actId="22"/>
          <ac:spMkLst>
            <pc:docMk/>
            <pc:sldMk cId="804100549" sldId="2146849980"/>
            <ac:spMk id="27" creationId="{F94DE1BC-75F5-798F-36D5-1F633BEAB8CD}"/>
          </ac:spMkLst>
        </pc:spChg>
        <pc:spChg chg="add del mod">
          <ac:chgData name="CHAI ZHE QING" userId="fb2c253e-f6c1-4283-91d9-c43ca18f9255" providerId="ADAL" clId="{9C9A4AA5-EACC-48F6-960D-F30C3076EFE7}" dt="2026-10-28T02:18:35.804" v="741" actId="478"/>
          <ac:spMkLst>
            <pc:docMk/>
            <pc:sldMk cId="804100549" sldId="2146849980"/>
            <ac:spMk id="29" creationId="{1B43C164-B2B1-202F-76E3-1BCF64A5DF4E}"/>
          </ac:spMkLst>
        </pc:spChg>
        <pc:spChg chg="del">
          <ac:chgData name="CHAI ZHE QING" userId="fb2c253e-f6c1-4283-91d9-c43ca18f9255" providerId="ADAL" clId="{9C9A4AA5-EACC-48F6-960D-F30C3076EFE7}" dt="2026-10-29T07:01:46.661" v="845" actId="478"/>
          <ac:spMkLst>
            <pc:docMk/>
            <pc:sldMk cId="804100549" sldId="2146849980"/>
            <ac:spMk id="30" creationId="{B0867A80-DA97-6380-021E-06DDACA73D81}"/>
          </ac:spMkLst>
        </pc:spChg>
        <pc:spChg chg="add mod">
          <ac:chgData name="CHAI ZHE QING" userId="fb2c253e-f6c1-4283-91d9-c43ca18f9255" providerId="ADAL" clId="{9C9A4AA5-EACC-48F6-960D-F30C3076EFE7}" dt="2026-10-29T07:02:34.129" v="869"/>
          <ac:spMkLst>
            <pc:docMk/>
            <pc:sldMk cId="804100549" sldId="2146849980"/>
            <ac:spMk id="32" creationId="{E01FF8C8-447F-649A-236D-6C542FED2527}"/>
          </ac:spMkLst>
        </pc:spChg>
        <pc:spChg chg="del mod">
          <ac:chgData name="CHAI ZHE QING" userId="fb2c253e-f6c1-4283-91d9-c43ca18f9255" providerId="ADAL" clId="{9C9A4AA5-EACC-48F6-960D-F30C3076EFE7}" dt="2026-10-28T01:24:30.003" v="485" actId="478"/>
          <ac:spMkLst>
            <pc:docMk/>
            <pc:sldMk cId="804100549" sldId="2146849980"/>
            <ac:spMk id="55" creationId="{00000000-0000-0000-0000-000000000000}"/>
          </ac:spMkLst>
        </pc:spChg>
        <pc:spChg chg="del">
          <ac:chgData name="CHAI ZHE QING" userId="fb2c253e-f6c1-4283-91d9-c43ca18f9255" providerId="ADAL" clId="{9C9A4AA5-EACC-48F6-960D-F30C3076EFE7}" dt="2026-10-28T01:57:38.150" v="644" actId="478"/>
          <ac:spMkLst>
            <pc:docMk/>
            <pc:sldMk cId="804100549" sldId="2146849980"/>
            <ac:spMk id="126" creationId="{6B94DA64-2F26-48B8-B391-A570D56B62C9}"/>
          </ac:spMkLst>
        </pc:spChg>
        <pc:graphicFrameChg chg="del">
          <ac:chgData name="CHAI ZHE QING" userId="fb2c253e-f6c1-4283-91d9-c43ca18f9255" providerId="ADAL" clId="{9C9A4AA5-EACC-48F6-960D-F30C3076EFE7}" dt="2026-10-29T06:45:09.795" v="761" actId="478"/>
          <ac:graphicFrameMkLst>
            <pc:docMk/>
            <pc:sldMk cId="804100549" sldId="2146849980"/>
            <ac:graphicFrameMk id="16" creationId="{BB1D7AAA-5DED-C81B-0414-44CB7DA45756}"/>
          </ac:graphicFrameMkLst>
        </pc:graphicFrameChg>
        <pc:graphicFrameChg chg="del">
          <ac:chgData name="CHAI ZHE QING" userId="fb2c253e-f6c1-4283-91d9-c43ca18f9255" providerId="ADAL" clId="{9C9A4AA5-EACC-48F6-960D-F30C3076EFE7}" dt="2026-10-29T06:45:23.433" v="764" actId="478"/>
          <ac:graphicFrameMkLst>
            <pc:docMk/>
            <pc:sldMk cId="804100549" sldId="2146849980"/>
            <ac:graphicFrameMk id="17" creationId="{2684C6AD-4A2E-B63B-9658-96C59602C64C}"/>
          </ac:graphicFrameMkLst>
        </pc:graphicFrameChg>
        <pc:graphicFrameChg chg="del modGraphic">
          <ac:chgData name="CHAI ZHE QING" userId="fb2c253e-f6c1-4283-91d9-c43ca18f9255" providerId="ADAL" clId="{9C9A4AA5-EACC-48F6-960D-F30C3076EFE7}" dt="2026-10-29T06:45:12.655" v="762" actId="478"/>
          <ac:graphicFrameMkLst>
            <pc:docMk/>
            <pc:sldMk cId="804100549" sldId="2146849980"/>
            <ac:graphicFrameMk id="18" creationId="{8931004C-270D-B8CA-3FC3-351BBEBEFD9D}"/>
          </ac:graphicFrameMkLst>
        </pc:graphicFrameChg>
        <pc:graphicFrameChg chg="del">
          <ac:chgData name="CHAI ZHE QING" userId="fb2c253e-f6c1-4283-91d9-c43ca18f9255" providerId="ADAL" clId="{9C9A4AA5-EACC-48F6-960D-F30C3076EFE7}" dt="2026-10-29T06:45:19.857" v="763" actId="478"/>
          <ac:graphicFrameMkLst>
            <pc:docMk/>
            <pc:sldMk cId="804100549" sldId="2146849980"/>
            <ac:graphicFrameMk id="19" creationId="{78E05EE4-7BF2-AECA-3FD6-D9F4A4BF5B38}"/>
          </ac:graphicFrameMkLst>
        </pc:graphicFrameChg>
        <pc:graphicFrameChg chg="del">
          <ac:chgData name="CHAI ZHE QING" userId="fb2c253e-f6c1-4283-91d9-c43ca18f9255" providerId="ADAL" clId="{9C9A4AA5-EACC-48F6-960D-F30C3076EFE7}" dt="2026-10-29T07:01:44.530" v="844" actId="478"/>
          <ac:graphicFrameMkLst>
            <pc:docMk/>
            <pc:sldMk cId="804100549" sldId="2146849980"/>
            <ac:graphicFrameMk id="24" creationId="{7E4F067A-2D8F-98D5-3CFF-D186E62E7CDC}"/>
          </ac:graphicFrameMkLst>
        </pc:graphicFrameChg>
      </pc:sldChg>
      <pc:sldChg chg="mod ord modShow">
        <pc:chgData name="CHAI ZHE QING" userId="fb2c253e-f6c1-4283-91d9-c43ca18f9255" providerId="ADAL" clId="{9C9A4AA5-EACC-48F6-960D-F30C3076EFE7}" dt="2026-10-28T01:28:40.390" v="515"/>
        <pc:sldMkLst>
          <pc:docMk/>
          <pc:sldMk cId="302826247" sldId="2147474598"/>
        </pc:sldMkLst>
      </pc:sldChg>
      <pc:sldChg chg="mod ord modShow">
        <pc:chgData name="CHAI ZHE QING" userId="fb2c253e-f6c1-4283-91d9-c43ca18f9255" providerId="ADAL" clId="{9C9A4AA5-EACC-48F6-960D-F30C3076EFE7}" dt="2026-10-28T01:28:40.390" v="515"/>
        <pc:sldMkLst>
          <pc:docMk/>
          <pc:sldMk cId="2334843977" sldId="2147479249"/>
        </pc:sldMkLst>
      </pc:sldChg>
      <pc:sldChg chg="addSp delSp modSp mod">
        <pc:chgData name="CHAI ZHE QING" userId="fb2c253e-f6c1-4283-91d9-c43ca18f9255" providerId="ADAL" clId="{9C9A4AA5-EACC-48F6-960D-F30C3076EFE7}" dt="2026-10-29T06:59:47.429" v="834"/>
        <pc:sldMkLst>
          <pc:docMk/>
          <pc:sldMk cId="1235040404" sldId="2147480291"/>
        </pc:sldMkLst>
        <pc:spChg chg="add del mod">
          <ac:chgData name="CHAI ZHE QING" userId="fb2c253e-f6c1-4283-91d9-c43ca18f9255" providerId="ADAL" clId="{9C9A4AA5-EACC-48F6-960D-F30C3076EFE7}" dt="2026-10-29T06:59:46.375" v="831"/>
          <ac:spMkLst>
            <pc:docMk/>
            <pc:sldMk cId="1235040404" sldId="2147480291"/>
            <ac:spMk id="3" creationId="{03315409-BE64-8914-6D7C-BB4433430B27}"/>
          </ac:spMkLst>
        </pc:spChg>
        <pc:spChg chg="add del mod">
          <ac:chgData name="CHAI ZHE QING" userId="fb2c253e-f6c1-4283-91d9-c43ca18f9255" providerId="ADAL" clId="{9C9A4AA5-EACC-48F6-960D-F30C3076EFE7}" dt="2026-10-29T06:59:47.429" v="834"/>
          <ac:spMkLst>
            <pc:docMk/>
            <pc:sldMk cId="1235040404" sldId="2147480291"/>
            <ac:spMk id="5" creationId="{62099147-3306-361D-84B2-6326C340F6C8}"/>
          </ac:spMkLst>
        </pc:spChg>
      </pc:sldChg>
      <pc:sldChg chg="delSp modSp mod">
        <pc:chgData name="CHAI ZHE QING" userId="fb2c253e-f6c1-4283-91d9-c43ca18f9255" providerId="ADAL" clId="{9C9A4AA5-EACC-48F6-960D-F30C3076EFE7}" dt="2026-10-29T06:44:32.567" v="749" actId="2164"/>
        <pc:sldMkLst>
          <pc:docMk/>
          <pc:sldMk cId="842930957" sldId="2147480295"/>
        </pc:sldMkLst>
        <pc:spChg chg="mod">
          <ac:chgData name="CHAI ZHE QING" userId="fb2c253e-f6c1-4283-91d9-c43ca18f9255" providerId="ADAL" clId="{9C9A4AA5-EACC-48F6-960D-F30C3076EFE7}" dt="2026-10-28T01:10:37.902" v="333" actId="1076"/>
          <ac:spMkLst>
            <pc:docMk/>
            <pc:sldMk cId="842930957" sldId="2147480295"/>
            <ac:spMk id="4" creationId="{D1B16563-DD3E-1551-EAD3-4683472869AB}"/>
          </ac:spMkLst>
        </pc:spChg>
        <pc:spChg chg="mod">
          <ac:chgData name="CHAI ZHE QING" userId="fb2c253e-f6c1-4283-91d9-c43ca18f9255" providerId="ADAL" clId="{9C9A4AA5-EACC-48F6-960D-F30C3076EFE7}" dt="2026-10-28T01:14:20.571" v="365" actId="20577"/>
          <ac:spMkLst>
            <pc:docMk/>
            <pc:sldMk cId="842930957" sldId="2147480295"/>
            <ac:spMk id="5" creationId="{4C668B00-2AC3-63FC-9D92-87D57F4646C7}"/>
          </ac:spMkLst>
        </pc:spChg>
        <pc:graphicFrameChg chg="mod modGraphic">
          <ac:chgData name="CHAI ZHE QING" userId="fb2c253e-f6c1-4283-91d9-c43ca18f9255" providerId="ADAL" clId="{9C9A4AA5-EACC-48F6-960D-F30C3076EFE7}" dt="2026-10-29T06:44:32.567" v="749" actId="2164"/>
          <ac:graphicFrameMkLst>
            <pc:docMk/>
            <pc:sldMk cId="842930957" sldId="2147480295"/>
            <ac:graphicFrameMk id="2" creationId="{54D755E8-049C-EC38-0D45-BCF0B223386B}"/>
          </ac:graphicFrameMkLst>
        </pc:graphicFrameChg>
      </pc:sldChg>
      <pc:sldChg chg="addSp delSp modSp mod">
        <pc:chgData name="CHAI ZHE QING" userId="fb2c253e-f6c1-4283-91d9-c43ca18f9255" providerId="ADAL" clId="{9C9A4AA5-EACC-48F6-960D-F30C3076EFE7}" dt="2026-10-29T07:02:14.382" v="866" actId="20577"/>
        <pc:sldMkLst>
          <pc:docMk/>
          <pc:sldMk cId="1734031167" sldId="2147480298"/>
        </pc:sldMkLst>
        <pc:spChg chg="add del mod">
          <ac:chgData name="CHAI ZHE QING" userId="fb2c253e-f6c1-4283-91d9-c43ca18f9255" providerId="ADAL" clId="{9C9A4AA5-EACC-48F6-960D-F30C3076EFE7}" dt="2026-10-29T07:00:40.773" v="839"/>
          <ac:spMkLst>
            <pc:docMk/>
            <pc:sldMk cId="1734031167" sldId="2147480298"/>
            <ac:spMk id="2" creationId="{16E0D8F3-9053-33AE-DB0B-3BA11DC3386E}"/>
          </ac:spMkLst>
        </pc:spChg>
        <pc:spChg chg="mod">
          <ac:chgData name="CHAI ZHE QING" userId="fb2c253e-f6c1-4283-91d9-c43ca18f9255" providerId="ADAL" clId="{9C9A4AA5-EACC-48F6-960D-F30C3076EFE7}" dt="2026-10-29T07:02:14.382" v="866" actId="20577"/>
          <ac:spMkLst>
            <pc:docMk/>
            <pc:sldMk cId="1734031167" sldId="2147480298"/>
            <ac:spMk id="4" creationId="{10949AF4-56FF-DCBB-8B5E-0E1581BDDD42}"/>
          </ac:spMkLst>
        </pc:spChg>
        <pc:spChg chg="mod">
          <ac:chgData name="CHAI ZHE QING" userId="fb2c253e-f6c1-4283-91d9-c43ca18f9255" providerId="ADAL" clId="{9C9A4AA5-EACC-48F6-960D-F30C3076EFE7}" dt="2026-10-28T01:58:55.024" v="653" actId="1076"/>
          <ac:spMkLst>
            <pc:docMk/>
            <pc:sldMk cId="1734031167" sldId="2147480298"/>
            <ac:spMk id="5" creationId="{F0AD6670-D101-AECC-D081-FD943813CFE6}"/>
          </ac:spMkLst>
        </pc:spChg>
        <pc:spChg chg="mod">
          <ac:chgData name="CHAI ZHE QING" userId="fb2c253e-f6c1-4283-91d9-c43ca18f9255" providerId="ADAL" clId="{9C9A4AA5-EACC-48F6-960D-F30C3076EFE7}" dt="2026-10-28T01:05:45.441" v="287" actId="20577"/>
          <ac:spMkLst>
            <pc:docMk/>
            <pc:sldMk cId="1734031167" sldId="2147480298"/>
            <ac:spMk id="20" creationId="{5629B4C1-7760-F709-0C8F-7A6FE2D2C664}"/>
          </ac:spMkLst>
        </pc:spChg>
        <pc:spChg chg="mod">
          <ac:chgData name="CHAI ZHE QING" userId="fb2c253e-f6c1-4283-91d9-c43ca18f9255" providerId="ADAL" clId="{9C9A4AA5-EACC-48F6-960D-F30C3076EFE7}" dt="2026-10-28T01:05:49.869" v="290" actId="20577"/>
          <ac:spMkLst>
            <pc:docMk/>
            <pc:sldMk cId="1734031167" sldId="2147480298"/>
            <ac:spMk id="23" creationId="{AFA494E1-CEBE-1FAB-2453-5081F1E772BC}"/>
          </ac:spMkLst>
        </pc:spChg>
      </pc:sldChg>
      <pc:sldChg chg="modSp mod ord modShow">
        <pc:chgData name="CHAI ZHE QING" userId="fb2c253e-f6c1-4283-91d9-c43ca18f9255" providerId="ADAL" clId="{9C9A4AA5-EACC-48F6-960D-F30C3076EFE7}" dt="2026-10-28T01:28:40.390" v="515"/>
        <pc:sldMkLst>
          <pc:docMk/>
          <pc:sldMk cId="629021576" sldId="2147481904"/>
        </pc:sldMkLst>
        <pc:spChg chg="mod">
          <ac:chgData name="CHAI ZHE QING" userId="fb2c253e-f6c1-4283-91d9-c43ca18f9255" providerId="ADAL" clId="{9C9A4AA5-EACC-48F6-960D-F30C3076EFE7}" dt="2026-10-27T08:53:34.484" v="192" actId="2710"/>
          <ac:spMkLst>
            <pc:docMk/>
            <pc:sldMk cId="629021576" sldId="2147481904"/>
            <ac:spMk id="3" creationId="{EC300DA3-7079-AE16-92CC-893257925884}"/>
          </ac:spMkLst>
        </pc:spChg>
      </pc:sldChg>
      <pc:sldChg chg="modSp mod ord modShow">
        <pc:chgData name="CHAI ZHE QING" userId="fb2c253e-f6c1-4283-91d9-c43ca18f9255" providerId="ADAL" clId="{9C9A4AA5-EACC-48F6-960D-F30C3076EFE7}" dt="2026-10-28T01:28:40.390" v="515"/>
        <pc:sldMkLst>
          <pc:docMk/>
          <pc:sldMk cId="2613784270" sldId="2147481995"/>
        </pc:sldMkLst>
        <pc:spChg chg="mod">
          <ac:chgData name="CHAI ZHE QING" userId="fb2c253e-f6c1-4283-91d9-c43ca18f9255" providerId="ADAL" clId="{9C9A4AA5-EACC-48F6-960D-F30C3076EFE7}" dt="2026-10-27T08:54:00.534" v="198" actId="2711"/>
          <ac:spMkLst>
            <pc:docMk/>
            <pc:sldMk cId="2613784270" sldId="2147481995"/>
            <ac:spMk id="3" creationId="{A5C1B2BC-A5FE-FA6A-5DA0-8DA694E97DEF}"/>
          </ac:spMkLst>
        </pc:spChg>
        <pc:graphicFrameChg chg="modGraphic">
          <ac:chgData name="CHAI ZHE QING" userId="fb2c253e-f6c1-4283-91d9-c43ca18f9255" providerId="ADAL" clId="{9C9A4AA5-EACC-48F6-960D-F30C3076EFE7}" dt="2026-10-27T08:53:52.813" v="196" actId="14734"/>
          <ac:graphicFrameMkLst>
            <pc:docMk/>
            <pc:sldMk cId="2613784270" sldId="2147481995"/>
            <ac:graphicFrameMk id="5" creationId="{B095F94C-89C2-00F5-3907-4C55D9284560}"/>
          </ac:graphicFrameMkLst>
        </pc:graphicFrameChg>
      </pc:sldChg>
      <pc:sldChg chg="addSp delSp modSp mod">
        <pc:chgData name="CHAI ZHE QING" userId="fb2c253e-f6c1-4283-91d9-c43ca18f9255" providerId="ADAL" clId="{9C9A4AA5-EACC-48F6-960D-F30C3076EFE7}" dt="2026-10-28T02:02:25.015" v="675"/>
        <pc:sldMkLst>
          <pc:docMk/>
          <pc:sldMk cId="2077280540" sldId="2147482004"/>
        </pc:sldMkLst>
        <pc:spChg chg="del mod">
          <ac:chgData name="CHAI ZHE QING" userId="fb2c253e-f6c1-4283-91d9-c43ca18f9255" providerId="ADAL" clId="{9C9A4AA5-EACC-48F6-960D-F30C3076EFE7}" dt="2026-10-28T01:55:05.752" v="632" actId="478"/>
          <ac:spMkLst>
            <pc:docMk/>
            <pc:sldMk cId="2077280540" sldId="2147482004"/>
            <ac:spMk id="2" creationId="{9C7BD530-A435-DA3D-098B-D9E9FBB6B4BE}"/>
          </ac:spMkLst>
        </pc:spChg>
        <pc:spChg chg="del mod">
          <ac:chgData name="CHAI ZHE QING" userId="fb2c253e-f6c1-4283-91d9-c43ca18f9255" providerId="ADAL" clId="{9C9A4AA5-EACC-48F6-960D-F30C3076EFE7}" dt="2026-10-28T01:46:08.845" v="528" actId="478"/>
          <ac:spMkLst>
            <pc:docMk/>
            <pc:sldMk cId="2077280540" sldId="2147482004"/>
            <ac:spMk id="3" creationId="{556B8CCE-462B-3A98-B537-A721798BD36D}"/>
          </ac:spMkLst>
        </pc:spChg>
        <pc:spChg chg="add del mod">
          <ac:chgData name="CHAI ZHE QING" userId="fb2c253e-f6c1-4283-91d9-c43ca18f9255" providerId="ADAL" clId="{9C9A4AA5-EACC-48F6-960D-F30C3076EFE7}" dt="2026-10-28T02:02:25.015" v="675"/>
          <ac:spMkLst>
            <pc:docMk/>
            <pc:sldMk cId="2077280540" sldId="2147482004"/>
            <ac:spMk id="8" creationId="{7562EE76-4C95-88DC-A540-A3946080C698}"/>
          </ac:spMkLst>
        </pc:spChg>
        <pc:spChg chg="add del mod">
          <ac:chgData name="CHAI ZHE QING" userId="fb2c253e-f6c1-4283-91d9-c43ca18f9255" providerId="ADAL" clId="{9C9A4AA5-EACC-48F6-960D-F30C3076EFE7}" dt="2026-10-28T01:46:17.143" v="531" actId="478"/>
          <ac:spMkLst>
            <pc:docMk/>
            <pc:sldMk cId="2077280540" sldId="2147482004"/>
            <ac:spMk id="10" creationId="{27E2C563-159B-B51B-9C1D-F5FF16956CC4}"/>
          </ac:spMkLst>
        </pc:spChg>
        <pc:spChg chg="add">
          <ac:chgData name="CHAI ZHE QING" userId="fb2c253e-f6c1-4283-91d9-c43ca18f9255" providerId="ADAL" clId="{9C9A4AA5-EACC-48F6-960D-F30C3076EFE7}" dt="2026-10-28T01:52:47.361" v="602" actId="22"/>
          <ac:spMkLst>
            <pc:docMk/>
            <pc:sldMk cId="2077280540" sldId="2147482004"/>
            <ac:spMk id="12" creationId="{1E0859B1-AF38-7188-344D-0D7E0769633C}"/>
          </ac:spMkLst>
        </pc:spChg>
        <pc:spChg chg="add mod">
          <ac:chgData name="CHAI ZHE QING" userId="fb2c253e-f6c1-4283-91d9-c43ca18f9255" providerId="ADAL" clId="{9C9A4AA5-EACC-48F6-960D-F30C3076EFE7}" dt="2026-10-28T01:55:03.390" v="631" actId="20577"/>
          <ac:spMkLst>
            <pc:docMk/>
            <pc:sldMk cId="2077280540" sldId="2147482004"/>
            <ac:spMk id="14" creationId="{E2F4368D-5EEB-1ED8-7105-4FC38FA9700F}"/>
          </ac:spMkLst>
        </pc:spChg>
        <pc:spChg chg="add del mod">
          <ac:chgData name="CHAI ZHE QING" userId="fb2c253e-f6c1-4283-91d9-c43ca18f9255" providerId="ADAL" clId="{9C9A4AA5-EACC-48F6-960D-F30C3076EFE7}" dt="2026-10-28T01:55:13.858" v="633" actId="478"/>
          <ac:spMkLst>
            <pc:docMk/>
            <pc:sldMk cId="2077280540" sldId="2147482004"/>
            <ac:spMk id="16" creationId="{40F2AEB3-5569-F0CE-40A8-F9466C1BE459}"/>
          </ac:spMkLst>
        </pc:spChg>
        <pc:graphicFrameChg chg="modGraphic">
          <ac:chgData name="CHAI ZHE QING" userId="fb2c253e-f6c1-4283-91d9-c43ca18f9255" providerId="ADAL" clId="{9C9A4AA5-EACC-48F6-960D-F30C3076EFE7}" dt="2026-10-28T01:55:54.978" v="640" actId="122"/>
          <ac:graphicFrameMkLst>
            <pc:docMk/>
            <pc:sldMk cId="2077280540" sldId="2147482004"/>
            <ac:graphicFrameMk id="4" creationId="{ADFE1A5D-C3B1-6E66-91E5-2FF192A507E7}"/>
          </ac:graphicFrameMkLst>
        </pc:graphicFrameChg>
      </pc:sldChg>
      <pc:sldChg chg="addSp delSp modSp mod ord modShow">
        <pc:chgData name="CHAI ZHE QING" userId="fb2c253e-f6c1-4283-91d9-c43ca18f9255" providerId="ADAL" clId="{9C9A4AA5-EACC-48F6-960D-F30C3076EFE7}" dt="2026-10-28T01:50:15.102" v="601"/>
        <pc:sldMkLst>
          <pc:docMk/>
          <pc:sldMk cId="886841332" sldId="2147482013"/>
        </pc:sldMkLst>
        <pc:spChg chg="del">
          <ac:chgData name="CHAI ZHE QING" userId="fb2c253e-f6c1-4283-91d9-c43ca18f9255" providerId="ADAL" clId="{9C9A4AA5-EACC-48F6-960D-F30C3076EFE7}" dt="2026-10-28T01:48:20.536" v="558" actId="478"/>
          <ac:spMkLst>
            <pc:docMk/>
            <pc:sldMk cId="886841332" sldId="2147482013"/>
            <ac:spMk id="6" creationId="{1145A147-FB0E-573C-FB58-C4874B1B97FF}"/>
          </ac:spMkLst>
        </pc:spChg>
        <pc:spChg chg="add del">
          <ac:chgData name="CHAI ZHE QING" userId="fb2c253e-f6c1-4283-91d9-c43ca18f9255" providerId="ADAL" clId="{9C9A4AA5-EACC-48F6-960D-F30C3076EFE7}" dt="2026-10-28T01:48:22.040" v="560" actId="22"/>
          <ac:spMkLst>
            <pc:docMk/>
            <pc:sldMk cId="886841332" sldId="2147482013"/>
            <ac:spMk id="7" creationId="{4C04FEDC-AA8B-4DC0-8D2D-FECE6FADBB18}"/>
          </ac:spMkLst>
        </pc:spChg>
        <pc:spChg chg="del mod">
          <ac:chgData name="CHAI ZHE QING" userId="fb2c253e-f6c1-4283-91d9-c43ca18f9255" providerId="ADAL" clId="{9C9A4AA5-EACC-48F6-960D-F30C3076EFE7}" dt="2026-10-28T01:48:34.296" v="564" actId="478"/>
          <ac:spMkLst>
            <pc:docMk/>
            <pc:sldMk cId="886841332" sldId="2147482013"/>
            <ac:spMk id="9" creationId="{BEB1022B-05A2-A002-F880-CAC633016DAC}"/>
          </ac:spMkLst>
        </pc:spChg>
        <pc:spChg chg="add mod">
          <ac:chgData name="CHAI ZHE QING" userId="fb2c253e-f6c1-4283-91d9-c43ca18f9255" providerId="ADAL" clId="{9C9A4AA5-EACC-48F6-960D-F30C3076EFE7}" dt="2026-10-28T01:48:43.258" v="584" actId="20577"/>
          <ac:spMkLst>
            <pc:docMk/>
            <pc:sldMk cId="886841332" sldId="2147482013"/>
            <ac:spMk id="11" creationId="{C7E058E2-C3FC-96EF-2E9E-FC4C28B521BF}"/>
          </ac:spMkLst>
        </pc:spChg>
        <pc:spChg chg="add">
          <ac:chgData name="CHAI ZHE QING" userId="fb2c253e-f6c1-4283-91d9-c43ca18f9255" providerId="ADAL" clId="{9C9A4AA5-EACC-48F6-960D-F30C3076EFE7}" dt="2026-10-28T01:48:26.314" v="561" actId="22"/>
          <ac:spMkLst>
            <pc:docMk/>
            <pc:sldMk cId="886841332" sldId="2147482013"/>
            <ac:spMk id="13" creationId="{2FCEBFC8-C06B-ECC1-E7CC-4CAE734801E2}"/>
          </ac:spMkLst>
        </pc:spChg>
      </pc:sldChg>
      <pc:sldChg chg="mod ord modShow">
        <pc:chgData name="CHAI ZHE QING" userId="fb2c253e-f6c1-4283-91d9-c43ca18f9255" providerId="ADAL" clId="{9C9A4AA5-EACC-48F6-960D-F30C3076EFE7}" dt="2026-10-28T01:28:40.390" v="515"/>
        <pc:sldMkLst>
          <pc:docMk/>
          <pc:sldMk cId="77413450" sldId="2147482024"/>
        </pc:sldMkLst>
      </pc:sldChg>
      <pc:sldChg chg="modSp mod ord modShow">
        <pc:chgData name="CHAI ZHE QING" userId="fb2c253e-f6c1-4283-91d9-c43ca18f9255" providerId="ADAL" clId="{9C9A4AA5-EACC-48F6-960D-F30C3076EFE7}" dt="2026-10-28T01:28:40.390" v="515"/>
        <pc:sldMkLst>
          <pc:docMk/>
          <pc:sldMk cId="1429331794" sldId="2147482031"/>
        </pc:sldMkLst>
        <pc:graphicFrameChg chg="mod modGraphic">
          <ac:chgData name="CHAI ZHE QING" userId="fb2c253e-f6c1-4283-91d9-c43ca18f9255" providerId="ADAL" clId="{9C9A4AA5-EACC-48F6-960D-F30C3076EFE7}" dt="2026-10-27T09:44:08.188" v="248" actId="948"/>
          <ac:graphicFrameMkLst>
            <pc:docMk/>
            <pc:sldMk cId="1429331794" sldId="2147482031"/>
            <ac:graphicFrameMk id="7" creationId="{8A40E4DF-B98A-A3BD-30A0-D66CF11F3ADA}"/>
          </ac:graphicFrameMkLst>
        </pc:graphicFrameChg>
      </pc:sldChg>
      <pc:sldChg chg="modSp mod ord modShow">
        <pc:chgData name="CHAI ZHE QING" userId="fb2c253e-f6c1-4283-91d9-c43ca18f9255" providerId="ADAL" clId="{9C9A4AA5-EACC-48F6-960D-F30C3076EFE7}" dt="2026-10-28T01:54:19.371" v="613"/>
        <pc:sldMkLst>
          <pc:docMk/>
          <pc:sldMk cId="3231509306" sldId="2147482041"/>
        </pc:sldMkLst>
        <pc:spChg chg="mod">
          <ac:chgData name="CHAI ZHE QING" userId="fb2c253e-f6c1-4283-91d9-c43ca18f9255" providerId="ADAL" clId="{9C9A4AA5-EACC-48F6-960D-F30C3076EFE7}" dt="2026-10-28T01:11:30.694" v="339" actId="1076"/>
          <ac:spMkLst>
            <pc:docMk/>
            <pc:sldMk cId="3231509306" sldId="2147482041"/>
            <ac:spMk id="2" creationId="{168ABA3C-F9AA-1E82-9B7E-80AF2DB80262}"/>
          </ac:spMkLst>
        </pc:spChg>
        <pc:graphicFrameChg chg="mod modGraphic">
          <ac:chgData name="CHAI ZHE QING" userId="fb2c253e-f6c1-4283-91d9-c43ca18f9255" providerId="ADAL" clId="{9C9A4AA5-EACC-48F6-960D-F30C3076EFE7}" dt="2026-10-27T05:37:18.857" v="28" actId="6549"/>
          <ac:graphicFrameMkLst>
            <pc:docMk/>
            <pc:sldMk cId="3231509306" sldId="2147482041"/>
            <ac:graphicFrameMk id="4" creationId="{A34B374F-2F06-8F52-A4A1-C6EC1CBC10B6}"/>
          </ac:graphicFrameMkLst>
        </pc:graphicFrameChg>
      </pc:sldChg>
      <pc:sldChg chg="addSp delSp modSp mod">
        <pc:chgData name="CHAI ZHE QING" userId="fb2c253e-f6c1-4283-91d9-c43ca18f9255" providerId="ADAL" clId="{9C9A4AA5-EACC-48F6-960D-F30C3076EFE7}" dt="2026-10-29T07:03:01.841" v="874"/>
        <pc:sldMkLst>
          <pc:docMk/>
          <pc:sldMk cId="1037849305" sldId="2147482043"/>
        </pc:sldMkLst>
        <pc:spChg chg="mod">
          <ac:chgData name="CHAI ZHE QING" userId="fb2c253e-f6c1-4283-91d9-c43ca18f9255" providerId="ADAL" clId="{9C9A4AA5-EACC-48F6-960D-F30C3076EFE7}" dt="2026-10-29T06:48:58.509" v="798" actId="1076"/>
          <ac:spMkLst>
            <pc:docMk/>
            <pc:sldMk cId="1037849305" sldId="2147482043"/>
            <ac:spMk id="2" creationId="{49264576-17EB-BB09-1C96-9028D8B8058F}"/>
          </ac:spMkLst>
        </pc:spChg>
        <pc:spChg chg="mod">
          <ac:chgData name="CHAI ZHE QING" userId="fb2c253e-f6c1-4283-91d9-c43ca18f9255" providerId="ADAL" clId="{9C9A4AA5-EACC-48F6-960D-F30C3076EFE7}" dt="2026-10-29T06:48:58.509" v="798" actId="1076"/>
          <ac:spMkLst>
            <pc:docMk/>
            <pc:sldMk cId="1037849305" sldId="2147482043"/>
            <ac:spMk id="5" creationId="{C098A724-A666-28DE-8D54-6CBF3FDA02F4}"/>
          </ac:spMkLst>
        </pc:spChg>
        <pc:spChg chg="mod">
          <ac:chgData name="CHAI ZHE QING" userId="fb2c253e-f6c1-4283-91d9-c43ca18f9255" providerId="ADAL" clId="{9C9A4AA5-EACC-48F6-960D-F30C3076EFE7}" dt="2026-10-29T06:48:58.509" v="798" actId="1076"/>
          <ac:spMkLst>
            <pc:docMk/>
            <pc:sldMk cId="1037849305" sldId="2147482043"/>
            <ac:spMk id="6" creationId="{89E5DCE9-9E4F-4C28-4C8A-C6E00A5F87F8}"/>
          </ac:spMkLst>
        </pc:spChg>
        <pc:spChg chg="mod">
          <ac:chgData name="CHAI ZHE QING" userId="fb2c253e-f6c1-4283-91d9-c43ca18f9255" providerId="ADAL" clId="{9C9A4AA5-EACC-48F6-960D-F30C3076EFE7}" dt="2026-10-29T06:49:06.143" v="799" actId="1076"/>
          <ac:spMkLst>
            <pc:docMk/>
            <pc:sldMk cId="1037849305" sldId="2147482043"/>
            <ac:spMk id="7" creationId="{878EAED0-96FE-0BF3-1AD9-DA8AF931BD06}"/>
          </ac:spMkLst>
        </pc:spChg>
        <pc:spChg chg="add mod">
          <ac:chgData name="CHAI ZHE QING" userId="fb2c253e-f6c1-4283-91d9-c43ca18f9255" providerId="ADAL" clId="{9C9A4AA5-EACC-48F6-960D-F30C3076EFE7}" dt="2026-10-29T07:03:01.841" v="874"/>
          <ac:spMkLst>
            <pc:docMk/>
            <pc:sldMk cId="1037849305" sldId="2147482043"/>
            <ac:spMk id="8" creationId="{6BAE3448-5E4F-7807-60E1-D8623FD6689C}"/>
          </ac:spMkLst>
        </pc:spChg>
        <pc:spChg chg="mod">
          <ac:chgData name="CHAI ZHE QING" userId="fb2c253e-f6c1-4283-91d9-c43ca18f9255" providerId="ADAL" clId="{9C9A4AA5-EACC-48F6-960D-F30C3076EFE7}" dt="2026-10-29T06:51:02.430" v="819" actId="14100"/>
          <ac:spMkLst>
            <pc:docMk/>
            <pc:sldMk cId="1037849305" sldId="2147482043"/>
            <ac:spMk id="9" creationId="{E9A68D2D-F34C-6CE5-B80C-E32B282A8775}"/>
          </ac:spMkLst>
        </pc:spChg>
        <pc:spChg chg="mod">
          <ac:chgData name="CHAI ZHE QING" userId="fb2c253e-f6c1-4283-91d9-c43ca18f9255" providerId="ADAL" clId="{9C9A4AA5-EACC-48F6-960D-F30C3076EFE7}" dt="2026-10-29T06:50:45.186" v="816" actId="14100"/>
          <ac:spMkLst>
            <pc:docMk/>
            <pc:sldMk cId="1037849305" sldId="2147482043"/>
            <ac:spMk id="11" creationId="{4B95A893-D182-C6A5-D981-76CC79E66093}"/>
          </ac:spMkLst>
        </pc:spChg>
        <pc:spChg chg="add del mod">
          <ac:chgData name="CHAI ZHE QING" userId="fb2c253e-f6c1-4283-91d9-c43ca18f9255" providerId="ADAL" clId="{9C9A4AA5-EACC-48F6-960D-F30C3076EFE7}" dt="2026-10-28T01:49:53.620" v="599" actId="478"/>
          <ac:spMkLst>
            <pc:docMk/>
            <pc:sldMk cId="1037849305" sldId="2147482043"/>
            <ac:spMk id="16" creationId="{52BD4137-C1F2-6827-94F7-32745F583ECB}"/>
          </ac:spMkLst>
        </pc:spChg>
        <pc:spChg chg="mod">
          <ac:chgData name="CHAI ZHE QING" userId="fb2c253e-f6c1-4283-91d9-c43ca18f9255" providerId="ADAL" clId="{9C9A4AA5-EACC-48F6-960D-F30C3076EFE7}" dt="2026-10-29T06:51:56.271" v="826" actId="14100"/>
          <ac:spMkLst>
            <pc:docMk/>
            <pc:sldMk cId="1037849305" sldId="2147482043"/>
            <ac:spMk id="17" creationId="{D3AB5600-A1AD-DFE1-39B2-A9D967BCF740}"/>
          </ac:spMkLst>
        </pc:spChg>
        <pc:spChg chg="mod">
          <ac:chgData name="CHAI ZHE QING" userId="fb2c253e-f6c1-4283-91d9-c43ca18f9255" providerId="ADAL" clId="{9C9A4AA5-EACC-48F6-960D-F30C3076EFE7}" dt="2026-10-29T06:52:00.856" v="827" actId="14100"/>
          <ac:spMkLst>
            <pc:docMk/>
            <pc:sldMk cId="1037849305" sldId="2147482043"/>
            <ac:spMk id="18" creationId="{CA87152F-7788-9DEE-D031-FEC4FB5D3F50}"/>
          </ac:spMkLst>
        </pc:spChg>
        <pc:spChg chg="add">
          <ac:chgData name="CHAI ZHE QING" userId="fb2c253e-f6c1-4283-91d9-c43ca18f9255" providerId="ADAL" clId="{9C9A4AA5-EACC-48F6-960D-F30C3076EFE7}" dt="2026-10-28T01:57:56.913" v="651" actId="22"/>
          <ac:spMkLst>
            <pc:docMk/>
            <pc:sldMk cId="1037849305" sldId="2147482043"/>
            <ac:spMk id="20" creationId="{A79E5D12-0745-A4F6-12F6-F4ACABE9072A}"/>
          </ac:spMkLst>
        </pc:spChg>
        <pc:spChg chg="mod">
          <ac:chgData name="CHAI ZHE QING" userId="fb2c253e-f6c1-4283-91d9-c43ca18f9255" providerId="ADAL" clId="{9C9A4AA5-EACC-48F6-960D-F30C3076EFE7}" dt="2026-10-29T06:49:25.728" v="800" actId="1076"/>
          <ac:spMkLst>
            <pc:docMk/>
            <pc:sldMk cId="1037849305" sldId="2147482043"/>
            <ac:spMk id="21" creationId="{9F2A83B9-9689-BB1D-BC90-FF68C0F2F345}"/>
          </ac:spMkLst>
        </pc:spChg>
        <pc:spChg chg="mod">
          <ac:chgData name="CHAI ZHE QING" userId="fb2c253e-f6c1-4283-91d9-c43ca18f9255" providerId="ADAL" clId="{9C9A4AA5-EACC-48F6-960D-F30C3076EFE7}" dt="2026-10-29T06:51:07.070" v="820" actId="14100"/>
          <ac:spMkLst>
            <pc:docMk/>
            <pc:sldMk cId="1037849305" sldId="2147482043"/>
            <ac:spMk id="23" creationId="{BFDD5154-1F46-3399-10FB-4C66FBCE2BCC}"/>
          </ac:spMkLst>
        </pc:spChg>
        <pc:spChg chg="mod">
          <ac:chgData name="CHAI ZHE QING" userId="fb2c253e-f6c1-4283-91d9-c43ca18f9255" providerId="ADAL" clId="{9C9A4AA5-EACC-48F6-960D-F30C3076EFE7}" dt="2026-10-29T06:50:42.449" v="815" actId="14100"/>
          <ac:spMkLst>
            <pc:docMk/>
            <pc:sldMk cId="1037849305" sldId="2147482043"/>
            <ac:spMk id="24" creationId="{25BF9783-C901-2D50-495D-E2DA4AE4FCBD}"/>
          </ac:spMkLst>
        </pc:spChg>
        <pc:spChg chg="mod">
          <ac:chgData name="CHAI ZHE QING" userId="fb2c253e-f6c1-4283-91d9-c43ca18f9255" providerId="ADAL" clId="{9C9A4AA5-EACC-48F6-960D-F30C3076EFE7}" dt="2026-10-29T06:48:58.509" v="798" actId="1076"/>
          <ac:spMkLst>
            <pc:docMk/>
            <pc:sldMk cId="1037849305" sldId="2147482043"/>
            <ac:spMk id="25" creationId="{FF6A5ADF-79D5-F734-B5FF-04B8F1ADEE8A}"/>
          </ac:spMkLst>
        </pc:spChg>
        <pc:spChg chg="mod">
          <ac:chgData name="CHAI ZHE QING" userId="fb2c253e-f6c1-4283-91d9-c43ca18f9255" providerId="ADAL" clId="{9C9A4AA5-EACC-48F6-960D-F30C3076EFE7}" dt="2026-10-29T06:51:39.341" v="824" actId="14100"/>
          <ac:spMkLst>
            <pc:docMk/>
            <pc:sldMk cId="1037849305" sldId="2147482043"/>
            <ac:spMk id="26" creationId="{404F9F7A-44CF-5629-CC10-245EBF44BA64}"/>
          </ac:spMkLst>
        </pc:spChg>
        <pc:spChg chg="mod">
          <ac:chgData name="CHAI ZHE QING" userId="fb2c253e-f6c1-4283-91d9-c43ca18f9255" providerId="ADAL" clId="{9C9A4AA5-EACC-48F6-960D-F30C3076EFE7}" dt="2026-10-29T06:49:55.030" v="805" actId="14100"/>
          <ac:spMkLst>
            <pc:docMk/>
            <pc:sldMk cId="1037849305" sldId="2147482043"/>
            <ac:spMk id="28" creationId="{BCE4C51B-DDCE-11E3-6864-20801A7DA575}"/>
          </ac:spMkLst>
        </pc:spChg>
        <pc:spChg chg="mod">
          <ac:chgData name="CHAI ZHE QING" userId="fb2c253e-f6c1-4283-91d9-c43ca18f9255" providerId="ADAL" clId="{9C9A4AA5-EACC-48F6-960D-F30C3076EFE7}" dt="2026-10-29T06:51:44.719" v="825" actId="14100"/>
          <ac:spMkLst>
            <pc:docMk/>
            <pc:sldMk cId="1037849305" sldId="2147482043"/>
            <ac:spMk id="30" creationId="{013514B3-E9BF-759A-203F-30C130C240A3}"/>
          </ac:spMkLst>
        </pc:spChg>
        <pc:spChg chg="mod">
          <ac:chgData name="CHAI ZHE QING" userId="fb2c253e-f6c1-4283-91d9-c43ca18f9255" providerId="ADAL" clId="{9C9A4AA5-EACC-48F6-960D-F30C3076EFE7}" dt="2026-10-29T06:49:25.728" v="800" actId="1076"/>
          <ac:spMkLst>
            <pc:docMk/>
            <pc:sldMk cId="1037849305" sldId="2147482043"/>
            <ac:spMk id="31" creationId="{BEE49943-6831-5CB0-3327-1B996B9EDC8C}"/>
          </ac:spMkLst>
        </pc:spChg>
        <pc:spChg chg="mod">
          <ac:chgData name="CHAI ZHE QING" userId="fb2c253e-f6c1-4283-91d9-c43ca18f9255" providerId="ADAL" clId="{9C9A4AA5-EACC-48F6-960D-F30C3076EFE7}" dt="2026-10-29T06:51:25.540" v="823" actId="14100"/>
          <ac:spMkLst>
            <pc:docMk/>
            <pc:sldMk cId="1037849305" sldId="2147482043"/>
            <ac:spMk id="33" creationId="{768A0387-42C4-E523-3A66-8F68A6BA0642}"/>
          </ac:spMkLst>
        </pc:spChg>
        <pc:spChg chg="mod">
          <ac:chgData name="CHAI ZHE QING" userId="fb2c253e-f6c1-4283-91d9-c43ca18f9255" providerId="ADAL" clId="{9C9A4AA5-EACC-48F6-960D-F30C3076EFE7}" dt="2026-10-29T06:51:20.710" v="822" actId="14100"/>
          <ac:spMkLst>
            <pc:docMk/>
            <pc:sldMk cId="1037849305" sldId="2147482043"/>
            <ac:spMk id="35" creationId="{129EC99C-CC81-40C2-7A5B-B5C13A34CFEB}"/>
          </ac:spMkLst>
        </pc:spChg>
        <pc:spChg chg="mod">
          <ac:chgData name="CHAI ZHE QING" userId="fb2c253e-f6c1-4283-91d9-c43ca18f9255" providerId="ADAL" clId="{9C9A4AA5-EACC-48F6-960D-F30C3076EFE7}" dt="2026-10-29T06:52:05.508" v="828" actId="14100"/>
          <ac:spMkLst>
            <pc:docMk/>
            <pc:sldMk cId="1037849305" sldId="2147482043"/>
            <ac:spMk id="36" creationId="{E3676EBB-66BA-93F0-1722-AE9ECD56E9E5}"/>
          </ac:spMkLst>
        </pc:spChg>
        <pc:spChg chg="del mod">
          <ac:chgData name="CHAI ZHE QING" userId="fb2c253e-f6c1-4283-91d9-c43ca18f9255" providerId="ADAL" clId="{9C9A4AA5-EACC-48F6-960D-F30C3076EFE7}" dt="2026-10-28T01:49:50.066" v="598" actId="478"/>
          <ac:spMkLst>
            <pc:docMk/>
            <pc:sldMk cId="1037849305" sldId="2147482043"/>
            <ac:spMk id="55" creationId="{543DF5A8-9348-F08E-0F20-794CB312B587}"/>
          </ac:spMkLst>
        </pc:spChg>
        <pc:spChg chg="del">
          <ac:chgData name="CHAI ZHE QING" userId="fb2c253e-f6c1-4283-91d9-c43ca18f9255" providerId="ADAL" clId="{9C9A4AA5-EACC-48F6-960D-F30C3076EFE7}" dt="2026-10-28T01:57:56.600" v="650" actId="478"/>
          <ac:spMkLst>
            <pc:docMk/>
            <pc:sldMk cId="1037849305" sldId="2147482043"/>
            <ac:spMk id="126" creationId="{EF05972E-50BA-1977-13D4-AE1904427EDA}"/>
          </ac:spMkLst>
        </pc:spChg>
      </pc:sldChg>
      <pc:sldChg chg="addSp delSp modSp mod ord modShow">
        <pc:chgData name="CHAI ZHE QING" userId="fb2c253e-f6c1-4283-91d9-c43ca18f9255" providerId="ADAL" clId="{9C9A4AA5-EACC-48F6-960D-F30C3076EFE7}" dt="2026-10-28T01:53:39.902" v="605"/>
        <pc:sldMkLst>
          <pc:docMk/>
          <pc:sldMk cId="101124466" sldId="2147482048"/>
        </pc:sldMkLst>
        <pc:spChg chg="del mod">
          <ac:chgData name="CHAI ZHE QING" userId="fb2c253e-f6c1-4283-91d9-c43ca18f9255" providerId="ADAL" clId="{9C9A4AA5-EACC-48F6-960D-F30C3076EFE7}" dt="2026-10-28T01:23:41.265" v="476" actId="478"/>
          <ac:spMkLst>
            <pc:docMk/>
            <pc:sldMk cId="101124466" sldId="2147482048"/>
            <ac:spMk id="2" creationId="{829DE5B2-FD17-FE5D-18C4-0139990FC2EA}"/>
          </ac:spMkLst>
        </pc:spChg>
        <pc:spChg chg="add mod">
          <ac:chgData name="CHAI ZHE QING" userId="fb2c253e-f6c1-4283-91d9-c43ca18f9255" providerId="ADAL" clId="{9C9A4AA5-EACC-48F6-960D-F30C3076EFE7}" dt="2026-10-28T01:23:38.517" v="475" actId="113"/>
          <ac:spMkLst>
            <pc:docMk/>
            <pc:sldMk cId="101124466" sldId="2147482048"/>
            <ac:spMk id="13" creationId="{A07C4663-7543-AC16-544D-446CF6283756}"/>
          </ac:spMkLst>
        </pc:spChg>
        <pc:spChg chg="add del mod">
          <ac:chgData name="CHAI ZHE QING" userId="fb2c253e-f6c1-4283-91d9-c43ca18f9255" providerId="ADAL" clId="{9C9A4AA5-EACC-48F6-960D-F30C3076EFE7}" dt="2026-10-28T01:23:51.314" v="478" actId="478"/>
          <ac:spMkLst>
            <pc:docMk/>
            <pc:sldMk cId="101124466" sldId="2147482048"/>
            <ac:spMk id="15" creationId="{E679791F-9F00-B901-7A10-FD7B199B8B67}"/>
          </ac:spMkLst>
        </pc:spChg>
        <pc:graphicFrameChg chg="modGraphic">
          <ac:chgData name="CHAI ZHE QING" userId="fb2c253e-f6c1-4283-91d9-c43ca18f9255" providerId="ADAL" clId="{9C9A4AA5-EACC-48F6-960D-F30C3076EFE7}" dt="2026-10-27T09:39:57.530" v="232" actId="3064"/>
          <ac:graphicFrameMkLst>
            <pc:docMk/>
            <pc:sldMk cId="101124466" sldId="2147482048"/>
            <ac:graphicFrameMk id="3" creationId="{02223497-BA08-6485-BB4A-15F0042AA52A}"/>
          </ac:graphicFrameMkLst>
        </pc:graphicFrameChg>
      </pc:sldChg>
      <pc:sldChg chg="addSp delSp modSp mod">
        <pc:chgData name="CHAI ZHE QING" userId="fb2c253e-f6c1-4283-91d9-c43ca18f9255" providerId="ADAL" clId="{9C9A4AA5-EACC-48F6-960D-F30C3076EFE7}" dt="2026-10-29T07:02:29.609" v="868"/>
        <pc:sldMkLst>
          <pc:docMk/>
          <pc:sldMk cId="204424059" sldId="2147482050"/>
        </pc:sldMkLst>
        <pc:spChg chg="del">
          <ac:chgData name="CHAI ZHE QING" userId="fb2c253e-f6c1-4283-91d9-c43ca18f9255" providerId="ADAL" clId="{9C9A4AA5-EACC-48F6-960D-F30C3076EFE7}" dt="2026-10-28T01:22:16.777" v="466" actId="478"/>
          <ac:spMkLst>
            <pc:docMk/>
            <pc:sldMk cId="204424059" sldId="2147482050"/>
            <ac:spMk id="2" creationId="{474BEF53-3F85-4C6A-5893-5315FDF21E81}"/>
          </ac:spMkLst>
        </pc:spChg>
        <pc:spChg chg="mod">
          <ac:chgData name="CHAI ZHE QING" userId="fb2c253e-f6c1-4283-91d9-c43ca18f9255" providerId="ADAL" clId="{9C9A4AA5-EACC-48F6-960D-F30C3076EFE7}" dt="2026-10-28T02:01:07.656" v="670" actId="1076"/>
          <ac:spMkLst>
            <pc:docMk/>
            <pc:sldMk cId="204424059" sldId="2147482050"/>
            <ac:spMk id="6" creationId="{C8D40A1D-38DF-46D7-9D55-EBDE67FEA09D}"/>
          </ac:spMkLst>
        </pc:spChg>
        <pc:spChg chg="add mod">
          <ac:chgData name="CHAI ZHE QING" userId="fb2c253e-f6c1-4283-91d9-c43ca18f9255" providerId="ADAL" clId="{9C9A4AA5-EACC-48F6-960D-F30C3076EFE7}" dt="2026-10-29T07:02:29.609" v="868"/>
          <ac:spMkLst>
            <pc:docMk/>
            <pc:sldMk cId="204424059" sldId="2147482050"/>
            <ac:spMk id="10" creationId="{F63C2791-1B51-1407-C3C1-0235DEF13375}"/>
          </ac:spMkLst>
        </pc:spChg>
        <pc:spChg chg="add">
          <ac:chgData name="CHAI ZHE QING" userId="fb2c253e-f6c1-4283-91d9-c43ca18f9255" providerId="ADAL" clId="{9C9A4AA5-EACC-48F6-960D-F30C3076EFE7}" dt="2026-10-28T01:22:26.761" v="469" actId="22"/>
          <ac:spMkLst>
            <pc:docMk/>
            <pc:sldMk cId="204424059" sldId="2147482050"/>
            <ac:spMk id="17" creationId="{66A3BC1F-BE2E-3F1F-82EE-145769AD7198}"/>
          </ac:spMkLst>
        </pc:spChg>
        <pc:spChg chg="add">
          <ac:chgData name="CHAI ZHE QING" userId="fb2c253e-f6c1-4283-91d9-c43ca18f9255" providerId="ADAL" clId="{9C9A4AA5-EACC-48F6-960D-F30C3076EFE7}" dt="2026-10-28T01:22:26.761" v="469" actId="22"/>
          <ac:spMkLst>
            <pc:docMk/>
            <pc:sldMk cId="204424059" sldId="2147482050"/>
            <ac:spMk id="20" creationId="{6DF7519B-1882-B598-EAC6-277D3045436D}"/>
          </ac:spMkLst>
        </pc:spChg>
        <pc:spChg chg="del">
          <ac:chgData name="CHAI ZHE QING" userId="fb2c253e-f6c1-4283-91d9-c43ca18f9255" providerId="ADAL" clId="{9C9A4AA5-EACC-48F6-960D-F30C3076EFE7}" dt="2026-10-28T01:22:26.331" v="468" actId="478"/>
          <ac:spMkLst>
            <pc:docMk/>
            <pc:sldMk cId="204424059" sldId="2147482050"/>
            <ac:spMk id="45" creationId="{D1F437BC-4396-03FF-8D86-D6A8856EEBC2}"/>
          </ac:spMkLst>
        </pc:spChg>
        <pc:spChg chg="del">
          <ac:chgData name="CHAI ZHE QING" userId="fb2c253e-f6c1-4283-91d9-c43ca18f9255" providerId="ADAL" clId="{9C9A4AA5-EACC-48F6-960D-F30C3076EFE7}" dt="2026-10-28T01:22:26.331" v="468" actId="478"/>
          <ac:spMkLst>
            <pc:docMk/>
            <pc:sldMk cId="204424059" sldId="2147482050"/>
            <ac:spMk id="46" creationId="{8D018B52-B74A-CA3D-5C73-D1FB16CF1D2C}"/>
          </ac:spMkLst>
        </pc:spChg>
      </pc:sldChg>
      <pc:sldChg chg="mod ord modShow">
        <pc:chgData name="CHAI ZHE QING" userId="fb2c253e-f6c1-4283-91d9-c43ca18f9255" providerId="ADAL" clId="{9C9A4AA5-EACC-48F6-960D-F30C3076EFE7}" dt="2026-10-28T01:28:40.390" v="515"/>
        <pc:sldMkLst>
          <pc:docMk/>
          <pc:sldMk cId="3325809839" sldId="2147482213"/>
        </pc:sldMkLst>
      </pc:sldChg>
      <pc:sldChg chg="modSp mod ord modShow">
        <pc:chgData name="CHAI ZHE QING" userId="fb2c253e-f6c1-4283-91d9-c43ca18f9255" providerId="ADAL" clId="{9C9A4AA5-EACC-48F6-960D-F30C3076EFE7}" dt="2026-10-28T01:28:40.390" v="515"/>
        <pc:sldMkLst>
          <pc:docMk/>
          <pc:sldMk cId="1710484850" sldId="2147483493"/>
        </pc:sldMkLst>
        <pc:spChg chg="mod">
          <ac:chgData name="CHAI ZHE QING" userId="fb2c253e-f6c1-4283-91d9-c43ca18f9255" providerId="ADAL" clId="{9C9A4AA5-EACC-48F6-960D-F30C3076EFE7}" dt="2026-10-27T09:56:46.132" v="268" actId="20577"/>
          <ac:spMkLst>
            <pc:docMk/>
            <pc:sldMk cId="1710484850" sldId="2147483493"/>
            <ac:spMk id="24" creationId="{F95E32FE-71E6-EA26-AC8B-1FE35D5DAAAB}"/>
          </ac:spMkLst>
        </pc:spChg>
        <pc:graphicFrameChg chg="modGraphic">
          <ac:chgData name="CHAI ZHE QING" userId="fb2c253e-f6c1-4283-91d9-c43ca18f9255" providerId="ADAL" clId="{9C9A4AA5-EACC-48F6-960D-F30C3076EFE7}" dt="2026-10-27T08:47:50.370" v="160" actId="2711"/>
          <ac:graphicFrameMkLst>
            <pc:docMk/>
            <pc:sldMk cId="1710484850" sldId="2147483493"/>
            <ac:graphicFrameMk id="3" creationId="{A7D55B54-ED3E-6799-B6CE-C091F2253268}"/>
          </ac:graphicFrameMkLst>
        </pc:graphicFrameChg>
      </pc:sldChg>
      <pc:sldChg chg="addSp delSp modSp mod">
        <pc:chgData name="CHAI ZHE QING" userId="fb2c253e-f6c1-4283-91d9-c43ca18f9255" providerId="ADAL" clId="{9C9A4AA5-EACC-48F6-960D-F30C3076EFE7}" dt="2026-10-29T07:02:43.606" v="870"/>
        <pc:sldMkLst>
          <pc:docMk/>
          <pc:sldMk cId="1511235094" sldId="2147483497"/>
        </pc:sldMkLst>
        <pc:spChg chg="add del">
          <ac:chgData name="CHAI ZHE QING" userId="fb2c253e-f6c1-4283-91d9-c43ca18f9255" providerId="ADAL" clId="{9C9A4AA5-EACC-48F6-960D-F30C3076EFE7}" dt="2026-10-28T01:25:01.478" v="492" actId="22"/>
          <ac:spMkLst>
            <pc:docMk/>
            <pc:sldMk cId="1511235094" sldId="2147483497"/>
            <ac:spMk id="3" creationId="{EF6D5DE6-6D81-0157-F40D-B39D46635ECD}"/>
          </ac:spMkLst>
        </pc:spChg>
        <pc:spChg chg="del">
          <ac:chgData name="CHAI ZHE QING" userId="fb2c253e-f6c1-4283-91d9-c43ca18f9255" providerId="ADAL" clId="{9C9A4AA5-EACC-48F6-960D-F30C3076EFE7}" dt="2026-10-28T01:56:42.309" v="641" actId="478"/>
          <ac:spMkLst>
            <pc:docMk/>
            <pc:sldMk cId="1511235094" sldId="2147483497"/>
            <ac:spMk id="4" creationId="{7C5ADF23-7BBD-5B22-BBAF-0BE862CB5DF6}"/>
          </ac:spMkLst>
        </pc:spChg>
        <pc:spChg chg="add del">
          <ac:chgData name="CHAI ZHE QING" userId="fb2c253e-f6c1-4283-91d9-c43ca18f9255" providerId="ADAL" clId="{9C9A4AA5-EACC-48F6-960D-F30C3076EFE7}" dt="2026-10-29T06:45:06.422" v="760" actId="21"/>
          <ac:spMkLst>
            <pc:docMk/>
            <pc:sldMk cId="1511235094" sldId="2147483497"/>
            <ac:spMk id="6" creationId="{C44488DE-7DE9-F711-ABAE-C9E0981F76D3}"/>
          </ac:spMkLst>
        </pc:spChg>
        <pc:spChg chg="add del mod">
          <ac:chgData name="CHAI ZHE QING" userId="fb2c253e-f6c1-4283-91d9-c43ca18f9255" providerId="ADAL" clId="{9C9A4AA5-EACC-48F6-960D-F30C3076EFE7}" dt="2026-10-28T02:15:23.820" v="691" actId="478"/>
          <ac:spMkLst>
            <pc:docMk/>
            <pc:sldMk cId="1511235094" sldId="2147483497"/>
            <ac:spMk id="7" creationId="{B8C49176-7A64-C03F-941D-77D891122742}"/>
          </ac:spMkLst>
        </pc:spChg>
        <pc:spChg chg="mod">
          <ac:chgData name="CHAI ZHE QING" userId="fb2c253e-f6c1-4283-91d9-c43ca18f9255" providerId="ADAL" clId="{9C9A4AA5-EACC-48F6-960D-F30C3076EFE7}" dt="2026-10-27T08:31:51.539" v="113" actId="2711"/>
          <ac:spMkLst>
            <pc:docMk/>
            <pc:sldMk cId="1511235094" sldId="2147483497"/>
            <ac:spMk id="8" creationId="{9B409CC8-42B3-1F34-B37F-F34536193D57}"/>
          </ac:spMkLst>
        </pc:spChg>
        <pc:spChg chg="mod">
          <ac:chgData name="CHAI ZHE QING" userId="fb2c253e-f6c1-4283-91d9-c43ca18f9255" providerId="ADAL" clId="{9C9A4AA5-EACC-48F6-960D-F30C3076EFE7}" dt="2026-10-27T08:31:51.539" v="113" actId="2711"/>
          <ac:spMkLst>
            <pc:docMk/>
            <pc:sldMk cId="1511235094" sldId="2147483497"/>
            <ac:spMk id="9" creationId="{43BFC27B-1139-B5BF-BE8D-EAD59F1BE70A}"/>
          </ac:spMkLst>
        </pc:spChg>
        <pc:spChg chg="del mod">
          <ac:chgData name="CHAI ZHE QING" userId="fb2c253e-f6c1-4283-91d9-c43ca18f9255" providerId="ADAL" clId="{9C9A4AA5-EACC-48F6-960D-F30C3076EFE7}" dt="2026-10-28T01:25:12.336" v="495" actId="478"/>
          <ac:spMkLst>
            <pc:docMk/>
            <pc:sldMk cId="1511235094" sldId="2147483497"/>
            <ac:spMk id="11" creationId="{1D7C33CA-EAE5-A246-AD46-7BF4C63343C0}"/>
          </ac:spMkLst>
        </pc:spChg>
        <pc:spChg chg="mod">
          <ac:chgData name="CHAI ZHE QING" userId="fb2c253e-f6c1-4283-91d9-c43ca18f9255" providerId="ADAL" clId="{9C9A4AA5-EACC-48F6-960D-F30C3076EFE7}" dt="2026-10-27T08:32:00.398" v="117" actId="1076"/>
          <ac:spMkLst>
            <pc:docMk/>
            <pc:sldMk cId="1511235094" sldId="2147483497"/>
            <ac:spMk id="12" creationId="{AC95C7E4-1A3F-CCE3-73A4-F12B77ACE9AC}"/>
          </ac:spMkLst>
        </pc:spChg>
        <pc:spChg chg="add del mod">
          <ac:chgData name="CHAI ZHE QING" userId="fb2c253e-f6c1-4283-91d9-c43ca18f9255" providerId="ADAL" clId="{9C9A4AA5-EACC-48F6-960D-F30C3076EFE7}" dt="2026-10-28T01:25:16.576" v="496" actId="478"/>
          <ac:spMkLst>
            <pc:docMk/>
            <pc:sldMk cId="1511235094" sldId="2147483497"/>
            <ac:spMk id="16" creationId="{E0F1B3F4-EEE4-B43D-0657-81DEDC881C82}"/>
          </ac:spMkLst>
        </pc:spChg>
        <pc:spChg chg="del mod">
          <ac:chgData name="CHAI ZHE QING" userId="fb2c253e-f6c1-4283-91d9-c43ca18f9255" providerId="ADAL" clId="{9C9A4AA5-EACC-48F6-960D-F30C3076EFE7}" dt="2026-10-28T01:25:34.892" v="499" actId="478"/>
          <ac:spMkLst>
            <pc:docMk/>
            <pc:sldMk cId="1511235094" sldId="2147483497"/>
            <ac:spMk id="17" creationId="{E317933F-87B9-7679-CE49-CBBBF7E35ECB}"/>
          </ac:spMkLst>
        </pc:spChg>
        <pc:spChg chg="add">
          <ac:chgData name="CHAI ZHE QING" userId="fb2c253e-f6c1-4283-91d9-c43ca18f9255" providerId="ADAL" clId="{9C9A4AA5-EACC-48F6-960D-F30C3076EFE7}" dt="2026-10-28T01:25:35.735" v="500" actId="22"/>
          <ac:spMkLst>
            <pc:docMk/>
            <pc:sldMk cId="1511235094" sldId="2147483497"/>
            <ac:spMk id="20" creationId="{EFACE8B8-46D8-DA94-4560-BD69F6B0A096}"/>
          </ac:spMkLst>
        </pc:spChg>
        <pc:spChg chg="add">
          <ac:chgData name="CHAI ZHE QING" userId="fb2c253e-f6c1-4283-91d9-c43ca18f9255" providerId="ADAL" clId="{9C9A4AA5-EACC-48F6-960D-F30C3076EFE7}" dt="2026-10-28T01:25:35.735" v="500" actId="22"/>
          <ac:spMkLst>
            <pc:docMk/>
            <pc:sldMk cId="1511235094" sldId="2147483497"/>
            <ac:spMk id="23" creationId="{2BAFFF02-E678-9C47-BEC2-318257049E7C}"/>
          </ac:spMkLst>
        </pc:spChg>
        <pc:spChg chg="add mod">
          <ac:chgData name="CHAI ZHE QING" userId="fb2c253e-f6c1-4283-91d9-c43ca18f9255" providerId="ADAL" clId="{9C9A4AA5-EACC-48F6-960D-F30C3076EFE7}" dt="2026-10-29T07:02:43.606" v="870"/>
          <ac:spMkLst>
            <pc:docMk/>
            <pc:sldMk cId="1511235094" sldId="2147483497"/>
            <ac:spMk id="27" creationId="{DFBBFCFA-2C23-3281-1B13-AE6FF64C7B50}"/>
          </ac:spMkLst>
        </pc:spChg>
        <pc:spChg chg="mod">
          <ac:chgData name="CHAI ZHE QING" userId="fb2c253e-f6c1-4283-91d9-c43ca18f9255" providerId="ADAL" clId="{9C9A4AA5-EACC-48F6-960D-F30C3076EFE7}" dt="2026-10-27T08:32:08.591" v="118" actId="2711"/>
          <ac:spMkLst>
            <pc:docMk/>
            <pc:sldMk cId="1511235094" sldId="2147483497"/>
            <ac:spMk id="29" creationId="{F42F5AA6-94D5-20A5-95E7-9BE024B09924}"/>
          </ac:spMkLst>
        </pc:spChg>
        <pc:spChg chg="mod">
          <ac:chgData name="CHAI ZHE QING" userId="fb2c253e-f6c1-4283-91d9-c43ca18f9255" providerId="ADAL" clId="{9C9A4AA5-EACC-48F6-960D-F30C3076EFE7}" dt="2026-10-27T08:32:26.482" v="122" actId="1076"/>
          <ac:spMkLst>
            <pc:docMk/>
            <pc:sldMk cId="1511235094" sldId="2147483497"/>
            <ac:spMk id="37" creationId="{9CF52DF5-6266-899C-F12B-50908FAAAB17}"/>
          </ac:spMkLst>
        </pc:spChg>
        <pc:spChg chg="mod">
          <ac:chgData name="CHAI ZHE QING" userId="fb2c253e-f6c1-4283-91d9-c43ca18f9255" providerId="ADAL" clId="{9C9A4AA5-EACC-48F6-960D-F30C3076EFE7}" dt="2026-10-27T08:32:23.157" v="121" actId="2711"/>
          <ac:spMkLst>
            <pc:docMk/>
            <pc:sldMk cId="1511235094" sldId="2147483497"/>
            <ac:spMk id="38" creationId="{9A8399FE-7614-CBDB-D15E-9A3836B8AEB1}"/>
          </ac:spMkLst>
        </pc:spChg>
        <pc:spChg chg="del mod">
          <ac:chgData name="CHAI ZHE QING" userId="fb2c253e-f6c1-4283-91d9-c43ca18f9255" providerId="ADAL" clId="{9C9A4AA5-EACC-48F6-960D-F30C3076EFE7}" dt="2026-10-28T01:25:34.051" v="498" actId="478"/>
          <ac:spMkLst>
            <pc:docMk/>
            <pc:sldMk cId="1511235094" sldId="2147483497"/>
            <ac:spMk id="62" creationId="{5669F3ED-C578-9304-3362-6D9370534098}"/>
          </ac:spMkLst>
        </pc:spChg>
        <pc:graphicFrameChg chg="modGraphic">
          <ac:chgData name="CHAI ZHE QING" userId="fb2c253e-f6c1-4283-91d9-c43ca18f9255" providerId="ADAL" clId="{9C9A4AA5-EACC-48F6-960D-F30C3076EFE7}" dt="2026-10-29T06:46:22.326" v="791" actId="20577"/>
          <ac:graphicFrameMkLst>
            <pc:docMk/>
            <pc:sldMk cId="1511235094" sldId="2147483497"/>
            <ac:graphicFrameMk id="36" creationId="{BDD209F5-D220-BC97-8C26-A199BC4B7991}"/>
          </ac:graphicFrameMkLst>
        </pc:graphicFrameChg>
      </pc:sldChg>
      <pc:sldChg chg="addSp delSp modSp mod">
        <pc:chgData name="CHAI ZHE QING" userId="fb2c253e-f6c1-4283-91d9-c43ca18f9255" providerId="ADAL" clId="{9C9A4AA5-EACC-48F6-960D-F30C3076EFE7}" dt="2026-10-29T07:02:49.799" v="871"/>
        <pc:sldMkLst>
          <pc:docMk/>
          <pc:sldMk cId="1263451008" sldId="2147483502"/>
        </pc:sldMkLst>
        <pc:spChg chg="add">
          <ac:chgData name="CHAI ZHE QING" userId="fb2c253e-f6c1-4283-91d9-c43ca18f9255" providerId="ADAL" clId="{9C9A4AA5-EACC-48F6-960D-F30C3076EFE7}" dt="2026-10-29T06:48:01.180" v="793" actId="22"/>
          <ac:spMkLst>
            <pc:docMk/>
            <pc:sldMk cId="1263451008" sldId="2147483502"/>
            <ac:spMk id="4" creationId="{47CA334D-2F69-E2AE-51E0-718A07E56123}"/>
          </ac:spMkLst>
        </pc:spChg>
        <pc:spChg chg="del">
          <ac:chgData name="CHAI ZHE QING" userId="fb2c253e-f6c1-4283-91d9-c43ca18f9255" providerId="ADAL" clId="{9C9A4AA5-EACC-48F6-960D-F30C3076EFE7}" dt="2026-10-28T01:57:44.174" v="646" actId="478"/>
          <ac:spMkLst>
            <pc:docMk/>
            <pc:sldMk cId="1263451008" sldId="2147483502"/>
            <ac:spMk id="4" creationId="{703A8EEA-AF5B-4578-2E7A-185CDDAE8137}"/>
          </ac:spMkLst>
        </pc:spChg>
        <pc:spChg chg="add del mod">
          <ac:chgData name="CHAI ZHE QING" userId="fb2c253e-f6c1-4283-91d9-c43ca18f9255" providerId="ADAL" clId="{9C9A4AA5-EACC-48F6-960D-F30C3076EFE7}" dt="2026-10-28T01:47:06.222" v="543" actId="478"/>
          <ac:spMkLst>
            <pc:docMk/>
            <pc:sldMk cId="1263451008" sldId="2147483502"/>
            <ac:spMk id="5" creationId="{4FAC13AF-A204-7E5D-2D1A-B141720D473D}"/>
          </ac:spMkLst>
        </pc:spChg>
        <pc:spChg chg="add">
          <ac:chgData name="CHAI ZHE QING" userId="fb2c253e-f6c1-4283-91d9-c43ca18f9255" providerId="ADAL" clId="{9C9A4AA5-EACC-48F6-960D-F30C3076EFE7}" dt="2026-10-29T06:48:01.180" v="793" actId="22"/>
          <ac:spMkLst>
            <pc:docMk/>
            <pc:sldMk cId="1263451008" sldId="2147483502"/>
            <ac:spMk id="6" creationId="{CA17747A-B3EA-0887-BC6A-56EE3C7C5C21}"/>
          </ac:spMkLst>
        </pc:spChg>
        <pc:spChg chg="mod">
          <ac:chgData name="CHAI ZHE QING" userId="fb2c253e-f6c1-4283-91d9-c43ca18f9255" providerId="ADAL" clId="{9C9A4AA5-EACC-48F6-960D-F30C3076EFE7}" dt="2026-10-28T01:26:17.323" v="506" actId="1076"/>
          <ac:spMkLst>
            <pc:docMk/>
            <pc:sldMk cId="1263451008" sldId="2147483502"/>
            <ac:spMk id="7" creationId="{5F6CF169-56F7-2B6A-F0A7-0AE8A7B29D91}"/>
          </ac:spMkLst>
        </pc:spChg>
        <pc:spChg chg="add del">
          <ac:chgData name="CHAI ZHE QING" userId="fb2c253e-f6c1-4283-91d9-c43ca18f9255" providerId="ADAL" clId="{9C9A4AA5-EACC-48F6-960D-F30C3076EFE7}" dt="2026-10-28T01:46:55.457" v="537" actId="478"/>
          <ac:spMkLst>
            <pc:docMk/>
            <pc:sldMk cId="1263451008" sldId="2147483502"/>
            <ac:spMk id="8" creationId="{B2B4ED77-FF32-A525-2B56-9289033E8FDF}"/>
          </ac:spMkLst>
        </pc:spChg>
        <pc:spChg chg="mod">
          <ac:chgData name="CHAI ZHE QING" userId="fb2c253e-f6c1-4283-91d9-c43ca18f9255" providerId="ADAL" clId="{9C9A4AA5-EACC-48F6-960D-F30C3076EFE7}" dt="2026-10-28T01:26:17.323" v="506" actId="1076"/>
          <ac:spMkLst>
            <pc:docMk/>
            <pc:sldMk cId="1263451008" sldId="2147483502"/>
            <ac:spMk id="10" creationId="{498B83A7-D75B-6004-43C3-C25FB296B1E1}"/>
          </ac:spMkLst>
        </pc:spChg>
        <pc:spChg chg="del mod">
          <ac:chgData name="CHAI ZHE QING" userId="fb2c253e-f6c1-4283-91d9-c43ca18f9255" providerId="ADAL" clId="{9C9A4AA5-EACC-48F6-960D-F30C3076EFE7}" dt="2026-10-28T01:46:38.091" v="534" actId="478"/>
          <ac:spMkLst>
            <pc:docMk/>
            <pc:sldMk cId="1263451008" sldId="2147483502"/>
            <ac:spMk id="11" creationId="{CCBFA1CB-4CCB-9F63-6586-149A511C2730}"/>
          </ac:spMkLst>
        </pc:spChg>
        <pc:spChg chg="add mod">
          <ac:chgData name="CHAI ZHE QING" userId="fb2c253e-f6c1-4283-91d9-c43ca18f9255" providerId="ADAL" clId="{9C9A4AA5-EACC-48F6-960D-F30C3076EFE7}" dt="2026-10-29T07:02:49.799" v="871"/>
          <ac:spMkLst>
            <pc:docMk/>
            <pc:sldMk cId="1263451008" sldId="2147483502"/>
            <ac:spMk id="12" creationId="{4A5BAEB5-1FCC-0C97-436A-38482DF5DEE9}"/>
          </ac:spMkLst>
        </pc:spChg>
        <pc:spChg chg="mod">
          <ac:chgData name="CHAI ZHE QING" userId="fb2c253e-f6c1-4283-91d9-c43ca18f9255" providerId="ADAL" clId="{9C9A4AA5-EACC-48F6-960D-F30C3076EFE7}" dt="2026-10-28T01:26:17.323" v="506" actId="1076"/>
          <ac:spMkLst>
            <pc:docMk/>
            <pc:sldMk cId="1263451008" sldId="2147483502"/>
            <ac:spMk id="13" creationId="{2606ACDA-5DB5-0774-8748-672B44EC42A4}"/>
          </ac:spMkLst>
        </pc:spChg>
        <pc:spChg chg="del">
          <ac:chgData name="CHAI ZHE QING" userId="fb2c253e-f6c1-4283-91d9-c43ca18f9255" providerId="ADAL" clId="{9C9A4AA5-EACC-48F6-960D-F30C3076EFE7}" dt="2026-10-28T01:25:53.175" v="502" actId="478"/>
          <ac:spMkLst>
            <pc:docMk/>
            <pc:sldMk cId="1263451008" sldId="2147483502"/>
            <ac:spMk id="17" creationId="{C453526B-01DB-65CA-508B-88780B038EA4}"/>
          </ac:spMkLst>
        </pc:spChg>
        <pc:spChg chg="add del mod">
          <ac:chgData name="CHAI ZHE QING" userId="fb2c253e-f6c1-4283-91d9-c43ca18f9255" providerId="ADAL" clId="{9C9A4AA5-EACC-48F6-960D-F30C3076EFE7}" dt="2026-10-28T01:46:40.865" v="535" actId="478"/>
          <ac:spMkLst>
            <pc:docMk/>
            <pc:sldMk cId="1263451008" sldId="2147483502"/>
            <ac:spMk id="18" creationId="{54BB176C-D223-D2B9-FDDB-0EEE04D41702}"/>
          </ac:spMkLst>
        </pc:spChg>
        <pc:spChg chg="add del mod">
          <ac:chgData name="CHAI ZHE QING" userId="fb2c253e-f6c1-4283-91d9-c43ca18f9255" providerId="ADAL" clId="{9C9A4AA5-EACC-48F6-960D-F30C3076EFE7}" dt="2026-10-29T06:48:00.501" v="792" actId="478"/>
          <ac:spMkLst>
            <pc:docMk/>
            <pc:sldMk cId="1263451008" sldId="2147483502"/>
            <ac:spMk id="20" creationId="{D86B0D63-C0C0-E4D8-06C0-339CF074F1F4}"/>
          </ac:spMkLst>
        </pc:spChg>
        <pc:spChg chg="add del">
          <ac:chgData name="CHAI ZHE QING" userId="fb2c253e-f6c1-4283-91d9-c43ca18f9255" providerId="ADAL" clId="{9C9A4AA5-EACC-48F6-960D-F30C3076EFE7}" dt="2026-10-29T06:48:00.501" v="792" actId="478"/>
          <ac:spMkLst>
            <pc:docMk/>
            <pc:sldMk cId="1263451008" sldId="2147483502"/>
            <ac:spMk id="23" creationId="{F4A37370-1DCB-DA9E-3E63-173CF456A2A5}"/>
          </ac:spMkLst>
        </pc:spChg>
        <pc:spChg chg="del mod">
          <ac:chgData name="CHAI ZHE QING" userId="fb2c253e-f6c1-4283-91d9-c43ca18f9255" providerId="ADAL" clId="{9C9A4AA5-EACC-48F6-960D-F30C3076EFE7}" dt="2026-10-28T01:26:00.937" v="504" actId="478"/>
          <ac:spMkLst>
            <pc:docMk/>
            <pc:sldMk cId="1263451008" sldId="2147483502"/>
            <ac:spMk id="62" creationId="{EE90150F-2BF6-9E9A-4CFC-6B443A3F87CE}"/>
          </ac:spMkLst>
        </pc:spChg>
        <pc:graphicFrameChg chg="mod modGraphic">
          <ac:chgData name="CHAI ZHE QING" userId="fb2c253e-f6c1-4283-91d9-c43ca18f9255" providerId="ADAL" clId="{9C9A4AA5-EACC-48F6-960D-F30C3076EFE7}" dt="2026-10-28T01:26:17.323" v="506" actId="1076"/>
          <ac:graphicFrameMkLst>
            <pc:docMk/>
            <pc:sldMk cId="1263451008" sldId="2147483502"/>
            <ac:graphicFrameMk id="15" creationId="{6709BF2C-6FD6-F9DA-6A71-89E69A377169}"/>
          </ac:graphicFrameMkLst>
        </pc:graphicFrameChg>
        <pc:cxnChg chg="mod">
          <ac:chgData name="CHAI ZHE QING" userId="fb2c253e-f6c1-4283-91d9-c43ca18f9255" providerId="ADAL" clId="{9C9A4AA5-EACC-48F6-960D-F30C3076EFE7}" dt="2026-10-28T01:26:17.323" v="506" actId="1076"/>
          <ac:cxnSpMkLst>
            <pc:docMk/>
            <pc:sldMk cId="1263451008" sldId="2147483502"/>
            <ac:cxnSpMk id="2" creationId="{81DF3353-4F06-E575-42A9-5136F20B82E4}"/>
          </ac:cxnSpMkLst>
        </pc:cxnChg>
        <pc:cxnChg chg="mod">
          <ac:chgData name="CHAI ZHE QING" userId="fb2c253e-f6c1-4283-91d9-c43ca18f9255" providerId="ADAL" clId="{9C9A4AA5-EACC-48F6-960D-F30C3076EFE7}" dt="2026-10-28T01:26:17.323" v="506" actId="1076"/>
          <ac:cxnSpMkLst>
            <pc:docMk/>
            <pc:sldMk cId="1263451008" sldId="2147483502"/>
            <ac:cxnSpMk id="14" creationId="{A9A229FB-AC62-DC39-571F-B3229B666028}"/>
          </ac:cxnSpMkLst>
        </pc:cxnChg>
        <pc:cxnChg chg="mod">
          <ac:chgData name="CHAI ZHE QING" userId="fb2c253e-f6c1-4283-91d9-c43ca18f9255" providerId="ADAL" clId="{9C9A4AA5-EACC-48F6-960D-F30C3076EFE7}" dt="2026-10-28T01:26:17.323" v="506" actId="1076"/>
          <ac:cxnSpMkLst>
            <pc:docMk/>
            <pc:sldMk cId="1263451008" sldId="2147483502"/>
            <ac:cxnSpMk id="21" creationId="{90138273-904F-301E-498D-4C19A949A8AB}"/>
          </ac:cxnSpMkLst>
        </pc:cxnChg>
      </pc:sldChg>
      <pc:sldChg chg="addSp delSp modSp mod">
        <pc:chgData name="CHAI ZHE QING" userId="fb2c253e-f6c1-4283-91d9-c43ca18f9255" providerId="ADAL" clId="{9C9A4AA5-EACC-48F6-960D-F30C3076EFE7}" dt="2026-10-29T07:02:54.282" v="872"/>
        <pc:sldMkLst>
          <pc:docMk/>
          <pc:sldMk cId="3564932157" sldId="2147483503"/>
        </pc:sldMkLst>
        <pc:spChg chg="add">
          <ac:chgData name="CHAI ZHE QING" userId="fb2c253e-f6c1-4283-91d9-c43ca18f9255" providerId="ADAL" clId="{9C9A4AA5-EACC-48F6-960D-F30C3076EFE7}" dt="2026-10-29T06:48:06.651" v="795" actId="22"/>
          <ac:spMkLst>
            <pc:docMk/>
            <pc:sldMk cId="3564932157" sldId="2147483503"/>
            <ac:spMk id="4" creationId="{A496A61D-4961-0E85-DF56-6788B0482CE6}"/>
          </ac:spMkLst>
        </pc:spChg>
        <pc:spChg chg="del">
          <ac:chgData name="CHAI ZHE QING" userId="fb2c253e-f6c1-4283-91d9-c43ca18f9255" providerId="ADAL" clId="{9C9A4AA5-EACC-48F6-960D-F30C3076EFE7}" dt="2026-10-28T01:57:48.986" v="647" actId="478"/>
          <ac:spMkLst>
            <pc:docMk/>
            <pc:sldMk cId="3564932157" sldId="2147483503"/>
            <ac:spMk id="4" creationId="{E19F1789-C33E-05B3-88B2-B9310A9155BC}"/>
          </ac:spMkLst>
        </pc:spChg>
        <pc:spChg chg="add del">
          <ac:chgData name="CHAI ZHE QING" userId="fb2c253e-f6c1-4283-91d9-c43ca18f9255" providerId="ADAL" clId="{9C9A4AA5-EACC-48F6-960D-F30C3076EFE7}" dt="2026-10-28T01:47:26.815" v="545" actId="22"/>
          <ac:spMkLst>
            <pc:docMk/>
            <pc:sldMk cId="3564932157" sldId="2147483503"/>
            <ac:spMk id="6" creationId="{8653DEE1-2F8A-C79C-583E-EB225AC58D6C}"/>
          </ac:spMkLst>
        </pc:spChg>
        <pc:spChg chg="add">
          <ac:chgData name="CHAI ZHE QING" userId="fb2c253e-f6c1-4283-91d9-c43ca18f9255" providerId="ADAL" clId="{9C9A4AA5-EACC-48F6-960D-F30C3076EFE7}" dt="2026-10-29T06:48:06.651" v="795" actId="22"/>
          <ac:spMkLst>
            <pc:docMk/>
            <pc:sldMk cId="3564932157" sldId="2147483503"/>
            <ac:spMk id="7" creationId="{3FF6418D-C309-79FE-0E40-32751E38517E}"/>
          </ac:spMkLst>
        </pc:spChg>
        <pc:spChg chg="add mod">
          <ac:chgData name="CHAI ZHE QING" userId="fb2c253e-f6c1-4283-91d9-c43ca18f9255" providerId="ADAL" clId="{9C9A4AA5-EACC-48F6-960D-F30C3076EFE7}" dt="2026-10-29T07:02:54.282" v="872"/>
          <ac:spMkLst>
            <pc:docMk/>
            <pc:sldMk cId="3564932157" sldId="2147483503"/>
            <ac:spMk id="10" creationId="{4D655847-11BC-C31F-72D9-CD0BA27E9F98}"/>
          </ac:spMkLst>
        </pc:spChg>
        <pc:spChg chg="del mod">
          <ac:chgData name="CHAI ZHE QING" userId="fb2c253e-f6c1-4283-91d9-c43ca18f9255" providerId="ADAL" clId="{9C9A4AA5-EACC-48F6-960D-F30C3076EFE7}" dt="2026-10-28T01:47:34.596" v="549" actId="478"/>
          <ac:spMkLst>
            <pc:docMk/>
            <pc:sldMk cId="3564932157" sldId="2147483503"/>
            <ac:spMk id="11" creationId="{04101D68-5C7A-E50C-5289-20C5DEFA0B2B}"/>
          </ac:spMkLst>
        </pc:spChg>
        <pc:spChg chg="add del mod">
          <ac:chgData name="CHAI ZHE QING" userId="fb2c253e-f6c1-4283-91d9-c43ca18f9255" providerId="ADAL" clId="{9C9A4AA5-EACC-48F6-960D-F30C3076EFE7}" dt="2026-10-28T01:47:38.087" v="550" actId="478"/>
          <ac:spMkLst>
            <pc:docMk/>
            <pc:sldMk cId="3564932157" sldId="2147483503"/>
            <ac:spMk id="14" creationId="{767EB5EE-EB32-F2E2-1774-19988BC15745}"/>
          </ac:spMkLst>
        </pc:spChg>
        <pc:spChg chg="del mod">
          <ac:chgData name="CHAI ZHE QING" userId="fb2c253e-f6c1-4283-91d9-c43ca18f9255" providerId="ADAL" clId="{9C9A4AA5-EACC-48F6-960D-F30C3076EFE7}" dt="2026-10-28T01:47:47.555" v="552" actId="478"/>
          <ac:spMkLst>
            <pc:docMk/>
            <pc:sldMk cId="3564932157" sldId="2147483503"/>
            <ac:spMk id="17" creationId="{68A941BA-7FFD-D9DB-1B09-CA875A820EC4}"/>
          </ac:spMkLst>
        </pc:spChg>
        <pc:spChg chg="add del mod">
          <ac:chgData name="CHAI ZHE QING" userId="fb2c253e-f6c1-4283-91d9-c43ca18f9255" providerId="ADAL" clId="{9C9A4AA5-EACC-48F6-960D-F30C3076EFE7}" dt="2026-10-29T06:48:06.237" v="794" actId="478"/>
          <ac:spMkLst>
            <pc:docMk/>
            <pc:sldMk cId="3564932157" sldId="2147483503"/>
            <ac:spMk id="21" creationId="{6B2F1B0D-BFD2-63A2-A667-276870E5C5B0}"/>
          </ac:spMkLst>
        </pc:spChg>
        <pc:spChg chg="add del">
          <ac:chgData name="CHAI ZHE QING" userId="fb2c253e-f6c1-4283-91d9-c43ca18f9255" providerId="ADAL" clId="{9C9A4AA5-EACC-48F6-960D-F30C3076EFE7}" dt="2026-10-29T06:48:06.237" v="794" actId="478"/>
          <ac:spMkLst>
            <pc:docMk/>
            <pc:sldMk cId="3564932157" sldId="2147483503"/>
            <ac:spMk id="49" creationId="{3A57DDDC-4A3F-3978-5FBB-E6641D2C2E40}"/>
          </ac:spMkLst>
        </pc:spChg>
        <pc:spChg chg="del mod">
          <ac:chgData name="CHAI ZHE QING" userId="fb2c253e-f6c1-4283-91d9-c43ca18f9255" providerId="ADAL" clId="{9C9A4AA5-EACC-48F6-960D-F30C3076EFE7}" dt="2026-10-28T01:47:53.363" v="554" actId="478"/>
          <ac:spMkLst>
            <pc:docMk/>
            <pc:sldMk cId="3564932157" sldId="2147483503"/>
            <ac:spMk id="62" creationId="{00EA3829-262D-0A87-7F2A-ADF1C1894567}"/>
          </ac:spMkLst>
        </pc:spChg>
      </pc:sldChg>
      <pc:sldChg chg="addSp delSp modSp mod ord">
        <pc:chgData name="CHAI ZHE QING" userId="fb2c253e-f6c1-4283-91d9-c43ca18f9255" providerId="ADAL" clId="{9C9A4AA5-EACC-48F6-960D-F30C3076EFE7}" dt="2026-10-29T06:44:40.647" v="758" actId="20577"/>
        <pc:sldMkLst>
          <pc:docMk/>
          <pc:sldMk cId="1684872214" sldId="2147483507"/>
        </pc:sldMkLst>
        <pc:spChg chg="add del mod">
          <ac:chgData name="CHAI ZHE QING" userId="fb2c253e-f6c1-4283-91d9-c43ca18f9255" providerId="ADAL" clId="{9C9A4AA5-EACC-48F6-960D-F30C3076EFE7}" dt="2026-10-28T01:57:24.765" v="643" actId="478"/>
          <ac:spMkLst>
            <pc:docMk/>
            <pc:sldMk cId="1684872214" sldId="2147483507"/>
            <ac:spMk id="3" creationId="{722D7501-01EA-32EA-8076-A0C1A0BF9AFF}"/>
          </ac:spMkLst>
        </pc:spChg>
        <pc:spChg chg="mod">
          <ac:chgData name="CHAI ZHE QING" userId="fb2c253e-f6c1-4283-91d9-c43ca18f9255" providerId="ADAL" clId="{9C9A4AA5-EACC-48F6-960D-F30C3076EFE7}" dt="2026-10-28T01:13:48.740" v="361" actId="1076"/>
          <ac:spMkLst>
            <pc:docMk/>
            <pc:sldMk cId="1684872214" sldId="2147483507"/>
            <ac:spMk id="4" creationId="{83F0E7C2-268F-5B0C-F098-1D7EA6E83119}"/>
          </ac:spMkLst>
        </pc:spChg>
        <pc:spChg chg="mod">
          <ac:chgData name="CHAI ZHE QING" userId="fb2c253e-f6c1-4283-91d9-c43ca18f9255" providerId="ADAL" clId="{9C9A4AA5-EACC-48F6-960D-F30C3076EFE7}" dt="2026-10-28T01:16:45.244" v="382" actId="1076"/>
          <ac:spMkLst>
            <pc:docMk/>
            <pc:sldMk cId="1684872214" sldId="2147483507"/>
            <ac:spMk id="7" creationId="{1469E202-5ECB-1084-D4B4-560BD65F3902}"/>
          </ac:spMkLst>
        </pc:spChg>
        <pc:spChg chg="mod">
          <ac:chgData name="CHAI ZHE QING" userId="fb2c253e-f6c1-4283-91d9-c43ca18f9255" providerId="ADAL" clId="{9C9A4AA5-EACC-48F6-960D-F30C3076EFE7}" dt="2026-10-28T01:13:23.018" v="350" actId="20577"/>
          <ac:spMkLst>
            <pc:docMk/>
            <pc:sldMk cId="1684872214" sldId="2147483507"/>
            <ac:spMk id="10" creationId="{CB0DC502-AFA4-B4B3-9592-A09FE6210741}"/>
          </ac:spMkLst>
        </pc:spChg>
        <pc:spChg chg="mod">
          <ac:chgData name="CHAI ZHE QING" userId="fb2c253e-f6c1-4283-91d9-c43ca18f9255" providerId="ADAL" clId="{9C9A4AA5-EACC-48F6-960D-F30C3076EFE7}" dt="2026-10-29T06:44:39.261" v="755" actId="20577"/>
          <ac:spMkLst>
            <pc:docMk/>
            <pc:sldMk cId="1684872214" sldId="2147483507"/>
            <ac:spMk id="12" creationId="{D21FD89D-4295-B79F-EE8C-E1B6C945E474}"/>
          </ac:spMkLst>
        </pc:spChg>
        <pc:spChg chg="mod">
          <ac:chgData name="CHAI ZHE QING" userId="fb2c253e-f6c1-4283-91d9-c43ca18f9255" providerId="ADAL" clId="{9C9A4AA5-EACC-48F6-960D-F30C3076EFE7}" dt="2026-10-29T06:44:40.647" v="758" actId="20577"/>
          <ac:spMkLst>
            <pc:docMk/>
            <pc:sldMk cId="1684872214" sldId="2147483507"/>
            <ac:spMk id="21" creationId="{12B6D737-6316-1D38-8ACD-42FFE3504199}"/>
          </ac:spMkLst>
        </pc:spChg>
        <pc:spChg chg="mod">
          <ac:chgData name="CHAI ZHE QING" userId="fb2c253e-f6c1-4283-91d9-c43ca18f9255" providerId="ADAL" clId="{9C9A4AA5-EACC-48F6-960D-F30C3076EFE7}" dt="2026-10-28T01:13:25.482" v="352" actId="20577"/>
          <ac:spMkLst>
            <pc:docMk/>
            <pc:sldMk cId="1684872214" sldId="2147483507"/>
            <ac:spMk id="57" creationId="{F393706A-0CBD-F473-5A85-11F961828DF9}"/>
          </ac:spMkLst>
        </pc:spChg>
        <pc:spChg chg="mod">
          <ac:chgData name="CHAI ZHE QING" userId="fb2c253e-f6c1-4283-91d9-c43ca18f9255" providerId="ADAL" clId="{9C9A4AA5-EACC-48F6-960D-F30C3076EFE7}" dt="2026-10-28T01:13:20.423" v="348" actId="20577"/>
          <ac:spMkLst>
            <pc:docMk/>
            <pc:sldMk cId="1684872214" sldId="2147483507"/>
            <ac:spMk id="59" creationId="{5A3779ED-4241-403D-4268-10B8BACFADF5}"/>
          </ac:spMkLst>
        </pc:spChg>
        <pc:spChg chg="mod">
          <ac:chgData name="CHAI ZHE QING" userId="fb2c253e-f6c1-4283-91d9-c43ca18f9255" providerId="ADAL" clId="{9C9A4AA5-EACC-48F6-960D-F30C3076EFE7}" dt="2026-10-29T06:44:37.595" v="752" actId="20577"/>
          <ac:spMkLst>
            <pc:docMk/>
            <pc:sldMk cId="1684872214" sldId="2147483507"/>
            <ac:spMk id="65" creationId="{8C2365D1-3940-6350-AE8E-82722DAE336F}"/>
          </ac:spMkLst>
        </pc:spChg>
      </pc:sldChg>
      <pc:sldChg chg="modSp add mod ord modShow">
        <pc:chgData name="CHAI ZHE QING" userId="fb2c253e-f6c1-4283-91d9-c43ca18f9255" providerId="ADAL" clId="{9C9A4AA5-EACC-48F6-960D-F30C3076EFE7}" dt="2026-10-28T01:54:03.870" v="608"/>
        <pc:sldMkLst>
          <pc:docMk/>
          <pc:sldMk cId="2322487666" sldId="2147483509"/>
        </pc:sldMkLst>
        <pc:spChg chg="mod">
          <ac:chgData name="CHAI ZHE QING" userId="fb2c253e-f6c1-4283-91d9-c43ca18f9255" providerId="ADAL" clId="{9C9A4AA5-EACC-48F6-960D-F30C3076EFE7}" dt="2026-10-28T01:11:11.897" v="338" actId="1076"/>
          <ac:spMkLst>
            <pc:docMk/>
            <pc:sldMk cId="2322487666" sldId="2147483509"/>
            <ac:spMk id="4" creationId="{075D678F-7365-F8AD-782F-E0EC7A809857}"/>
          </ac:spMkLst>
        </pc:spChg>
      </pc:sldChg>
      <pc:sldChg chg="addSp delSp modSp add mod ord modShow">
        <pc:chgData name="CHAI ZHE QING" userId="fb2c253e-f6c1-4283-91d9-c43ca18f9255" providerId="ADAL" clId="{9C9A4AA5-EACC-48F6-960D-F30C3076EFE7}" dt="2026-10-28T01:28:40.390" v="515"/>
        <pc:sldMkLst>
          <pc:docMk/>
          <pc:sldMk cId="2613678155" sldId="2147483510"/>
        </pc:sldMkLst>
        <pc:spChg chg="del">
          <ac:chgData name="CHAI ZHE QING" userId="fb2c253e-f6c1-4283-91d9-c43ca18f9255" providerId="ADAL" clId="{9C9A4AA5-EACC-48F6-960D-F30C3076EFE7}" dt="2026-10-28T01:19:22.238" v="415" actId="478"/>
          <ac:spMkLst>
            <pc:docMk/>
            <pc:sldMk cId="2613678155" sldId="2147483510"/>
            <ac:spMk id="4" creationId="{DFD36FF0-8363-F709-AADC-193FCD8D4C33}"/>
          </ac:spMkLst>
        </pc:spChg>
        <pc:spChg chg="add del">
          <ac:chgData name="CHAI ZHE QING" userId="fb2c253e-f6c1-4283-91d9-c43ca18f9255" providerId="ADAL" clId="{9C9A4AA5-EACC-48F6-960D-F30C3076EFE7}" dt="2026-10-28T01:18:48.808" v="389" actId="22"/>
          <ac:spMkLst>
            <pc:docMk/>
            <pc:sldMk cId="2613678155" sldId="2147483510"/>
            <ac:spMk id="5" creationId="{56E55A2B-912F-6690-EA46-2682F95712FF}"/>
          </ac:spMkLst>
        </pc:spChg>
        <pc:spChg chg="add mod">
          <ac:chgData name="CHAI ZHE QING" userId="fb2c253e-f6c1-4283-91d9-c43ca18f9255" providerId="ADAL" clId="{9C9A4AA5-EACC-48F6-960D-F30C3076EFE7}" dt="2026-10-28T01:19:02.459" v="411" actId="20577"/>
          <ac:spMkLst>
            <pc:docMk/>
            <pc:sldMk cId="2613678155" sldId="2147483510"/>
            <ac:spMk id="7" creationId="{25E21E49-E1DF-96C0-75CE-C3A360D7CF96}"/>
          </ac:spMkLst>
        </pc:spChg>
        <pc:spChg chg="add">
          <ac:chgData name="CHAI ZHE QING" userId="fb2c253e-f6c1-4283-91d9-c43ca18f9255" providerId="ADAL" clId="{9C9A4AA5-EACC-48F6-960D-F30C3076EFE7}" dt="2026-10-28T01:19:23.233" v="416" actId="22"/>
          <ac:spMkLst>
            <pc:docMk/>
            <pc:sldMk cId="2613678155" sldId="2147483510"/>
            <ac:spMk id="9" creationId="{6029E9ED-8136-C462-5E63-FC7B5179EAFA}"/>
          </ac:spMkLst>
        </pc:spChg>
        <pc:spChg chg="add">
          <ac:chgData name="CHAI ZHE QING" userId="fb2c253e-f6c1-4283-91d9-c43ca18f9255" providerId="ADAL" clId="{9C9A4AA5-EACC-48F6-960D-F30C3076EFE7}" dt="2026-10-28T01:19:23.233" v="416" actId="22"/>
          <ac:spMkLst>
            <pc:docMk/>
            <pc:sldMk cId="2613678155" sldId="2147483510"/>
            <ac:spMk id="11" creationId="{A6A5306D-C140-5A54-49C1-D7FEF8DAD8F3}"/>
          </ac:spMkLst>
        </pc:spChg>
        <pc:spChg chg="del mod">
          <ac:chgData name="CHAI ZHE QING" userId="fb2c253e-f6c1-4283-91d9-c43ca18f9255" providerId="ADAL" clId="{9C9A4AA5-EACC-48F6-960D-F30C3076EFE7}" dt="2026-10-28T01:19:08.131" v="413" actId="478"/>
          <ac:spMkLst>
            <pc:docMk/>
            <pc:sldMk cId="2613678155" sldId="2147483510"/>
            <ac:spMk id="12" creationId="{85F2D65E-1A16-C865-AF8C-1813BD24FD56}"/>
          </ac:spMkLst>
        </pc:spChg>
        <pc:spChg chg="mod">
          <ac:chgData name="CHAI ZHE QING" userId="fb2c253e-f6c1-4283-91d9-c43ca18f9255" providerId="ADAL" clId="{9C9A4AA5-EACC-48F6-960D-F30C3076EFE7}" dt="2026-10-28T01:19:40.760" v="419" actId="1076"/>
          <ac:spMkLst>
            <pc:docMk/>
            <pc:sldMk cId="2613678155" sldId="2147483510"/>
            <ac:spMk id="13" creationId="{DE47D6E9-CED2-2933-D732-332A2F2F8B26}"/>
          </ac:spMkLst>
        </pc:spChg>
        <pc:spChg chg="mod">
          <ac:chgData name="CHAI ZHE QING" userId="fb2c253e-f6c1-4283-91d9-c43ca18f9255" providerId="ADAL" clId="{9C9A4AA5-EACC-48F6-960D-F30C3076EFE7}" dt="2026-10-28T01:19:40.760" v="419" actId="1076"/>
          <ac:spMkLst>
            <pc:docMk/>
            <pc:sldMk cId="2613678155" sldId="2147483510"/>
            <ac:spMk id="17" creationId="{53FFFC76-8600-A776-1405-9914122EA55C}"/>
          </ac:spMkLst>
        </pc:spChg>
        <pc:spChg chg="mod">
          <ac:chgData name="CHAI ZHE QING" userId="fb2c253e-f6c1-4283-91d9-c43ca18f9255" providerId="ADAL" clId="{9C9A4AA5-EACC-48F6-960D-F30C3076EFE7}" dt="2026-10-28T01:19:40.760" v="419" actId="1076"/>
          <ac:spMkLst>
            <pc:docMk/>
            <pc:sldMk cId="2613678155" sldId="2147483510"/>
            <ac:spMk id="18" creationId="{8F399EC5-36C6-EB48-B879-114DA0A67B55}"/>
          </ac:spMkLst>
        </pc:spChg>
        <pc:spChg chg="mod">
          <ac:chgData name="CHAI ZHE QING" userId="fb2c253e-f6c1-4283-91d9-c43ca18f9255" providerId="ADAL" clId="{9C9A4AA5-EACC-48F6-960D-F30C3076EFE7}" dt="2026-10-28T01:19:40.760" v="419" actId="1076"/>
          <ac:spMkLst>
            <pc:docMk/>
            <pc:sldMk cId="2613678155" sldId="2147483510"/>
            <ac:spMk id="23" creationId="{274F639A-48A0-95C2-590B-29E3F2DF1EAC}"/>
          </ac:spMkLst>
        </pc:spChg>
        <pc:spChg chg="mod">
          <ac:chgData name="CHAI ZHE QING" userId="fb2c253e-f6c1-4283-91d9-c43ca18f9255" providerId="ADAL" clId="{9C9A4AA5-EACC-48F6-960D-F30C3076EFE7}" dt="2026-10-28T01:19:40.760" v="419" actId="1076"/>
          <ac:spMkLst>
            <pc:docMk/>
            <pc:sldMk cId="2613678155" sldId="2147483510"/>
            <ac:spMk id="25" creationId="{FB0CBC35-C5CB-94E6-0B7E-9A5BB3A65F75}"/>
          </ac:spMkLst>
        </pc:spChg>
        <pc:spChg chg="mod">
          <ac:chgData name="CHAI ZHE QING" userId="fb2c253e-f6c1-4283-91d9-c43ca18f9255" providerId="ADAL" clId="{9C9A4AA5-EACC-48F6-960D-F30C3076EFE7}" dt="2026-10-28T01:19:40.760" v="419" actId="1076"/>
          <ac:spMkLst>
            <pc:docMk/>
            <pc:sldMk cId="2613678155" sldId="2147483510"/>
            <ac:spMk id="31" creationId="{9C5F19B3-7247-4637-9D63-68FBD47746B3}"/>
          </ac:spMkLst>
        </pc:spChg>
        <pc:spChg chg="mod">
          <ac:chgData name="CHAI ZHE QING" userId="fb2c253e-f6c1-4283-91d9-c43ca18f9255" providerId="ADAL" clId="{9C9A4AA5-EACC-48F6-960D-F30C3076EFE7}" dt="2026-10-28T01:19:40.760" v="419" actId="1076"/>
          <ac:spMkLst>
            <pc:docMk/>
            <pc:sldMk cId="2613678155" sldId="2147483510"/>
            <ac:spMk id="32" creationId="{E8C7CD25-BF53-56FA-9E3C-7DBC39248254}"/>
          </ac:spMkLst>
        </pc:spChg>
        <pc:spChg chg="mod">
          <ac:chgData name="CHAI ZHE QING" userId="fb2c253e-f6c1-4283-91d9-c43ca18f9255" providerId="ADAL" clId="{9C9A4AA5-EACC-48F6-960D-F30C3076EFE7}" dt="2026-10-28T01:19:40.760" v="419" actId="1076"/>
          <ac:spMkLst>
            <pc:docMk/>
            <pc:sldMk cId="2613678155" sldId="2147483510"/>
            <ac:spMk id="34" creationId="{CCE777F5-7DD5-36DE-23AD-1E9DD8DE14A0}"/>
          </ac:spMkLst>
        </pc:spChg>
        <pc:spChg chg="mod">
          <ac:chgData name="CHAI ZHE QING" userId="fb2c253e-f6c1-4283-91d9-c43ca18f9255" providerId="ADAL" clId="{9C9A4AA5-EACC-48F6-960D-F30C3076EFE7}" dt="2026-10-28T01:19:40.760" v="419" actId="1076"/>
          <ac:spMkLst>
            <pc:docMk/>
            <pc:sldMk cId="2613678155" sldId="2147483510"/>
            <ac:spMk id="35" creationId="{FCE2FC8D-6735-5BBC-1608-A1634E426FB0}"/>
          </ac:spMkLst>
        </pc:spChg>
        <pc:spChg chg="mod">
          <ac:chgData name="CHAI ZHE QING" userId="fb2c253e-f6c1-4283-91d9-c43ca18f9255" providerId="ADAL" clId="{9C9A4AA5-EACC-48F6-960D-F30C3076EFE7}" dt="2026-10-28T01:19:40.760" v="419" actId="1076"/>
          <ac:spMkLst>
            <pc:docMk/>
            <pc:sldMk cId="2613678155" sldId="2147483510"/>
            <ac:spMk id="36" creationId="{CF91D5A8-D17B-9434-65E9-0ABC8F70B3DE}"/>
          </ac:spMkLst>
        </pc:spChg>
        <pc:spChg chg="mod">
          <ac:chgData name="CHAI ZHE QING" userId="fb2c253e-f6c1-4283-91d9-c43ca18f9255" providerId="ADAL" clId="{9C9A4AA5-EACC-48F6-960D-F30C3076EFE7}" dt="2026-10-27T08:23:43.992" v="79" actId="14100"/>
          <ac:spMkLst>
            <pc:docMk/>
            <pc:sldMk cId="2613678155" sldId="2147483510"/>
            <ac:spMk id="67" creationId="{39A5C465-89FD-BF95-FD5E-9A4E8F1551B9}"/>
          </ac:spMkLst>
        </pc:spChg>
        <pc:spChg chg="mod">
          <ac:chgData name="CHAI ZHE QING" userId="fb2c253e-f6c1-4283-91d9-c43ca18f9255" providerId="ADAL" clId="{9C9A4AA5-EACC-48F6-960D-F30C3076EFE7}" dt="2026-10-27T08:24:03.391" v="83" actId="1076"/>
          <ac:spMkLst>
            <pc:docMk/>
            <pc:sldMk cId="2613678155" sldId="2147483510"/>
            <ac:spMk id="68" creationId="{31281D09-C5C4-BF02-0B90-972DD1B0924F}"/>
          </ac:spMkLst>
        </pc:spChg>
        <pc:spChg chg="mod">
          <ac:chgData name="CHAI ZHE QING" userId="fb2c253e-f6c1-4283-91d9-c43ca18f9255" providerId="ADAL" clId="{9C9A4AA5-EACC-48F6-960D-F30C3076EFE7}" dt="2026-10-27T08:23:58.383" v="82" actId="2711"/>
          <ac:spMkLst>
            <pc:docMk/>
            <pc:sldMk cId="2613678155" sldId="2147483510"/>
            <ac:spMk id="100" creationId="{7016A444-65B9-565A-1133-0D4471B9D8DC}"/>
          </ac:spMkLst>
        </pc:spChg>
        <pc:spChg chg="mod">
          <ac:chgData name="CHAI ZHE QING" userId="fb2c253e-f6c1-4283-91d9-c43ca18f9255" providerId="ADAL" clId="{9C9A4AA5-EACC-48F6-960D-F30C3076EFE7}" dt="2026-10-27T08:23:58.383" v="82" actId="2711"/>
          <ac:spMkLst>
            <pc:docMk/>
            <pc:sldMk cId="2613678155" sldId="2147483510"/>
            <ac:spMk id="114" creationId="{64CF68B5-3FEF-7CB5-8DCA-528C870DC9C0}"/>
          </ac:spMkLst>
        </pc:spChg>
        <pc:spChg chg="mod">
          <ac:chgData name="CHAI ZHE QING" userId="fb2c253e-f6c1-4283-91d9-c43ca18f9255" providerId="ADAL" clId="{9C9A4AA5-EACC-48F6-960D-F30C3076EFE7}" dt="2026-10-27T08:24:03.391" v="83" actId="1076"/>
          <ac:spMkLst>
            <pc:docMk/>
            <pc:sldMk cId="2613678155" sldId="2147483510"/>
            <ac:spMk id="119" creationId="{DBD48011-9DEC-E3F0-A72F-63DEFAD3F426}"/>
          </ac:spMkLst>
        </pc:spChg>
        <pc:spChg chg="mod">
          <ac:chgData name="CHAI ZHE QING" userId="fb2c253e-f6c1-4283-91d9-c43ca18f9255" providerId="ADAL" clId="{9C9A4AA5-EACC-48F6-960D-F30C3076EFE7}" dt="2026-10-27T08:23:58.383" v="82" actId="2711"/>
          <ac:spMkLst>
            <pc:docMk/>
            <pc:sldMk cId="2613678155" sldId="2147483510"/>
            <ac:spMk id="139" creationId="{A4BA0E37-D2C2-E102-1C7D-5C72CBB06663}"/>
          </ac:spMkLst>
        </pc:spChg>
        <pc:spChg chg="mod">
          <ac:chgData name="CHAI ZHE QING" userId="fb2c253e-f6c1-4283-91d9-c43ca18f9255" providerId="ADAL" clId="{9C9A4AA5-EACC-48F6-960D-F30C3076EFE7}" dt="2026-10-27T08:23:58.383" v="82" actId="2711"/>
          <ac:spMkLst>
            <pc:docMk/>
            <pc:sldMk cId="2613678155" sldId="2147483510"/>
            <ac:spMk id="149" creationId="{7334198E-9221-E1A3-5EDD-F44D6B1E6D74}"/>
          </ac:spMkLst>
        </pc:spChg>
        <pc:spChg chg="mod">
          <ac:chgData name="CHAI ZHE QING" userId="fb2c253e-f6c1-4283-91d9-c43ca18f9255" providerId="ADAL" clId="{9C9A4AA5-EACC-48F6-960D-F30C3076EFE7}" dt="2026-10-27T08:24:03.391" v="83" actId="1076"/>
          <ac:spMkLst>
            <pc:docMk/>
            <pc:sldMk cId="2613678155" sldId="2147483510"/>
            <ac:spMk id="161" creationId="{A36087A9-9E67-8CDA-79A7-311D16DEE1AF}"/>
          </ac:spMkLst>
        </pc:spChg>
        <pc:spChg chg="mod">
          <ac:chgData name="CHAI ZHE QING" userId="fb2c253e-f6c1-4283-91d9-c43ca18f9255" providerId="ADAL" clId="{9C9A4AA5-EACC-48F6-960D-F30C3076EFE7}" dt="2026-10-27T08:24:03.391" v="83" actId="1076"/>
          <ac:spMkLst>
            <pc:docMk/>
            <pc:sldMk cId="2613678155" sldId="2147483510"/>
            <ac:spMk id="162" creationId="{D5D47B16-D4CF-2B4D-2C08-89F65A0A1E12}"/>
          </ac:spMkLst>
        </pc:spChg>
        <pc:spChg chg="mod">
          <ac:chgData name="CHAI ZHE QING" userId="fb2c253e-f6c1-4283-91d9-c43ca18f9255" providerId="ADAL" clId="{9C9A4AA5-EACC-48F6-960D-F30C3076EFE7}" dt="2026-10-27T08:24:03.391" v="83" actId="1076"/>
          <ac:spMkLst>
            <pc:docMk/>
            <pc:sldMk cId="2613678155" sldId="2147483510"/>
            <ac:spMk id="166" creationId="{F9D0ED61-C719-6548-BF10-8BE519C8CCD4}"/>
          </ac:spMkLst>
        </pc:spChg>
        <pc:spChg chg="del mod">
          <ac:chgData name="CHAI ZHE QING" userId="fb2c253e-f6c1-4283-91d9-c43ca18f9255" providerId="ADAL" clId="{9C9A4AA5-EACC-48F6-960D-F30C3076EFE7}" dt="2026-10-28T01:19:21.322" v="414" actId="478"/>
          <ac:spMkLst>
            <pc:docMk/>
            <pc:sldMk cId="2613678155" sldId="2147483510"/>
            <ac:spMk id="181" creationId="{239EC349-65F0-F218-EA9C-FB42C96C1D1F}"/>
          </ac:spMkLst>
        </pc:spChg>
        <pc:spChg chg="mod">
          <ac:chgData name="CHAI ZHE QING" userId="fb2c253e-f6c1-4283-91d9-c43ca18f9255" providerId="ADAL" clId="{9C9A4AA5-EACC-48F6-960D-F30C3076EFE7}" dt="2026-10-27T08:24:03.391" v="83" actId="1076"/>
          <ac:spMkLst>
            <pc:docMk/>
            <pc:sldMk cId="2613678155" sldId="2147483510"/>
            <ac:spMk id="192" creationId="{CE9171C1-C292-5B95-28D8-6B1DBC7E026C}"/>
          </ac:spMkLst>
        </pc:spChg>
        <pc:spChg chg="mod">
          <ac:chgData name="CHAI ZHE QING" userId="fb2c253e-f6c1-4283-91d9-c43ca18f9255" providerId="ADAL" clId="{9C9A4AA5-EACC-48F6-960D-F30C3076EFE7}" dt="2026-10-27T08:24:03.391" v="83" actId="1076"/>
          <ac:spMkLst>
            <pc:docMk/>
            <pc:sldMk cId="2613678155" sldId="2147483510"/>
            <ac:spMk id="205" creationId="{023BF715-6A90-776B-A5BE-1030100E2BE1}"/>
          </ac:spMkLst>
        </pc:spChg>
        <pc:spChg chg="mod">
          <ac:chgData name="CHAI ZHE QING" userId="fb2c253e-f6c1-4283-91d9-c43ca18f9255" providerId="ADAL" clId="{9C9A4AA5-EACC-48F6-960D-F30C3076EFE7}" dt="2026-10-27T08:23:58.383" v="82" actId="2711"/>
          <ac:spMkLst>
            <pc:docMk/>
            <pc:sldMk cId="2613678155" sldId="2147483510"/>
            <ac:spMk id="253" creationId="{B2EDEC3E-9D6A-E5D1-33A7-03448F775C8C}"/>
          </ac:spMkLst>
        </pc:spChg>
        <pc:spChg chg="mod">
          <ac:chgData name="CHAI ZHE QING" userId="fb2c253e-f6c1-4283-91d9-c43ca18f9255" providerId="ADAL" clId="{9C9A4AA5-EACC-48F6-960D-F30C3076EFE7}" dt="2026-10-27T08:24:03.391" v="83" actId="1076"/>
          <ac:spMkLst>
            <pc:docMk/>
            <pc:sldMk cId="2613678155" sldId="2147483510"/>
            <ac:spMk id="274" creationId="{7294C0AB-9718-7AB4-ADD0-68676721D82F}"/>
          </ac:spMkLst>
        </pc:spChg>
        <pc:spChg chg="mod">
          <ac:chgData name="CHAI ZHE QING" userId="fb2c253e-f6c1-4283-91d9-c43ca18f9255" providerId="ADAL" clId="{9C9A4AA5-EACC-48F6-960D-F30C3076EFE7}" dt="2026-10-27T08:24:03.391" v="83" actId="1076"/>
          <ac:spMkLst>
            <pc:docMk/>
            <pc:sldMk cId="2613678155" sldId="2147483510"/>
            <ac:spMk id="278" creationId="{76FBB32D-1926-C4AC-F1CE-417B9F3D3B08}"/>
          </ac:spMkLst>
        </pc:spChg>
        <pc:spChg chg="mod">
          <ac:chgData name="CHAI ZHE QING" userId="fb2c253e-f6c1-4283-91d9-c43ca18f9255" providerId="ADAL" clId="{9C9A4AA5-EACC-48F6-960D-F30C3076EFE7}" dt="2026-10-27T08:24:03.391" v="83" actId="1076"/>
          <ac:spMkLst>
            <pc:docMk/>
            <pc:sldMk cId="2613678155" sldId="2147483510"/>
            <ac:spMk id="326" creationId="{344EDCC7-BC36-1A18-D796-6F630DF51C98}"/>
          </ac:spMkLst>
        </pc:spChg>
      </pc:sldChg>
      <pc:sldChg chg="addSp delSp modSp add mod ord modShow">
        <pc:chgData name="CHAI ZHE QING" userId="fb2c253e-f6c1-4283-91d9-c43ca18f9255" providerId="ADAL" clId="{9C9A4AA5-EACC-48F6-960D-F30C3076EFE7}" dt="2026-10-28T01:28:40.390" v="515"/>
        <pc:sldMkLst>
          <pc:docMk/>
          <pc:sldMk cId="4271693696" sldId="2147483511"/>
        </pc:sldMkLst>
        <pc:spChg chg="mod">
          <ac:chgData name="CHAI ZHE QING" userId="fb2c253e-f6c1-4283-91d9-c43ca18f9255" providerId="ADAL" clId="{9C9A4AA5-EACC-48F6-960D-F30C3076EFE7}" dt="2026-10-28T01:20:14.241" v="444" actId="6549"/>
          <ac:spMkLst>
            <pc:docMk/>
            <pc:sldMk cId="4271693696" sldId="2147483511"/>
            <ac:spMk id="5" creationId="{C8B9268B-F368-D03F-FFEF-8842CA035E82}"/>
          </ac:spMkLst>
        </pc:spChg>
        <pc:spChg chg="add del mod">
          <ac:chgData name="CHAI ZHE QING" userId="fb2c253e-f6c1-4283-91d9-c43ca18f9255" providerId="ADAL" clId="{9C9A4AA5-EACC-48F6-960D-F30C3076EFE7}" dt="2026-10-28T01:20:30.109" v="448" actId="478"/>
          <ac:spMkLst>
            <pc:docMk/>
            <pc:sldMk cId="4271693696" sldId="2147483511"/>
            <ac:spMk id="8" creationId="{C12BC2E8-8354-AF83-64AF-3FD915EA98F0}"/>
          </ac:spMkLst>
        </pc:spChg>
        <pc:spChg chg="add mod">
          <ac:chgData name="CHAI ZHE QING" userId="fb2c253e-f6c1-4283-91d9-c43ca18f9255" providerId="ADAL" clId="{9C9A4AA5-EACC-48F6-960D-F30C3076EFE7}" dt="2026-10-28T01:20:10.332" v="440" actId="20577"/>
          <ac:spMkLst>
            <pc:docMk/>
            <pc:sldMk cId="4271693696" sldId="2147483511"/>
            <ac:spMk id="9" creationId="{DF70E562-E767-0360-CBB7-A507494937ED}"/>
          </ac:spMkLst>
        </pc:spChg>
        <pc:spChg chg="add del mod">
          <ac:chgData name="CHAI ZHE QING" userId="fb2c253e-f6c1-4283-91d9-c43ca18f9255" providerId="ADAL" clId="{9C9A4AA5-EACC-48F6-960D-F30C3076EFE7}" dt="2026-10-28T01:20:27.434" v="447" actId="478"/>
          <ac:spMkLst>
            <pc:docMk/>
            <pc:sldMk cId="4271693696" sldId="2147483511"/>
            <ac:spMk id="11" creationId="{6CCE3227-323B-A66E-86E2-D52F4641A17A}"/>
          </ac:spMkLst>
        </pc:spChg>
        <pc:spChg chg="add del mod">
          <ac:chgData name="CHAI ZHE QING" userId="fb2c253e-f6c1-4283-91d9-c43ca18f9255" providerId="ADAL" clId="{9C9A4AA5-EACC-48F6-960D-F30C3076EFE7}" dt="2026-10-28T01:20:31.980" v="449" actId="478"/>
          <ac:spMkLst>
            <pc:docMk/>
            <pc:sldMk cId="4271693696" sldId="2147483511"/>
            <ac:spMk id="13" creationId="{E69D29A1-4EA1-2145-A472-5E1CE8624F44}"/>
          </ac:spMkLst>
        </pc:spChg>
      </pc:sldChg>
      <pc:sldChg chg="addSp delSp modSp add mod">
        <pc:chgData name="CHAI ZHE QING" userId="fb2c253e-f6c1-4283-91d9-c43ca18f9255" providerId="ADAL" clId="{9C9A4AA5-EACC-48F6-960D-F30C3076EFE7}" dt="2026-10-29T07:02:24.295" v="867"/>
        <pc:sldMkLst>
          <pc:docMk/>
          <pc:sldMk cId="1491102401" sldId="2147483513"/>
        </pc:sldMkLst>
        <pc:spChg chg="del mod">
          <ac:chgData name="CHAI ZHE QING" userId="fb2c253e-f6c1-4283-91d9-c43ca18f9255" providerId="ADAL" clId="{9C9A4AA5-EACC-48F6-960D-F30C3076EFE7}" dt="2026-10-28T01:21:43.066" v="462" actId="478"/>
          <ac:spMkLst>
            <pc:docMk/>
            <pc:sldMk cId="1491102401" sldId="2147483513"/>
            <ac:spMk id="2" creationId="{399E76A4-8DE3-0501-89BC-EF6A3B9B4FB4}"/>
          </ac:spMkLst>
        </pc:spChg>
        <pc:spChg chg="mod">
          <ac:chgData name="CHAI ZHE QING" userId="fb2c253e-f6c1-4283-91d9-c43ca18f9255" providerId="ADAL" clId="{9C9A4AA5-EACC-48F6-960D-F30C3076EFE7}" dt="2026-10-28T02:01:13.661" v="672" actId="1076"/>
          <ac:spMkLst>
            <pc:docMk/>
            <pc:sldMk cId="1491102401" sldId="2147483513"/>
            <ac:spMk id="6" creationId="{48511273-F557-7B2C-BBEA-7859F075148D}"/>
          </ac:spMkLst>
        </pc:spChg>
        <pc:spChg chg="del">
          <ac:chgData name="CHAI ZHE QING" userId="fb2c253e-f6c1-4283-91d9-c43ca18f9255" providerId="ADAL" clId="{9C9A4AA5-EACC-48F6-960D-F30C3076EFE7}" dt="2026-10-28T01:20:57.210" v="451" actId="478"/>
          <ac:spMkLst>
            <pc:docMk/>
            <pc:sldMk cId="1491102401" sldId="2147483513"/>
            <ac:spMk id="7" creationId="{D293FB83-81E9-BC83-BADE-A9EDED1619AD}"/>
          </ac:spMkLst>
        </pc:spChg>
        <pc:spChg chg="add mod">
          <ac:chgData name="CHAI ZHE QING" userId="fb2c253e-f6c1-4283-91d9-c43ca18f9255" providerId="ADAL" clId="{9C9A4AA5-EACC-48F6-960D-F30C3076EFE7}" dt="2026-10-28T01:21:17.638" v="456" actId="14100"/>
          <ac:spMkLst>
            <pc:docMk/>
            <pc:sldMk cId="1491102401" sldId="2147483513"/>
            <ac:spMk id="8" creationId="{E71AB0FA-19F9-DAB4-9A2E-7FD3422CB0F3}"/>
          </ac:spMkLst>
        </pc:spChg>
        <pc:spChg chg="add">
          <ac:chgData name="CHAI ZHE QING" userId="fb2c253e-f6c1-4283-91d9-c43ca18f9255" providerId="ADAL" clId="{9C9A4AA5-EACC-48F6-960D-F30C3076EFE7}" dt="2026-10-28T01:20:57.642" v="452" actId="22"/>
          <ac:spMkLst>
            <pc:docMk/>
            <pc:sldMk cId="1491102401" sldId="2147483513"/>
            <ac:spMk id="11" creationId="{ABDFC978-0B47-13AA-5A39-5F6E225C35D9}"/>
          </ac:spMkLst>
        </pc:spChg>
        <pc:spChg chg="add del">
          <ac:chgData name="CHAI ZHE QING" userId="fb2c253e-f6c1-4283-91d9-c43ca18f9255" providerId="ADAL" clId="{9C9A4AA5-EACC-48F6-960D-F30C3076EFE7}" dt="2026-10-28T01:21:23.310" v="457" actId="22"/>
          <ac:spMkLst>
            <pc:docMk/>
            <pc:sldMk cId="1491102401" sldId="2147483513"/>
            <ac:spMk id="13" creationId="{2D2B8944-4F91-D2AD-4651-38A09E329660}"/>
          </ac:spMkLst>
        </pc:spChg>
        <pc:spChg chg="add mod">
          <ac:chgData name="CHAI ZHE QING" userId="fb2c253e-f6c1-4283-91d9-c43ca18f9255" providerId="ADAL" clId="{9C9A4AA5-EACC-48F6-960D-F30C3076EFE7}" dt="2026-10-29T07:02:24.295" v="867"/>
          <ac:spMkLst>
            <pc:docMk/>
            <pc:sldMk cId="1491102401" sldId="2147483513"/>
            <ac:spMk id="15" creationId="{D90C76CB-8364-8646-B259-1421DFB82460}"/>
          </ac:spMkLst>
        </pc:spChg>
        <pc:spChg chg="del">
          <ac:chgData name="CHAI ZHE QING" userId="fb2c253e-f6c1-4283-91d9-c43ca18f9255" providerId="ADAL" clId="{9C9A4AA5-EACC-48F6-960D-F30C3076EFE7}" dt="2026-10-28T01:20:54.635" v="450" actId="478"/>
          <ac:spMkLst>
            <pc:docMk/>
            <pc:sldMk cId="1491102401" sldId="2147483513"/>
            <ac:spMk id="45" creationId="{4C5EE26B-2FF1-3573-C8BB-7A492ED1E3FA}"/>
          </ac:spMkLst>
        </pc:spChg>
      </pc:sldChg>
      <pc:sldChg chg="add mod ord modShow">
        <pc:chgData name="CHAI ZHE QING" userId="fb2c253e-f6c1-4283-91d9-c43ca18f9255" providerId="ADAL" clId="{9C9A4AA5-EACC-48F6-960D-F30C3076EFE7}" dt="2026-10-28T01:28:40.390" v="515"/>
        <pc:sldMkLst>
          <pc:docMk/>
          <pc:sldMk cId="644388553" sldId="2147483518"/>
        </pc:sldMkLst>
      </pc:sldChg>
      <pc:sldChg chg="add del">
        <pc:chgData name="CHAI ZHE QING" userId="fb2c253e-f6c1-4283-91d9-c43ca18f9255" providerId="ADAL" clId="{9C9A4AA5-EACC-48F6-960D-F30C3076EFE7}" dt="2026-10-28T02:02:37.549" v="677" actId="2890"/>
        <pc:sldMkLst>
          <pc:docMk/>
          <pc:sldMk cId="2484695867" sldId="2147483519"/>
        </pc:sldMkLst>
      </pc:sldChg>
      <pc:sldChg chg="addSp delSp modSp add del mod">
        <pc:chgData name="CHAI ZHE QING" userId="fb2c253e-f6c1-4283-91d9-c43ca18f9255" providerId="ADAL" clId="{9C9A4AA5-EACC-48F6-960D-F30C3076EFE7}" dt="2026-10-28T02:01:03.418" v="668" actId="2696"/>
        <pc:sldMkLst>
          <pc:docMk/>
          <pc:sldMk cId="4265024002" sldId="2147483519"/>
        </pc:sldMkLst>
        <pc:spChg chg="add mod">
          <ac:chgData name="CHAI ZHE QING" userId="fb2c253e-f6c1-4283-91d9-c43ca18f9255" providerId="ADAL" clId="{9C9A4AA5-EACC-48F6-960D-F30C3076EFE7}" dt="2026-10-28T02:00:59.172" v="667" actId="1076"/>
          <ac:spMkLst>
            <pc:docMk/>
            <pc:sldMk cId="4265024002" sldId="2147483519"/>
            <ac:spMk id="3" creationId="{37B02F82-2686-BB7A-30A3-C93DBF25935C}"/>
          </ac:spMkLst>
        </pc:spChg>
        <pc:spChg chg="del">
          <ac:chgData name="CHAI ZHE QING" userId="fb2c253e-f6c1-4283-91d9-c43ca18f9255" providerId="ADAL" clId="{9C9A4AA5-EACC-48F6-960D-F30C3076EFE7}" dt="2026-10-28T02:00:31.277" v="665" actId="478"/>
          <ac:spMkLst>
            <pc:docMk/>
            <pc:sldMk cId="4265024002" sldId="2147483519"/>
            <ac:spMk id="5" creationId="{45FAC86D-11D0-C4F1-2C24-A4F02E4B3C28}"/>
          </ac:spMkLst>
        </pc:spChg>
        <pc:spChg chg="add mod">
          <ac:chgData name="CHAI ZHE QING" userId="fb2c253e-f6c1-4283-91d9-c43ca18f9255" providerId="ADAL" clId="{9C9A4AA5-EACC-48F6-960D-F30C3076EFE7}" dt="2026-10-28T02:00:37.508" v="666"/>
          <ac:spMkLst>
            <pc:docMk/>
            <pc:sldMk cId="4265024002" sldId="2147483519"/>
            <ac:spMk id="7" creationId="{580F3B06-2A3E-F04E-C57E-E1001A563DF9}"/>
          </ac:spMkLst>
        </pc:spChg>
        <pc:spChg chg="del">
          <ac:chgData name="CHAI ZHE QING" userId="fb2c253e-f6c1-4283-91d9-c43ca18f9255" providerId="ADAL" clId="{9C9A4AA5-EACC-48F6-960D-F30C3076EFE7}" dt="2026-10-28T02:00:31.277" v="665" actId="478"/>
          <ac:spMkLst>
            <pc:docMk/>
            <pc:sldMk cId="4265024002" sldId="2147483519"/>
            <ac:spMk id="10" creationId="{87FD52FD-BBC2-027F-EB10-0F12745DC777}"/>
          </ac:spMkLst>
        </pc:spChg>
        <pc:spChg chg="del">
          <ac:chgData name="CHAI ZHE QING" userId="fb2c253e-f6c1-4283-91d9-c43ca18f9255" providerId="ADAL" clId="{9C9A4AA5-EACC-48F6-960D-F30C3076EFE7}" dt="2026-10-28T02:00:31.277" v="665" actId="478"/>
          <ac:spMkLst>
            <pc:docMk/>
            <pc:sldMk cId="4265024002" sldId="2147483519"/>
            <ac:spMk id="13" creationId="{28342F5F-490A-4EC6-AC5D-0CDCA29EDE7C}"/>
          </ac:spMkLst>
        </pc:spChg>
        <pc:spChg chg="del">
          <ac:chgData name="CHAI ZHE QING" userId="fb2c253e-f6c1-4283-91d9-c43ca18f9255" providerId="ADAL" clId="{9C9A4AA5-EACC-48F6-960D-F30C3076EFE7}" dt="2026-10-28T02:00:31.277" v="665" actId="478"/>
          <ac:spMkLst>
            <pc:docMk/>
            <pc:sldMk cId="4265024002" sldId="2147483519"/>
            <ac:spMk id="14" creationId="{EC8DF848-3ABE-1297-FA25-984AE75D3608}"/>
          </ac:spMkLst>
        </pc:spChg>
        <pc:spChg chg="del">
          <ac:chgData name="CHAI ZHE QING" userId="fb2c253e-f6c1-4283-91d9-c43ca18f9255" providerId="ADAL" clId="{9C9A4AA5-EACC-48F6-960D-F30C3076EFE7}" dt="2026-10-28T02:00:31.277" v="665" actId="478"/>
          <ac:spMkLst>
            <pc:docMk/>
            <pc:sldMk cId="4265024002" sldId="2147483519"/>
            <ac:spMk id="20" creationId="{B716F33B-0526-5D5C-A957-49C09F05EF5A}"/>
          </ac:spMkLst>
        </pc:spChg>
        <pc:spChg chg="del">
          <ac:chgData name="CHAI ZHE QING" userId="fb2c253e-f6c1-4283-91d9-c43ca18f9255" providerId="ADAL" clId="{9C9A4AA5-EACC-48F6-960D-F30C3076EFE7}" dt="2026-10-28T02:00:31.277" v="665" actId="478"/>
          <ac:spMkLst>
            <pc:docMk/>
            <pc:sldMk cId="4265024002" sldId="2147483519"/>
            <ac:spMk id="22" creationId="{5DC43D41-915C-05A9-3332-02CF11F1400B}"/>
          </ac:spMkLst>
        </pc:spChg>
        <pc:spChg chg="add mod">
          <ac:chgData name="CHAI ZHE QING" userId="fb2c253e-f6c1-4283-91d9-c43ca18f9255" providerId="ADAL" clId="{9C9A4AA5-EACC-48F6-960D-F30C3076EFE7}" dt="2026-10-28T02:00:37.508" v="666"/>
          <ac:spMkLst>
            <pc:docMk/>
            <pc:sldMk cId="4265024002" sldId="2147483519"/>
            <ac:spMk id="23" creationId="{46D27CAC-5D67-D998-CD91-5B50428BFCC8}"/>
          </ac:spMkLst>
        </pc:spChg>
        <pc:spChg chg="add mod">
          <ac:chgData name="CHAI ZHE QING" userId="fb2c253e-f6c1-4283-91d9-c43ca18f9255" providerId="ADAL" clId="{9C9A4AA5-EACC-48F6-960D-F30C3076EFE7}" dt="2026-10-28T02:00:37.508" v="666"/>
          <ac:spMkLst>
            <pc:docMk/>
            <pc:sldMk cId="4265024002" sldId="2147483519"/>
            <ac:spMk id="25" creationId="{2D3DBDB2-4DF0-C557-9284-C5F91E79EA80}"/>
          </ac:spMkLst>
        </pc:spChg>
        <pc:spChg chg="add mod">
          <ac:chgData name="CHAI ZHE QING" userId="fb2c253e-f6c1-4283-91d9-c43ca18f9255" providerId="ADAL" clId="{9C9A4AA5-EACC-48F6-960D-F30C3076EFE7}" dt="2026-10-28T02:00:37.508" v="666"/>
          <ac:spMkLst>
            <pc:docMk/>
            <pc:sldMk cId="4265024002" sldId="2147483519"/>
            <ac:spMk id="28" creationId="{9B0F02F5-4676-56FD-FA0D-95B0C888B42B}"/>
          </ac:spMkLst>
        </pc:spChg>
        <pc:spChg chg="del">
          <ac:chgData name="CHAI ZHE QING" userId="fb2c253e-f6c1-4283-91d9-c43ca18f9255" providerId="ADAL" clId="{9C9A4AA5-EACC-48F6-960D-F30C3076EFE7}" dt="2026-10-28T02:00:31.277" v="665" actId="478"/>
          <ac:spMkLst>
            <pc:docMk/>
            <pc:sldMk cId="4265024002" sldId="2147483519"/>
            <ac:spMk id="30" creationId="{42C6565F-68A6-310C-0E6F-999A0A373792}"/>
          </ac:spMkLst>
        </pc:spChg>
        <pc:spChg chg="add mod">
          <ac:chgData name="CHAI ZHE QING" userId="fb2c253e-f6c1-4283-91d9-c43ca18f9255" providerId="ADAL" clId="{9C9A4AA5-EACC-48F6-960D-F30C3076EFE7}" dt="2026-10-28T02:00:37.508" v="666"/>
          <ac:spMkLst>
            <pc:docMk/>
            <pc:sldMk cId="4265024002" sldId="2147483519"/>
            <ac:spMk id="36" creationId="{35E11726-6C36-0524-21DE-3E8E30F00138}"/>
          </ac:spMkLst>
        </pc:spChg>
        <pc:spChg chg="add mod">
          <ac:chgData name="CHAI ZHE QING" userId="fb2c253e-f6c1-4283-91d9-c43ca18f9255" providerId="ADAL" clId="{9C9A4AA5-EACC-48F6-960D-F30C3076EFE7}" dt="2026-10-28T02:00:37.508" v="666"/>
          <ac:spMkLst>
            <pc:docMk/>
            <pc:sldMk cId="4265024002" sldId="2147483519"/>
            <ac:spMk id="37" creationId="{52D902C5-F6EE-0198-DC7D-27BF819B8015}"/>
          </ac:spMkLst>
        </pc:spChg>
        <pc:spChg chg="add mod">
          <ac:chgData name="CHAI ZHE QING" userId="fb2c253e-f6c1-4283-91d9-c43ca18f9255" providerId="ADAL" clId="{9C9A4AA5-EACC-48F6-960D-F30C3076EFE7}" dt="2026-10-28T02:00:37.508" v="666"/>
          <ac:spMkLst>
            <pc:docMk/>
            <pc:sldMk cId="4265024002" sldId="2147483519"/>
            <ac:spMk id="38" creationId="{EFA2889B-2BA8-EBFD-43D4-73B60173CA70}"/>
          </ac:spMkLst>
        </pc:spChg>
        <pc:spChg chg="add mod">
          <ac:chgData name="CHAI ZHE QING" userId="fb2c253e-f6c1-4283-91d9-c43ca18f9255" providerId="ADAL" clId="{9C9A4AA5-EACC-48F6-960D-F30C3076EFE7}" dt="2026-10-28T02:00:37.508" v="666"/>
          <ac:spMkLst>
            <pc:docMk/>
            <pc:sldMk cId="4265024002" sldId="2147483519"/>
            <ac:spMk id="41" creationId="{FEE42DF7-54EA-E8F5-4B32-9350AD029275}"/>
          </ac:spMkLst>
        </pc:spChg>
        <pc:spChg chg="add mod">
          <ac:chgData name="CHAI ZHE QING" userId="fb2c253e-f6c1-4283-91d9-c43ca18f9255" providerId="ADAL" clId="{9C9A4AA5-EACC-48F6-960D-F30C3076EFE7}" dt="2026-10-28T02:00:37.508" v="666"/>
          <ac:spMkLst>
            <pc:docMk/>
            <pc:sldMk cId="4265024002" sldId="2147483519"/>
            <ac:spMk id="43" creationId="{69896C04-67CA-5DF5-B22E-0D6567887707}"/>
          </ac:spMkLst>
        </pc:spChg>
        <pc:graphicFrameChg chg="del">
          <ac:chgData name="CHAI ZHE QING" userId="fb2c253e-f6c1-4283-91d9-c43ca18f9255" providerId="ADAL" clId="{9C9A4AA5-EACC-48F6-960D-F30C3076EFE7}" dt="2026-10-28T02:00:31.277" v="665" actId="478"/>
          <ac:graphicFrameMkLst>
            <pc:docMk/>
            <pc:sldMk cId="4265024002" sldId="2147483519"/>
            <ac:graphicFrameMk id="15" creationId="{5DB99ABA-896F-85D1-E612-CD749C4B3B4E}"/>
          </ac:graphicFrameMkLst>
        </pc:graphicFrameChg>
        <pc:graphicFrameChg chg="del">
          <ac:chgData name="CHAI ZHE QING" userId="fb2c253e-f6c1-4283-91d9-c43ca18f9255" providerId="ADAL" clId="{9C9A4AA5-EACC-48F6-960D-F30C3076EFE7}" dt="2026-10-28T02:00:31.277" v="665" actId="478"/>
          <ac:graphicFrameMkLst>
            <pc:docMk/>
            <pc:sldMk cId="4265024002" sldId="2147483519"/>
            <ac:graphicFrameMk id="16" creationId="{CDB7B0F6-5BE0-6F66-BDFD-A617A29ED49E}"/>
          </ac:graphicFrameMkLst>
        </pc:graphicFrameChg>
        <pc:graphicFrameChg chg="del">
          <ac:chgData name="CHAI ZHE QING" userId="fb2c253e-f6c1-4283-91d9-c43ca18f9255" providerId="ADAL" clId="{9C9A4AA5-EACC-48F6-960D-F30C3076EFE7}" dt="2026-10-28T02:00:31.277" v="665" actId="478"/>
          <ac:graphicFrameMkLst>
            <pc:docMk/>
            <pc:sldMk cId="4265024002" sldId="2147483519"/>
            <ac:graphicFrameMk id="19" creationId="{B0E21426-1412-6C10-E239-DAA3BE133268}"/>
          </ac:graphicFrameMkLst>
        </pc:graphicFrameChg>
      </pc:sldChg>
      <pc:sldMasterChg chg="addSldLayout delSldLayout modSldLayout">
        <pc:chgData name="CHAI ZHE QING" userId="fb2c253e-f6c1-4283-91d9-c43ca18f9255" providerId="ADAL" clId="{9C9A4AA5-EACC-48F6-960D-F30C3076EFE7}" dt="2026-10-29T07:19:29.397" v="886"/>
        <pc:sldMasterMkLst>
          <pc:docMk/>
          <pc:sldMasterMk cId="3202748920" sldId="2147483684"/>
        </pc:sldMasterMkLst>
        <pc:sldLayoutChg chg="delSp modSp mod">
          <pc:chgData name="CHAI ZHE QING" userId="fb2c253e-f6c1-4283-91d9-c43ca18f9255" providerId="ADAL" clId="{9C9A4AA5-EACC-48F6-960D-F30C3076EFE7}" dt="2026-10-29T07:00:06.478" v="836" actId="478"/>
          <pc:sldLayoutMkLst>
            <pc:docMk/>
            <pc:sldMasterMk cId="3202748920" sldId="2147483684"/>
            <pc:sldLayoutMk cId="25129265" sldId="2147483687"/>
          </pc:sldLayoutMkLst>
          <pc:spChg chg="del mod">
            <ac:chgData name="CHAI ZHE QING" userId="fb2c253e-f6c1-4283-91d9-c43ca18f9255" providerId="ADAL" clId="{9C9A4AA5-EACC-48F6-960D-F30C3076EFE7}" dt="2026-10-29T07:00:06.478" v="836" actId="478"/>
            <ac:spMkLst>
              <pc:docMk/>
              <pc:sldMasterMk cId="3202748920" sldId="2147483684"/>
              <pc:sldLayoutMk cId="25129265" sldId="2147483687"/>
              <ac:spMk id="4" creationId="{7A2E537C-8AD5-8606-2FD3-8F189304A8D0}"/>
            </ac:spMkLst>
          </pc:spChg>
        </pc:sldLayoutChg>
        <pc:sldLayoutChg chg="addSp delSp modSp mod">
          <pc:chgData name="CHAI ZHE QING" userId="fb2c253e-f6c1-4283-91d9-c43ca18f9255" providerId="ADAL" clId="{9C9A4AA5-EACC-48F6-960D-F30C3076EFE7}" dt="2026-10-29T07:19:12.412" v="881"/>
          <pc:sldLayoutMkLst>
            <pc:docMk/>
            <pc:sldMasterMk cId="3202748920" sldId="2147483684"/>
            <pc:sldLayoutMk cId="4136728607" sldId="2147483688"/>
          </pc:sldLayoutMkLst>
          <pc:spChg chg="add del mod">
            <ac:chgData name="CHAI ZHE QING" userId="fb2c253e-f6c1-4283-91d9-c43ca18f9255" providerId="ADAL" clId="{9C9A4AA5-EACC-48F6-960D-F30C3076EFE7}" dt="2026-10-29T07:19:11.010" v="878"/>
            <ac:spMkLst>
              <pc:docMk/>
              <pc:sldMasterMk cId="3202748920" sldId="2147483684"/>
              <pc:sldLayoutMk cId="4136728607" sldId="2147483688"/>
              <ac:spMk id="3" creationId="{3A6164BC-8990-3B26-2925-C667E2C546F2}"/>
            </ac:spMkLst>
          </pc:spChg>
          <pc:spChg chg="add del mod">
            <ac:chgData name="CHAI ZHE QING" userId="fb2c253e-f6c1-4283-91d9-c43ca18f9255" providerId="ADAL" clId="{9C9A4AA5-EACC-48F6-960D-F30C3076EFE7}" dt="2026-10-29T07:19:12.412" v="881"/>
            <ac:spMkLst>
              <pc:docMk/>
              <pc:sldMasterMk cId="3202748920" sldId="2147483684"/>
              <pc:sldLayoutMk cId="4136728607" sldId="2147483688"/>
              <ac:spMk id="4" creationId="{DF25FC6B-C8B3-E079-4E16-F5FD22181C1E}"/>
            </ac:spMkLst>
          </pc:spChg>
          <pc:spChg chg="add del">
            <ac:chgData name="CHAI ZHE QING" userId="fb2c253e-f6c1-4283-91d9-c43ca18f9255" providerId="ADAL" clId="{9C9A4AA5-EACC-48F6-960D-F30C3076EFE7}" dt="2026-10-29T07:01:31.978" v="843" actId="478"/>
            <ac:spMkLst>
              <pc:docMk/>
              <pc:sldMasterMk cId="3202748920" sldId="2147483684"/>
              <pc:sldLayoutMk cId="4136728607" sldId="2147483688"/>
              <ac:spMk id="19" creationId="{C1DB0209-2CEA-0781-6166-34F871D794C1}"/>
            </ac:spMkLst>
          </pc:spChg>
        </pc:sldLayoutChg>
        <pc:sldLayoutChg chg="modSp mod">
          <pc:chgData name="CHAI ZHE QING" userId="fb2c253e-f6c1-4283-91d9-c43ca18f9255" providerId="ADAL" clId="{9C9A4AA5-EACC-48F6-960D-F30C3076EFE7}" dt="2026-10-29T07:00:58.655" v="840" actId="6549"/>
          <pc:sldLayoutMkLst>
            <pc:docMk/>
            <pc:sldMasterMk cId="3202748920" sldId="2147483684"/>
            <pc:sldLayoutMk cId="4057060193" sldId="2147483690"/>
          </pc:sldLayoutMkLst>
          <pc:spChg chg="mod">
            <ac:chgData name="CHAI ZHE QING" userId="fb2c253e-f6c1-4283-91d9-c43ca18f9255" providerId="ADAL" clId="{9C9A4AA5-EACC-48F6-960D-F30C3076EFE7}" dt="2026-10-29T07:00:58.655" v="840" actId="6549"/>
            <ac:spMkLst>
              <pc:docMk/>
              <pc:sldMasterMk cId="3202748920" sldId="2147483684"/>
              <pc:sldLayoutMk cId="4057060193" sldId="2147483690"/>
              <ac:spMk id="19" creationId="{C1DB0209-2CEA-0781-6166-34F871D794C1}"/>
            </ac:spMkLst>
          </pc:spChg>
        </pc:sldLayoutChg>
        <pc:sldLayoutChg chg="delSp modSp mod">
          <pc:chgData name="CHAI ZHE QING" userId="fb2c253e-f6c1-4283-91d9-c43ca18f9255" providerId="ADAL" clId="{9C9A4AA5-EACC-48F6-960D-F30C3076EFE7}" dt="2026-10-29T07:19:22.925" v="883" actId="478"/>
          <pc:sldLayoutMkLst>
            <pc:docMk/>
            <pc:sldMasterMk cId="3202748920" sldId="2147483684"/>
            <pc:sldLayoutMk cId="4055087447" sldId="2147483714"/>
          </pc:sldLayoutMkLst>
          <pc:spChg chg="del mod">
            <ac:chgData name="CHAI ZHE QING" userId="fb2c253e-f6c1-4283-91d9-c43ca18f9255" providerId="ADAL" clId="{9C9A4AA5-EACC-48F6-960D-F30C3076EFE7}" dt="2026-10-29T07:19:22.925" v="883" actId="478"/>
            <ac:spMkLst>
              <pc:docMk/>
              <pc:sldMasterMk cId="3202748920" sldId="2147483684"/>
              <pc:sldLayoutMk cId="4055087447" sldId="2147483714"/>
              <ac:spMk id="4" creationId="{7A2E537C-8AD5-8606-2FD3-8F189304A8D0}"/>
            </ac:spMkLst>
          </pc:spChg>
        </pc:sldLayoutChg>
        <pc:sldLayoutChg chg="modSp mod">
          <pc:chgData name="CHAI ZHE QING" userId="fb2c253e-f6c1-4283-91d9-c43ca18f9255" providerId="ADAL" clId="{9C9A4AA5-EACC-48F6-960D-F30C3076EFE7}" dt="2026-10-28T01:01:36.150" v="275" actId="1076"/>
          <pc:sldLayoutMkLst>
            <pc:docMk/>
            <pc:sldMasterMk cId="3202748920" sldId="2147483684"/>
            <pc:sldLayoutMk cId="1025213798" sldId="2147483865"/>
          </pc:sldLayoutMkLst>
          <pc:spChg chg="mod">
            <ac:chgData name="CHAI ZHE QING" userId="fb2c253e-f6c1-4283-91d9-c43ca18f9255" providerId="ADAL" clId="{9C9A4AA5-EACC-48F6-960D-F30C3076EFE7}" dt="2026-10-28T01:01:36.150" v="275" actId="1076"/>
            <ac:spMkLst>
              <pc:docMk/>
              <pc:sldMasterMk cId="3202748920" sldId="2147483684"/>
              <pc:sldLayoutMk cId="1025213798" sldId="2147483865"/>
              <ac:spMk id="11" creationId="{00000000-0000-0000-0000-000000000000}"/>
            </ac:spMkLst>
          </pc:spChg>
        </pc:sldLayoutChg>
        <pc:sldLayoutChg chg="modSp mod">
          <pc:chgData name="CHAI ZHE QING" userId="fb2c253e-f6c1-4283-91d9-c43ca18f9255" providerId="ADAL" clId="{9C9A4AA5-EACC-48F6-960D-F30C3076EFE7}" dt="2026-10-28T01:04:07.551" v="276" actId="1076"/>
          <pc:sldLayoutMkLst>
            <pc:docMk/>
            <pc:sldMasterMk cId="3202748920" sldId="2147483684"/>
            <pc:sldLayoutMk cId="1047038654" sldId="2147483935"/>
          </pc:sldLayoutMkLst>
          <pc:spChg chg="mod">
            <ac:chgData name="CHAI ZHE QING" userId="fb2c253e-f6c1-4283-91d9-c43ca18f9255" providerId="ADAL" clId="{9C9A4AA5-EACC-48F6-960D-F30C3076EFE7}" dt="2026-10-28T01:04:07.551" v="276" actId="1076"/>
            <ac:spMkLst>
              <pc:docMk/>
              <pc:sldMasterMk cId="3202748920" sldId="2147483684"/>
              <pc:sldLayoutMk cId="1047038654" sldId="2147483935"/>
              <ac:spMk id="11" creationId="{00000000-0000-0000-0000-000000000000}"/>
            </ac:spMkLst>
          </pc:spChg>
        </pc:sldLayoutChg>
        <pc:sldLayoutChg chg="addSp delSp modSp mod">
          <pc:chgData name="CHAI ZHE QING" userId="fb2c253e-f6c1-4283-91d9-c43ca18f9255" providerId="ADAL" clId="{9C9A4AA5-EACC-48F6-960D-F30C3076EFE7}" dt="2026-10-29T07:19:29.397" v="886"/>
          <pc:sldLayoutMkLst>
            <pc:docMk/>
            <pc:sldMasterMk cId="3202748920" sldId="2147483684"/>
            <pc:sldLayoutMk cId="1933400586" sldId="2147483959"/>
          </pc:sldLayoutMkLst>
          <pc:spChg chg="add del mod">
            <ac:chgData name="CHAI ZHE QING" userId="fb2c253e-f6c1-4283-91d9-c43ca18f9255" providerId="ADAL" clId="{9C9A4AA5-EACC-48F6-960D-F30C3076EFE7}" dt="2026-10-29T07:19:29.397" v="886"/>
            <ac:spMkLst>
              <pc:docMk/>
              <pc:sldMasterMk cId="3202748920" sldId="2147483684"/>
              <pc:sldLayoutMk cId="1933400586" sldId="2147483959"/>
              <ac:spMk id="2" creationId="{925DE8E1-3CD2-6975-347F-7D1991EDA9AF}"/>
            </ac:spMkLst>
          </pc:spChg>
          <pc:spChg chg="mod">
            <ac:chgData name="CHAI ZHE QING" userId="fb2c253e-f6c1-4283-91d9-c43ca18f9255" providerId="ADAL" clId="{9C9A4AA5-EACC-48F6-960D-F30C3076EFE7}" dt="2026-10-28T01:04:18.014" v="278" actId="1076"/>
            <ac:spMkLst>
              <pc:docMk/>
              <pc:sldMasterMk cId="3202748920" sldId="2147483684"/>
              <pc:sldLayoutMk cId="1933400586" sldId="2147483959"/>
              <ac:spMk id="4" creationId="{00000000-0000-0000-0000-000000000000}"/>
            </ac:spMkLst>
          </pc:spChg>
          <pc:spChg chg="mod">
            <ac:chgData name="CHAI ZHE QING" userId="fb2c253e-f6c1-4283-91d9-c43ca18f9255" providerId="ADAL" clId="{9C9A4AA5-EACC-48F6-960D-F30C3076EFE7}" dt="2026-10-28T01:04:18.014" v="278" actId="1076"/>
            <ac:spMkLst>
              <pc:docMk/>
              <pc:sldMasterMk cId="3202748920" sldId="2147483684"/>
              <pc:sldLayoutMk cId="1933400586" sldId="2147483959"/>
              <ac:spMk id="5" creationId="{00000000-0000-0000-0000-000000000000}"/>
            </ac:spMkLst>
          </pc:spChg>
          <pc:spChg chg="mod">
            <ac:chgData name="CHAI ZHE QING" userId="fb2c253e-f6c1-4283-91d9-c43ca18f9255" providerId="ADAL" clId="{9C9A4AA5-EACC-48F6-960D-F30C3076EFE7}" dt="2026-10-28T01:04:20.550" v="279" actId="1076"/>
            <ac:spMkLst>
              <pc:docMk/>
              <pc:sldMasterMk cId="3202748920" sldId="2147483684"/>
              <pc:sldLayoutMk cId="1933400586" sldId="2147483959"/>
              <ac:spMk id="11" creationId="{00000000-0000-0000-0000-000000000000}"/>
            </ac:spMkLst>
          </pc:spChg>
          <pc:grpChg chg="mod">
            <ac:chgData name="CHAI ZHE QING" userId="fb2c253e-f6c1-4283-91d9-c43ca18f9255" providerId="ADAL" clId="{9C9A4AA5-EACC-48F6-960D-F30C3076EFE7}" dt="2026-10-28T01:04:18.014" v="278" actId="1076"/>
            <ac:grpSpMkLst>
              <pc:docMk/>
              <pc:sldMasterMk cId="3202748920" sldId="2147483684"/>
              <pc:sldLayoutMk cId="1933400586" sldId="2147483959"/>
              <ac:grpSpMk id="3" creationId="{00000000-0000-0000-0000-000000000000}"/>
            </ac:grpSpMkLst>
          </pc:grpChg>
        </pc:sldLayoutChg>
      </pc:sldMasterChg>
      <pc:sldMasterChg chg="del delSldLayout">
        <pc:chgData name="CHAI ZHE QING" userId="fb2c253e-f6c1-4283-91d9-c43ca18f9255" providerId="ADAL" clId="{9C9A4AA5-EACC-48F6-960D-F30C3076EFE7}" dt="2026-10-28T00:59:26.334" v="273"/>
        <pc:sldMasterMkLst>
          <pc:docMk/>
          <pc:sldMasterMk cId="13014207" sldId="2147483789"/>
        </pc:sldMasterMkLst>
        <pc:sldLayoutChg chg="del">
          <pc:chgData name="CHAI ZHE QING" userId="fb2c253e-f6c1-4283-91d9-c43ca18f9255" providerId="ADAL" clId="{9C9A4AA5-EACC-48F6-960D-F30C3076EFE7}" dt="2026-10-28T00:59:26.334" v="273"/>
          <pc:sldLayoutMkLst>
            <pc:docMk/>
            <pc:sldMasterMk cId="13014207" sldId="2147483789"/>
            <pc:sldLayoutMk cId="45837927" sldId="2147483790"/>
          </pc:sldLayoutMkLst>
        </pc:sldLayoutChg>
        <pc:sldLayoutChg chg="del">
          <pc:chgData name="CHAI ZHE QING" userId="fb2c253e-f6c1-4283-91d9-c43ca18f9255" providerId="ADAL" clId="{9C9A4AA5-EACC-48F6-960D-F30C3076EFE7}" dt="2026-10-28T00:59:26.334" v="273"/>
          <pc:sldLayoutMkLst>
            <pc:docMk/>
            <pc:sldMasterMk cId="13014207" sldId="2147483789"/>
            <pc:sldLayoutMk cId="982757474" sldId="2147483791"/>
          </pc:sldLayoutMkLst>
        </pc:sldLayoutChg>
        <pc:sldLayoutChg chg="del">
          <pc:chgData name="CHAI ZHE QING" userId="fb2c253e-f6c1-4283-91d9-c43ca18f9255" providerId="ADAL" clId="{9C9A4AA5-EACC-48F6-960D-F30C3076EFE7}" dt="2026-10-28T00:59:26.334" v="273"/>
          <pc:sldLayoutMkLst>
            <pc:docMk/>
            <pc:sldMasterMk cId="13014207" sldId="2147483789"/>
            <pc:sldLayoutMk cId="2592832274" sldId="2147483793"/>
          </pc:sldLayoutMkLst>
        </pc:sldLayoutChg>
        <pc:sldLayoutChg chg="del">
          <pc:chgData name="CHAI ZHE QING" userId="fb2c253e-f6c1-4283-91d9-c43ca18f9255" providerId="ADAL" clId="{9C9A4AA5-EACC-48F6-960D-F30C3076EFE7}" dt="2026-10-28T00:59:26.334" v="273"/>
          <pc:sldLayoutMkLst>
            <pc:docMk/>
            <pc:sldMasterMk cId="13014207" sldId="2147483789"/>
            <pc:sldLayoutMk cId="2919047347" sldId="2147483794"/>
          </pc:sldLayoutMkLst>
        </pc:sldLayoutChg>
        <pc:sldLayoutChg chg="del">
          <pc:chgData name="CHAI ZHE QING" userId="fb2c253e-f6c1-4283-91d9-c43ca18f9255" providerId="ADAL" clId="{9C9A4AA5-EACC-48F6-960D-F30C3076EFE7}" dt="2026-10-28T00:59:26.334" v="273"/>
          <pc:sldLayoutMkLst>
            <pc:docMk/>
            <pc:sldMasterMk cId="13014207" sldId="2147483789"/>
            <pc:sldLayoutMk cId="1069193266" sldId="2147483795"/>
          </pc:sldLayoutMkLst>
        </pc:sldLayoutChg>
        <pc:sldLayoutChg chg="del">
          <pc:chgData name="CHAI ZHE QING" userId="fb2c253e-f6c1-4283-91d9-c43ca18f9255" providerId="ADAL" clId="{9C9A4AA5-EACC-48F6-960D-F30C3076EFE7}" dt="2026-10-28T00:59:26.334" v="273"/>
          <pc:sldLayoutMkLst>
            <pc:docMk/>
            <pc:sldMasterMk cId="13014207" sldId="2147483789"/>
            <pc:sldLayoutMk cId="1169285373" sldId="2147483798"/>
          </pc:sldLayoutMkLst>
        </pc:sldLayoutChg>
        <pc:sldLayoutChg chg="del">
          <pc:chgData name="CHAI ZHE QING" userId="fb2c253e-f6c1-4283-91d9-c43ca18f9255" providerId="ADAL" clId="{9C9A4AA5-EACC-48F6-960D-F30C3076EFE7}" dt="2026-10-28T00:59:26.334" v="273"/>
          <pc:sldLayoutMkLst>
            <pc:docMk/>
            <pc:sldMasterMk cId="13014207" sldId="2147483789"/>
            <pc:sldLayoutMk cId="2570167949" sldId="2147483802"/>
          </pc:sldLayoutMkLst>
        </pc:sldLayoutChg>
        <pc:sldLayoutChg chg="del">
          <pc:chgData name="CHAI ZHE QING" userId="fb2c253e-f6c1-4283-91d9-c43ca18f9255" providerId="ADAL" clId="{9C9A4AA5-EACC-48F6-960D-F30C3076EFE7}" dt="2026-10-28T00:59:26.334" v="273"/>
          <pc:sldLayoutMkLst>
            <pc:docMk/>
            <pc:sldMasterMk cId="13014207" sldId="2147483789"/>
            <pc:sldLayoutMk cId="4246090135" sldId="2147483804"/>
          </pc:sldLayoutMkLst>
        </pc:sldLayoutChg>
        <pc:sldLayoutChg chg="del">
          <pc:chgData name="CHAI ZHE QING" userId="fb2c253e-f6c1-4283-91d9-c43ca18f9255" providerId="ADAL" clId="{9C9A4AA5-EACC-48F6-960D-F30C3076EFE7}" dt="2026-10-28T00:59:26.334" v="273"/>
          <pc:sldLayoutMkLst>
            <pc:docMk/>
            <pc:sldMasterMk cId="13014207" sldId="2147483789"/>
            <pc:sldLayoutMk cId="2149773218" sldId="2147483808"/>
          </pc:sldLayoutMkLst>
        </pc:sldLayoutChg>
      </pc:sldMasterChg>
      <pc:sldMasterChg chg="delSldLayout">
        <pc:chgData name="CHAI ZHE QING" userId="fb2c253e-f6c1-4283-91d9-c43ca18f9255" providerId="ADAL" clId="{9C9A4AA5-EACC-48F6-960D-F30C3076EFE7}" dt="2026-10-27T08:37:01.468" v="140" actId="47"/>
        <pc:sldMasterMkLst>
          <pc:docMk/>
          <pc:sldMasterMk cId="3670650027" sldId="2147484199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r">
              <a:defRPr sz="1200"/>
            </a:lvl1pPr>
          </a:lstStyle>
          <a:p>
            <a:fld id="{74909ABE-2660-48AE-8653-15F697C412D9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87" tIns="46644" rIns="93287" bIns="4664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6"/>
            <a:ext cx="5445760" cy="3913614"/>
          </a:xfrm>
          <a:prstGeom prst="rect">
            <a:avLst/>
          </a:prstGeom>
        </p:spPr>
        <p:txBody>
          <a:bodyPr vert="horz" lIns="93287" tIns="46644" rIns="93287" bIns="46644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r">
              <a:defRPr sz="1200"/>
            </a:lvl1pPr>
          </a:lstStyle>
          <a:p>
            <a:fld id="{BDD7E657-C3A0-46F7-AF0D-BDC7B297A0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4497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466435">
              <a:defRPr/>
            </a:pPr>
            <a:fld id="{9179DDEA-27B1-44D3-8447-BD227E379D20}" type="slidenum">
              <a:rPr lang="ko-KR" altLang="en-US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pPr defTabSz="466435">
                <a:defRPr/>
              </a:pPr>
              <a:t>1</a:t>
            </a:fld>
            <a:endParaRPr lang="ko-KR" altLang="en-US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1005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D7E657-C3A0-46F7-AF0D-BDC7B297A0A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007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69B13-64CC-602D-3E19-5A6D0A857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7F397C-0FFA-5402-B0CD-7DC4FA7CAA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D92923-380E-DF4B-FEB0-D8522436EA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6D2B88-B27A-AC4D-B543-0F759C8F38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926B84-6C48-462D-9D1F-1AC13BA161C2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99688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308BA-DC82-36FF-F0EA-7EFE945B7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D6F40A-25D6-FD34-EDA4-ADD0562C89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CF379B-B9E6-C6DD-ABEC-E559B85BEC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4A460-54A3-B9C5-D81F-3D619A9BF8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926B84-6C48-462D-9D1F-1AC13BA161C2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9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115D9-5E82-5FF6-CBE7-3E751490C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1EAAFC-0A7A-F694-433D-C0451EF62A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7E1B23-40F2-0C06-2A56-6ACD29066F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2222E-FDDD-4297-A2FA-46F6C0BBC0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926B84-6C48-462D-9D1F-1AC13BA161C2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9405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46125" y="1350963"/>
            <a:ext cx="5264150" cy="36464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ko-KR" altLang="en-US"/>
          </a:p>
        </p:txBody>
      </p:sp>
      <p:sp>
        <p:nvSpPr>
          <p:cNvPr id="8704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defTabSz="957263" latinLnBrk="1">
              <a:defRPr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742950" indent="-285750" defTabSz="957263" latinLnBrk="1">
              <a:defRPr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 marL="1143000" indent="-228600" defTabSz="957263" latinLnBrk="1">
              <a:defRPr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 marL="1600200" indent="-228600" defTabSz="957263" latinLnBrk="1">
              <a:defRPr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 marL="2057400" indent="-228600" defTabSz="957263" latinLnBrk="1">
              <a:defRPr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957263" fontAlgn="base" latinLnBrk="1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957263" fontAlgn="base" latinLnBrk="1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957263" fontAlgn="base" latinLnBrk="1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957263" fontAlgn="base" latinLnBrk="1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marL="0" marR="0" lvl="0" indent="0" algn="r" defTabSz="957263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6E2010-E9DC-4BBC-90F6-A14311B7C5D2}" type="slidenum"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rPr>
              <a:pPr marL="0" marR="0" lvl="0" indent="0" algn="r" defTabSz="957263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ko-KR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ulim" panose="020B0600000101010101" pitchFamily="34" charset="-127"/>
              <a:ea typeface="Gulim" panose="020B0600000101010101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4376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81075" y="1243013"/>
            <a:ext cx="4845050" cy="33543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57281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ED5E29C-7C15-4788-84B6-3E3248B15906}" type="slidenum"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57281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ko-KR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73244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1C0BC-188E-579B-4348-1567FB104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386BF5-746A-FACD-775C-D16E17FD0E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44538" y="1350963"/>
            <a:ext cx="5265737" cy="36464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3A6DA8-B53A-0C14-61AF-C7B0764B3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199296-7422-0A7A-F718-454F00608B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57281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ED5E29C-7C15-4788-84B6-3E3248B15906}" type="slidenum"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57281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1" lang="ko-KR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07557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>
                <a:ea typeface="맑은 고딕"/>
              </a:rPr>
              <a:t>Dark factory perspective, how to we improve things user stories should be targeting this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D7E657-C3A0-46F7-AF0D-BDC7B297A0A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6459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81075" y="1243013"/>
            <a:ext cx="4845050" cy="33543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57281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ED5E29C-7C15-4788-84B6-3E3248B15906}" type="slidenum"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57281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1" lang="ko-KR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53051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F0CA1-E5F7-9509-D7F3-238BDCDC1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CD259B-8CB1-4F0A-619D-C595354BF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D3D221-10AF-FD10-D8BF-C59D0ED4D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C1DC2-283F-856C-D121-6FD7E3EB7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833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926B84-6C48-462D-9D1F-1AC13BA161C2}" type="slidenum">
              <a:rPr kumimoji="0" lang="en-SG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833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19159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9C620-E0D0-0FE7-0B2E-9419B784B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027B59-1949-DCAC-A847-B8EEB6B6D7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EB6C56-E67A-0845-C0CE-DBEA5A6B2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45C246-1987-A335-EF30-F4B7BFA499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926B84-6C48-462D-9D1F-1AC13BA161C2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67598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79DDEA-27B1-44D3-8447-BD227E379D2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95328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D07A4-74AE-4F96-8426-D63903B4C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BF007A-2436-8AA9-7ADE-1EDE7B5AE3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A5C612-65DD-CE11-8ED1-7FE70E4FA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3FD5C-9569-E019-5C08-BDEA1FBB6F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79DDEA-27B1-44D3-8447-BD227E379D20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41983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19175" y="1265238"/>
            <a:ext cx="4927600" cy="341153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01646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ED5E29C-7C15-4788-84B6-3E3248B15906}" type="slidenum">
              <a:rPr kumimoji="1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1001646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1" lang="ko-KR" altLang="en-US" sz="13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10953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44538" y="1350963"/>
            <a:ext cx="5265737" cy="36449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01646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ED5E29C-7C15-4788-84B6-3E3248B15906}" type="slidenum">
              <a:rPr kumimoji="1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1001646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1" lang="ko-KR" altLang="en-US" sz="13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16912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D20ED-FEC0-D347-790D-0D5565AA8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24DDB7-3066-B2D3-A513-CF35CB2661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A1F488-DD2A-4B1F-E85C-A61D666251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922B62-F574-B9B0-BBB8-4AE3EF5C7E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DD890-42FD-4AD6-946B-48EF7827DE74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70555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46125" y="1350963"/>
            <a:ext cx="5264150" cy="36464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ko-KR" altLang="en-US"/>
          </a:p>
        </p:txBody>
      </p:sp>
      <p:sp>
        <p:nvSpPr>
          <p:cNvPr id="8704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defTabSz="957263" latinLnBrk="1">
              <a:defRPr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742950" indent="-285750" defTabSz="957263" latinLnBrk="1">
              <a:defRPr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 marL="1143000" indent="-228600" defTabSz="957263" latinLnBrk="1">
              <a:defRPr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 marL="1600200" indent="-228600" defTabSz="957263" latinLnBrk="1">
              <a:defRPr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 marL="2057400" indent="-228600" defTabSz="957263" latinLnBrk="1">
              <a:defRPr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957263" fontAlgn="base" latinLnBrk="1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957263" fontAlgn="base" latinLnBrk="1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957263" fontAlgn="base" latinLnBrk="1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957263" fontAlgn="base" latinLnBrk="1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marL="0" marR="0" lvl="0" indent="0" algn="r" defTabSz="957263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6E2010-E9DC-4BBC-90F6-A14311B7C5D2}" type="slidenum"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rPr>
              <a:pPr marL="0" marR="0" lvl="0" indent="0" algn="r" defTabSz="957263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1" lang="ko-KR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ulim" panose="020B0600000101010101" pitchFamily="34" charset="-127"/>
              <a:ea typeface="Gulim" panose="020B0600000101010101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8409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8B6770E6-0AE0-3EF9-6AA8-ECD391EE01C3}"/>
              </a:ext>
            </a:extLst>
          </p:cNvPr>
          <p:cNvGrpSpPr/>
          <p:nvPr userDrawn="1"/>
        </p:nvGrpSpPr>
        <p:grpSpPr>
          <a:xfrm>
            <a:off x="0" y="1778000"/>
            <a:ext cx="8618294" cy="3083623"/>
            <a:chOff x="0" y="1778000"/>
            <a:chExt cx="8618294" cy="3083623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88D5C68-0294-CAC0-9A13-8C6CB1433841}"/>
                </a:ext>
              </a:extLst>
            </p:cNvPr>
            <p:cNvSpPr/>
            <p:nvPr userDrawn="1"/>
          </p:nvSpPr>
          <p:spPr>
            <a:xfrm>
              <a:off x="0" y="1778000"/>
              <a:ext cx="8618294" cy="26797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1" name="Right Triangle 30">
              <a:extLst>
                <a:ext uri="{FF2B5EF4-FFF2-40B4-BE49-F238E27FC236}">
                  <a16:creationId xmlns:a16="http://schemas.microsoft.com/office/drawing/2014/main" id="{7E156C9C-F913-D232-D0C8-005352001683}"/>
                </a:ext>
              </a:extLst>
            </p:cNvPr>
            <p:cNvSpPr/>
            <p:nvPr userDrawn="1"/>
          </p:nvSpPr>
          <p:spPr>
            <a:xfrm rot="5400000">
              <a:off x="7782145" y="4025474"/>
              <a:ext cx="403922" cy="1268375"/>
            </a:xfrm>
            <a:custGeom>
              <a:avLst/>
              <a:gdLst>
                <a:gd name="connsiteX0" fmla="*/ 0 w 578489"/>
                <a:gd name="connsiteY0" fmla="*/ 2420694 h 2420694"/>
                <a:gd name="connsiteX1" fmla="*/ 0 w 578489"/>
                <a:gd name="connsiteY1" fmla="*/ 0 h 2420694"/>
                <a:gd name="connsiteX2" fmla="*/ 578489 w 578489"/>
                <a:gd name="connsiteY2" fmla="*/ 2420694 h 2420694"/>
                <a:gd name="connsiteX3" fmla="*/ 0 w 578489"/>
                <a:gd name="connsiteY3" fmla="*/ 2420694 h 2420694"/>
                <a:gd name="connsiteX0" fmla="*/ 0 w 578489"/>
                <a:gd name="connsiteY0" fmla="*/ 2420694 h 2420694"/>
                <a:gd name="connsiteX1" fmla="*/ 0 w 578489"/>
                <a:gd name="connsiteY1" fmla="*/ 0 h 2420694"/>
                <a:gd name="connsiteX2" fmla="*/ 578489 w 578489"/>
                <a:gd name="connsiteY2" fmla="*/ 2420694 h 2420694"/>
                <a:gd name="connsiteX3" fmla="*/ 0 w 578489"/>
                <a:gd name="connsiteY3" fmla="*/ 2420694 h 2420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489" h="2420694">
                  <a:moveTo>
                    <a:pt x="0" y="2420694"/>
                  </a:moveTo>
                  <a:lnTo>
                    <a:pt x="0" y="0"/>
                  </a:lnTo>
                  <a:cubicBezTo>
                    <a:pt x="192830" y="806898"/>
                    <a:pt x="550759" y="2274196"/>
                    <a:pt x="578489" y="2420694"/>
                  </a:cubicBezTo>
                  <a:lnTo>
                    <a:pt x="0" y="2420694"/>
                  </a:lnTo>
                  <a:close/>
                </a:path>
              </a:pathLst>
            </a:custGeom>
            <a:gradFill>
              <a:gsLst>
                <a:gs pos="100000">
                  <a:schemeClr val="tx2"/>
                </a:gs>
                <a:gs pos="0">
                  <a:schemeClr val="accent3">
                    <a:lumMod val="75000"/>
                  </a:schemeClr>
                </a:gs>
              </a:gsLst>
              <a:lin ang="126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12EA6EAE-0FA5-1F11-D501-BC55C7FD2B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19" t="1135" r="7221"/>
          <a:stretch/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A close up of a sign&#10;&#10;Description automatically generated">
            <a:extLst>
              <a:ext uri="{FF2B5EF4-FFF2-40B4-BE49-F238E27FC236}">
                <a16:creationId xmlns:a16="http://schemas.microsoft.com/office/drawing/2014/main" id="{AE2A7543-7EBC-C46E-B3F7-B9FD203EAB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5734" y="6374790"/>
            <a:ext cx="2173920" cy="332589"/>
          </a:xfrm>
          <a:prstGeom prst="rect">
            <a:avLst/>
          </a:prstGeom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9DA7C9CA-A0BF-9050-B5F3-F25D74A55F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033" y="2335579"/>
            <a:ext cx="8056967" cy="610822"/>
          </a:xfrm>
          <a:prstGeom prst="rect">
            <a:avLst/>
          </a:prstGeom>
        </p:spPr>
        <p:txBody>
          <a:bodyPr anchor="ctr"/>
          <a:lstStyle>
            <a:lvl1pPr>
              <a:defRPr sz="3600">
                <a:solidFill>
                  <a:schemeClr val="bg1">
                    <a:lumMod val="95000"/>
                  </a:schemeClr>
                </a:solidFill>
                <a:latin typeface="Hyundai Sans Text KR Bold" panose="020B0600000101010101" pitchFamily="34" charset="-127"/>
                <a:ea typeface="Hyundai Sans Text KR Bold" panose="020B0600000101010101" pitchFamily="34" charset="-127"/>
              </a:defRPr>
            </a:lvl1pPr>
          </a:lstStyle>
          <a:p>
            <a:r>
              <a:rPr lang="en-US"/>
              <a:t>Insert Title</a:t>
            </a:r>
            <a:endParaRPr lang="en-SG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2A5FBB8-1ED5-CF57-7307-132ED7F17D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532" y="3890285"/>
            <a:ext cx="5020041" cy="405179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accent3">
                    <a:lumMod val="90000"/>
                  </a:schemeClr>
                </a:solidFill>
              </a:defRPr>
            </a:lvl1pPr>
            <a:lvl2pPr>
              <a:defRPr sz="16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FA7CD80-EEBA-E721-4A42-CDF8F9C29BFF}"/>
              </a:ext>
            </a:extLst>
          </p:cNvPr>
          <p:cNvCxnSpPr>
            <a:cxnSpLocks/>
          </p:cNvCxnSpPr>
          <p:nvPr userDrawn="1"/>
        </p:nvCxnSpPr>
        <p:spPr>
          <a:xfrm>
            <a:off x="134532" y="3695090"/>
            <a:ext cx="8183967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143F9AE8-4CFD-8FE7-E921-F90BA63C1F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033" y="5050081"/>
            <a:ext cx="5020041" cy="405179"/>
          </a:xfrm>
          <a:prstGeom prst="rect">
            <a:avLst/>
          </a:prstGeom>
        </p:spPr>
        <p:txBody>
          <a:bodyPr/>
          <a:lstStyle>
            <a:lvl1pPr>
              <a:defRPr sz="1800" i="0">
                <a:solidFill>
                  <a:schemeClr val="accent3">
                    <a:lumMod val="25000"/>
                  </a:schemeClr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1pPr>
            <a:lvl2pPr>
              <a:defRPr sz="16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2pPr>
          </a:lstStyle>
          <a:p>
            <a:pPr lvl="0"/>
            <a:r>
              <a:rPr lang="en-US"/>
              <a:t>Presented by:</a:t>
            </a:r>
          </a:p>
        </p:txBody>
      </p:sp>
      <p:pic>
        <p:nvPicPr>
          <p:cNvPr id="3" name="Picture 2" descr="A blue and black logo&#10;&#10;Description automatically generated">
            <a:extLst>
              <a:ext uri="{FF2B5EF4-FFF2-40B4-BE49-F238E27FC236}">
                <a16:creationId xmlns:a16="http://schemas.microsoft.com/office/drawing/2014/main" id="{BE936FEE-4AB0-8B77-C7BE-D7B73D11DE6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1280" y="183347"/>
            <a:ext cx="1268374" cy="17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9236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88D5C68-0294-CAC0-9A13-8C6CB1433841}"/>
              </a:ext>
            </a:extLst>
          </p:cNvPr>
          <p:cNvSpPr/>
          <p:nvPr userDrawn="1"/>
        </p:nvSpPr>
        <p:spPr>
          <a:xfrm>
            <a:off x="0" y="0"/>
            <a:ext cx="9906000" cy="68756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2EA6EAE-0FA5-1F11-D501-BC55C7FD2B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89" r="2063" b="1147"/>
          <a:stretch/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9DA7C9CA-A0BF-9050-B5F3-F25D74A55F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033" y="2335579"/>
            <a:ext cx="8056967" cy="610822"/>
          </a:xfrm>
          <a:prstGeom prst="rect">
            <a:avLst/>
          </a:prstGeom>
        </p:spPr>
        <p:txBody>
          <a:bodyPr anchor="ctr"/>
          <a:lstStyle>
            <a:lvl1pPr>
              <a:defRPr sz="3600">
                <a:solidFill>
                  <a:schemeClr val="bg1">
                    <a:lumMod val="95000"/>
                  </a:schemeClr>
                </a:solidFill>
                <a:latin typeface="Hyundai Sans Text KR Bold" panose="020B0600000101010101" pitchFamily="34" charset="-127"/>
                <a:ea typeface="Hyundai Sans Text KR Bold" panose="020B0600000101010101" pitchFamily="34" charset="-127"/>
              </a:defRPr>
            </a:lvl1pPr>
          </a:lstStyle>
          <a:p>
            <a:r>
              <a:rPr lang="en-US"/>
              <a:t>Insert Title</a:t>
            </a:r>
            <a:endParaRPr lang="en-SG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2A5FBB8-1ED5-CF57-7307-132ED7F17D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532" y="3890285"/>
            <a:ext cx="5020041" cy="405179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accent3">
                    <a:lumMod val="90000"/>
                  </a:schemeClr>
                </a:solidFill>
              </a:defRPr>
            </a:lvl1pPr>
            <a:lvl2pPr>
              <a:defRPr sz="16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FA7CD80-EEBA-E721-4A42-CDF8F9C29BFF}"/>
              </a:ext>
            </a:extLst>
          </p:cNvPr>
          <p:cNvCxnSpPr>
            <a:cxnSpLocks/>
          </p:cNvCxnSpPr>
          <p:nvPr userDrawn="1"/>
        </p:nvCxnSpPr>
        <p:spPr>
          <a:xfrm>
            <a:off x="134532" y="3756637"/>
            <a:ext cx="924686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143F9AE8-4CFD-8FE7-E921-F90BA63C1F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033" y="5624613"/>
            <a:ext cx="5020041" cy="405179"/>
          </a:xfrm>
          <a:prstGeom prst="rect">
            <a:avLst/>
          </a:prstGeom>
        </p:spPr>
        <p:txBody>
          <a:bodyPr/>
          <a:lstStyle>
            <a:lvl1pPr>
              <a:defRPr sz="1800" i="0">
                <a:solidFill>
                  <a:schemeClr val="accent3"/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1pPr>
            <a:lvl2pPr>
              <a:defRPr sz="16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2pPr>
          </a:lstStyle>
          <a:p>
            <a:pPr lvl="0"/>
            <a:r>
              <a:rPr lang="en-US"/>
              <a:t>Presented by: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6BE5746-0FA6-FB6E-F405-863723594B44}"/>
              </a:ext>
            </a:extLst>
          </p:cNvPr>
          <p:cNvGrpSpPr/>
          <p:nvPr userDrawn="1"/>
        </p:nvGrpSpPr>
        <p:grpSpPr>
          <a:xfrm>
            <a:off x="6956078" y="132055"/>
            <a:ext cx="2949922" cy="338554"/>
            <a:chOff x="5713239" y="619453"/>
            <a:chExt cx="2949922" cy="338554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E4D4635-7DB2-6E2A-2AE3-38CCD895F8E3}"/>
                </a:ext>
              </a:extLst>
            </p:cNvPr>
            <p:cNvSpPr txBox="1"/>
            <p:nvPr userDrawn="1"/>
          </p:nvSpPr>
          <p:spPr>
            <a:xfrm>
              <a:off x="5713239" y="619453"/>
              <a:ext cx="29499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0">
                  <a:solidFill>
                    <a:schemeClr val="bg1"/>
                  </a:solidFill>
                  <a:latin typeface="Hyundai Sans Head KR Medium" panose="020B0600000101010101" pitchFamily="34" charset="-127"/>
                  <a:ea typeface="Hyundai Sans Head KR Medium" panose="020B0600000101010101" pitchFamily="34" charset="-127"/>
                </a:rPr>
                <a:t>HYUNDAI MOTOR GROUP</a:t>
              </a:r>
              <a:endParaRPr lang="en-SG" sz="1200" b="0">
                <a:solidFill>
                  <a:schemeClr val="bg1"/>
                </a:solidFill>
                <a:latin typeface="Hyundai Sans Head KR Medium" panose="020B0600000101010101" pitchFamily="34" charset="-127"/>
                <a:ea typeface="Hyundai Sans Head KR Medium" panose="020B0600000101010101" pitchFamily="34" charset="-127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EC63A06-0127-21AD-E019-65BC280C58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57875" y="881063"/>
              <a:ext cx="2660650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437062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A4C1E1D-A6AC-453D-704E-F5A70CACEE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14000"/>
          </a:blip>
          <a:srcRect l="14496" r="6013" b="2145"/>
          <a:stretch/>
        </p:blipFill>
        <p:spPr>
          <a:xfrm>
            <a:off x="-1" y="0"/>
            <a:ext cx="9906001" cy="6853359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5342334-C00D-8C9C-5626-460A6205C6C3}"/>
              </a:ext>
            </a:extLst>
          </p:cNvPr>
          <p:cNvSpPr/>
          <p:nvPr userDrawn="1"/>
        </p:nvSpPr>
        <p:spPr>
          <a:xfrm>
            <a:off x="281719" y="727121"/>
            <a:ext cx="8976581" cy="2943180"/>
          </a:xfrm>
          <a:prstGeom prst="roundRect">
            <a:avLst>
              <a:gd name="adj" fmla="val 2662"/>
            </a:avLst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9000">
                <a:schemeClr val="accent3">
                  <a:lumMod val="70000"/>
                </a:schemeClr>
              </a:gs>
              <a:gs pos="48000">
                <a:schemeClr val="accent3">
                  <a:lumMod val="50000"/>
                </a:schemeClr>
              </a:gs>
              <a:gs pos="91000">
                <a:schemeClr val="accent3">
                  <a:lumMod val="25000"/>
                </a:schemeClr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accent3">
                  <a:lumMod val="90000"/>
                </a:schemeClr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2A5FBB8-1ED5-CF57-7307-132ED7F17D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8435" y="2369036"/>
            <a:ext cx="8752865" cy="1059964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chemeClr val="accent3"/>
                </a:solidFill>
                <a:latin typeface="Hyundai Sans Text KR Bold" panose="020B0600000101010101" pitchFamily="34" charset="-127"/>
                <a:ea typeface="Hyundai Sans Text KR Bold" panose="020B0600000101010101" pitchFamily="34" charset="-127"/>
              </a:defRPr>
            </a:lvl1pPr>
            <a:lvl2pPr>
              <a:defRPr sz="16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2pPr>
          </a:lstStyle>
          <a:p>
            <a:pPr lvl="0"/>
            <a:r>
              <a:rPr lang="en-US"/>
              <a:t>Insert Section title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AE0BE513-7E63-7D2A-DE8F-B0D1F0FD60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719" y="4041028"/>
            <a:ext cx="2131281" cy="712788"/>
          </a:xfrm>
          <a:prstGeom prst="rect">
            <a:avLst/>
          </a:prstGeom>
        </p:spPr>
        <p:txBody>
          <a:bodyPr anchor="ctr"/>
          <a:lstStyle>
            <a:lvl2pPr marL="0" indent="0">
              <a:buFont typeface="Wingdings" panose="05000000000000000000" pitchFamily="2" charset="2"/>
              <a:buNone/>
              <a:defRPr sz="2000">
                <a:solidFill>
                  <a:schemeClr val="accent3">
                    <a:lumMod val="25000"/>
                  </a:schemeClr>
                </a:solidFill>
                <a:latin typeface="Hyundai Sans Text KR Medium" panose="020B0600000101010101" pitchFamily="34" charset="-127"/>
                <a:ea typeface="Hyundai Sans Text KR Medium" panose="020B0600000101010101" pitchFamily="34" charset="-127"/>
              </a:defRPr>
            </a:lvl2pPr>
          </a:lstStyle>
          <a:p>
            <a:pPr lvl="1"/>
            <a:r>
              <a:rPr lang="en-US"/>
              <a:t>Dd/mm/</a:t>
            </a:r>
            <a:r>
              <a:rPr lang="en-US" err="1"/>
              <a:t>yyyy</a:t>
            </a:r>
            <a:endParaRPr lang="en-US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10E03E6-1D33-C22E-D98E-473CF3D5C0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8435" y="992407"/>
            <a:ext cx="2263165" cy="1059964"/>
          </a:xfrm>
          <a:prstGeom prst="rect">
            <a:avLst/>
          </a:prstGeom>
        </p:spPr>
        <p:txBody>
          <a:bodyPr anchor="ctr"/>
          <a:lstStyle>
            <a:lvl1pPr>
              <a:defRPr sz="10000">
                <a:solidFill>
                  <a:schemeClr val="accent3"/>
                </a:solidFill>
                <a:latin typeface="Hyundai Sans Text KR Bold" panose="020B0600000101010101" pitchFamily="34" charset="-127"/>
                <a:ea typeface="Hyundai Sans Text KR Bold" panose="020B0600000101010101" pitchFamily="34" charset="-127"/>
              </a:defRPr>
            </a:lvl1pPr>
            <a:lvl2pPr>
              <a:defRPr sz="16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2pPr>
          </a:lstStyle>
          <a:p>
            <a:pPr lvl="0"/>
            <a:r>
              <a:rPr lang="en-US"/>
              <a:t>01 </a:t>
            </a:r>
          </a:p>
        </p:txBody>
      </p:sp>
      <p:pic>
        <p:nvPicPr>
          <p:cNvPr id="3" name="Picture 2" descr="A blue and black logo&#10;&#10;Description automatically generated">
            <a:extLst>
              <a:ext uri="{FF2B5EF4-FFF2-40B4-BE49-F238E27FC236}">
                <a16:creationId xmlns:a16="http://schemas.microsoft.com/office/drawing/2014/main" id="{57A6A977-4016-EE21-212E-2DD3A590B2A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1686" y="6558975"/>
            <a:ext cx="1268374" cy="17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92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2A5FBB8-1ED5-CF57-7307-132ED7F17D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3959" y="1096108"/>
            <a:ext cx="5020041" cy="4051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  <a:lvl2pPr>
              <a:defRPr sz="16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AE0BE513-7E63-7D2A-DE8F-B0D1F0FD60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3959" y="1693985"/>
            <a:ext cx="5020041" cy="712788"/>
          </a:xfrm>
          <a:prstGeom prst="rect">
            <a:avLst/>
          </a:prstGeom>
        </p:spPr>
        <p:txBody>
          <a:bodyPr/>
          <a:lstStyle>
            <a:lvl2pPr marL="285750" indent="-285750">
              <a:buFont typeface="Wingdings" panose="05000000000000000000" pitchFamily="2" charset="2"/>
              <a:buChar char="§"/>
              <a:defRPr sz="14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2pPr>
          </a:lstStyle>
          <a:p>
            <a:pPr lvl="1"/>
            <a:r>
              <a:rPr lang="en-US"/>
              <a:t>Second level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9DA7C9CA-A0BF-9050-B5F3-F25D74A55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29" y="304255"/>
            <a:ext cx="9732272" cy="405179"/>
          </a:xfrm>
          <a:prstGeom prst="rect">
            <a:avLst/>
          </a:prstGeom>
        </p:spPr>
        <p:txBody>
          <a:bodyPr anchor="ctr"/>
          <a:lstStyle>
            <a:lvl1pPr>
              <a:defRPr sz="2200">
                <a:solidFill>
                  <a:schemeClr val="tx2"/>
                </a:solidFill>
                <a:latin typeface="Hyundai Sans Head KR Medium" panose="020B0600000101010101" pitchFamily="34" charset="-127"/>
                <a:ea typeface="Hyundai Sans Head KR Medium" panose="020B0600000101010101" pitchFamily="34" charset="-127"/>
              </a:defRPr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36A33CA8-3081-8EEF-9CD8-4235DD3F97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1686" y="6558975"/>
            <a:ext cx="1268374" cy="17456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B62902-7730-A031-462D-1927F93B13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99" y="66130"/>
            <a:ext cx="3648075" cy="238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3">
                    <a:lumMod val="50000"/>
                  </a:schemeClr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1pPr>
            <a:lvl2pPr>
              <a:defRPr sz="12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2pPr>
            <a:lvl3pPr>
              <a:defRPr sz="12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3pPr>
            <a:lvl4pPr>
              <a:defRPr sz="12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4pPr>
            <a:lvl5pPr>
              <a:defRPr sz="12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136728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2A5FBB8-1ED5-CF57-7307-132ED7F17D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998" y="808462"/>
            <a:ext cx="5020041" cy="4051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  <a:lvl2pPr>
              <a:defRPr sz="16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AE0BE513-7E63-7D2A-DE8F-B0D1F0FD60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9998" y="1406339"/>
            <a:ext cx="5020041" cy="310661"/>
          </a:xfrm>
          <a:prstGeom prst="rect">
            <a:avLst/>
          </a:prstGeom>
        </p:spPr>
        <p:txBody>
          <a:bodyPr/>
          <a:lstStyle>
            <a:lvl2pPr marL="285750" indent="-285750">
              <a:buFont typeface="Wingdings" panose="05000000000000000000" pitchFamily="2" charset="2"/>
              <a:buChar char="§"/>
              <a:defRPr sz="14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2pPr>
          </a:lstStyle>
          <a:p>
            <a:pPr lvl="1"/>
            <a:r>
              <a:rPr lang="en-US"/>
              <a:t>Second level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9DA7C9CA-A0BF-9050-B5F3-F25D74A55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29" y="304255"/>
            <a:ext cx="9732272" cy="405179"/>
          </a:xfrm>
          <a:prstGeom prst="rect">
            <a:avLst/>
          </a:prstGeom>
        </p:spPr>
        <p:txBody>
          <a:bodyPr anchor="ctr"/>
          <a:lstStyle>
            <a:lvl1pPr>
              <a:defRPr sz="2200">
                <a:solidFill>
                  <a:schemeClr val="tx2"/>
                </a:solidFill>
                <a:latin typeface="Hyundai Sans Head KR Medium" panose="020B0600000101010101" pitchFamily="34" charset="-127"/>
                <a:ea typeface="Hyundai Sans Head KR Medium" panose="020B0600000101010101" pitchFamily="34" charset="-127"/>
              </a:defRPr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1DB0209-2CEA-0781-6166-34F871D794C1}"/>
              </a:ext>
            </a:extLst>
          </p:cNvPr>
          <p:cNvSpPr txBox="1">
            <a:spLocks/>
          </p:cNvSpPr>
          <p:nvPr userDrawn="1"/>
        </p:nvSpPr>
        <p:spPr>
          <a:xfrm>
            <a:off x="9414749" y="6605384"/>
            <a:ext cx="234844" cy="12815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000">
              <a:solidFill>
                <a:schemeClr val="tx1"/>
              </a:solidFill>
              <a:latin typeface="Hyundai Sans Text KR" panose="020B0600000101010101" pitchFamily="34" charset="-127"/>
              <a:ea typeface="Hyundai Sans Text KR" panose="020B0600000101010101" pitchFamily="34" charset="-127"/>
            </a:endParaRP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36A33CA8-3081-8EEF-9CD8-4235DD3F97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1686" y="6558975"/>
            <a:ext cx="1268374" cy="17456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B62902-7730-A031-462D-1927F93B13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99" y="66130"/>
            <a:ext cx="3648075" cy="238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3">
                    <a:lumMod val="50000"/>
                  </a:schemeClr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1pPr>
            <a:lvl2pPr>
              <a:defRPr sz="12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2pPr>
            <a:lvl3pPr>
              <a:defRPr sz="12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3pPr>
            <a:lvl4pPr>
              <a:defRPr sz="12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4pPr>
            <a:lvl5pPr>
              <a:defRPr sz="12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5A968D-CC4C-831F-7D1B-BB4A5E3176DD}"/>
              </a:ext>
            </a:extLst>
          </p:cNvPr>
          <p:cNvCxnSpPr>
            <a:cxnSpLocks/>
          </p:cNvCxnSpPr>
          <p:nvPr userDrawn="1"/>
        </p:nvCxnSpPr>
        <p:spPr>
          <a:xfrm>
            <a:off x="319933" y="4165699"/>
            <a:ext cx="936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E9CD934F-306F-7DF5-C71B-BAE185C81BF1}"/>
              </a:ext>
            </a:extLst>
          </p:cNvPr>
          <p:cNvSpPr/>
          <p:nvPr userDrawn="1"/>
        </p:nvSpPr>
        <p:spPr>
          <a:xfrm>
            <a:off x="1047374" y="4075699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5346AAE-6E4B-A213-017A-A74A27965C1D}"/>
              </a:ext>
            </a:extLst>
          </p:cNvPr>
          <p:cNvSpPr/>
          <p:nvPr userDrawn="1"/>
        </p:nvSpPr>
        <p:spPr>
          <a:xfrm>
            <a:off x="2304249" y="4101648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96F0E12-5FB9-FA0B-3579-64310EF83C1B}"/>
              </a:ext>
            </a:extLst>
          </p:cNvPr>
          <p:cNvSpPr/>
          <p:nvPr userDrawn="1"/>
        </p:nvSpPr>
        <p:spPr>
          <a:xfrm>
            <a:off x="3561124" y="4114447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7FB6754-2CE7-7E66-865B-73222D2CE3D7}"/>
              </a:ext>
            </a:extLst>
          </p:cNvPr>
          <p:cNvSpPr/>
          <p:nvPr userDrawn="1"/>
        </p:nvSpPr>
        <p:spPr>
          <a:xfrm>
            <a:off x="4817999" y="4101648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CE2476D-0477-C4D6-7720-A80C04FC8EE9}"/>
              </a:ext>
            </a:extLst>
          </p:cNvPr>
          <p:cNvSpPr/>
          <p:nvPr userDrawn="1"/>
        </p:nvSpPr>
        <p:spPr>
          <a:xfrm>
            <a:off x="7331749" y="4075699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515EC9C-4E9C-A003-E56C-7A6B8C859DA3}"/>
              </a:ext>
            </a:extLst>
          </p:cNvPr>
          <p:cNvSpPr/>
          <p:nvPr userDrawn="1"/>
        </p:nvSpPr>
        <p:spPr>
          <a:xfrm>
            <a:off x="8588626" y="4075699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DB9C8-06C2-64DC-C8AC-BEF64ED5937C}"/>
              </a:ext>
            </a:extLst>
          </p:cNvPr>
          <p:cNvGrpSpPr/>
          <p:nvPr userDrawn="1"/>
        </p:nvGrpSpPr>
        <p:grpSpPr>
          <a:xfrm>
            <a:off x="275977" y="4255699"/>
            <a:ext cx="1787397" cy="2085236"/>
            <a:chOff x="275977" y="4255699"/>
            <a:chExt cx="1787397" cy="2085236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6E7AE4E-3A43-3E71-A091-4BDCCE854920}"/>
                </a:ext>
              </a:extLst>
            </p:cNvPr>
            <p:cNvCxnSpPr>
              <a:cxnSpLocks/>
              <a:endCxn id="16" idx="0"/>
            </p:cNvCxnSpPr>
            <p:nvPr/>
          </p:nvCxnSpPr>
          <p:spPr>
            <a:xfrm>
              <a:off x="1137374" y="4255699"/>
              <a:ext cx="0" cy="1012701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1BA18CE-D690-EA4E-2812-5BF9FD73E7FC}"/>
                </a:ext>
              </a:extLst>
            </p:cNvPr>
            <p:cNvSpPr/>
            <p:nvPr/>
          </p:nvSpPr>
          <p:spPr>
            <a:xfrm>
              <a:off x="275977" y="5358400"/>
              <a:ext cx="1787397" cy="9825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197F3AE-3DFB-1D33-52A5-24BFCF984CFD}"/>
                </a:ext>
              </a:extLst>
            </p:cNvPr>
            <p:cNvSpPr/>
            <p:nvPr/>
          </p:nvSpPr>
          <p:spPr>
            <a:xfrm>
              <a:off x="1047374" y="5268400"/>
              <a:ext cx="180000" cy="18000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0AD0125-A371-2634-5C6F-AB863D520F29}"/>
              </a:ext>
            </a:extLst>
          </p:cNvPr>
          <p:cNvGrpSpPr/>
          <p:nvPr userDrawn="1"/>
        </p:nvGrpSpPr>
        <p:grpSpPr>
          <a:xfrm>
            <a:off x="2804941" y="4294447"/>
            <a:ext cx="1787397" cy="2085236"/>
            <a:chOff x="2320675" y="4255699"/>
            <a:chExt cx="1787397" cy="2085236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F5F37B3-2AFF-84FB-2440-08CBA10A71FE}"/>
                </a:ext>
              </a:extLst>
            </p:cNvPr>
            <p:cNvCxnSpPr>
              <a:cxnSpLocks/>
              <a:endCxn id="24" idx="0"/>
            </p:cNvCxnSpPr>
            <p:nvPr/>
          </p:nvCxnSpPr>
          <p:spPr>
            <a:xfrm>
              <a:off x="3182072" y="4255699"/>
              <a:ext cx="0" cy="1012701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E1969D6-D29B-4627-5DE3-8585CF291465}"/>
                </a:ext>
              </a:extLst>
            </p:cNvPr>
            <p:cNvSpPr/>
            <p:nvPr/>
          </p:nvSpPr>
          <p:spPr>
            <a:xfrm>
              <a:off x="2320675" y="5358400"/>
              <a:ext cx="1787397" cy="9825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96AC745-96BE-FB14-8A20-90A9C69A8423}"/>
                </a:ext>
              </a:extLst>
            </p:cNvPr>
            <p:cNvSpPr/>
            <p:nvPr/>
          </p:nvSpPr>
          <p:spPr>
            <a:xfrm>
              <a:off x="3092072" y="5268400"/>
              <a:ext cx="180000" cy="18000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752F259A-586F-A875-E115-41055D1AFE46}"/>
              </a:ext>
            </a:extLst>
          </p:cNvPr>
          <p:cNvSpPr/>
          <p:nvPr userDrawn="1"/>
        </p:nvSpPr>
        <p:spPr>
          <a:xfrm>
            <a:off x="6074874" y="4075699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10C5B7E-1FB3-D34F-48FA-687A928605F1}"/>
              </a:ext>
            </a:extLst>
          </p:cNvPr>
          <p:cNvGrpSpPr/>
          <p:nvPr userDrawn="1"/>
        </p:nvGrpSpPr>
        <p:grpSpPr>
          <a:xfrm>
            <a:off x="5333905" y="4239819"/>
            <a:ext cx="1787397" cy="2085236"/>
            <a:chOff x="4359024" y="4255699"/>
            <a:chExt cx="1787397" cy="2085236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7869DAC-E8AE-CAF7-18FB-80354F6B9489}"/>
                </a:ext>
              </a:extLst>
            </p:cNvPr>
            <p:cNvCxnSpPr>
              <a:cxnSpLocks/>
              <a:endCxn id="29" idx="0"/>
            </p:cNvCxnSpPr>
            <p:nvPr/>
          </p:nvCxnSpPr>
          <p:spPr>
            <a:xfrm>
              <a:off x="5220421" y="4255699"/>
              <a:ext cx="0" cy="1012701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5C8D3D1-7823-9438-884C-5B48F71C064F}"/>
                </a:ext>
              </a:extLst>
            </p:cNvPr>
            <p:cNvSpPr/>
            <p:nvPr/>
          </p:nvSpPr>
          <p:spPr>
            <a:xfrm>
              <a:off x="4359024" y="5358400"/>
              <a:ext cx="1787397" cy="9825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0BEF96D-435B-6B0B-DDA1-F28D0E659854}"/>
                </a:ext>
              </a:extLst>
            </p:cNvPr>
            <p:cNvSpPr/>
            <p:nvPr/>
          </p:nvSpPr>
          <p:spPr>
            <a:xfrm>
              <a:off x="5130421" y="5268400"/>
              <a:ext cx="180000" cy="18000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C0F0CB4-2B0F-36E1-2DEF-732F4660B283}"/>
              </a:ext>
            </a:extLst>
          </p:cNvPr>
          <p:cNvGrpSpPr/>
          <p:nvPr userDrawn="1"/>
        </p:nvGrpSpPr>
        <p:grpSpPr>
          <a:xfrm>
            <a:off x="7821173" y="4294447"/>
            <a:ext cx="1787397" cy="2085236"/>
            <a:chOff x="6299202" y="3519000"/>
            <a:chExt cx="1787397" cy="2085236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9DA0D6E-230F-1F34-2474-DA062FB4954F}"/>
                </a:ext>
              </a:extLst>
            </p:cNvPr>
            <p:cNvCxnSpPr>
              <a:cxnSpLocks/>
              <a:endCxn id="33" idx="0"/>
            </p:cNvCxnSpPr>
            <p:nvPr/>
          </p:nvCxnSpPr>
          <p:spPr>
            <a:xfrm>
              <a:off x="7160599" y="3519000"/>
              <a:ext cx="0" cy="1012701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02F5ACF-AA30-6040-2471-940503580528}"/>
                </a:ext>
              </a:extLst>
            </p:cNvPr>
            <p:cNvSpPr/>
            <p:nvPr/>
          </p:nvSpPr>
          <p:spPr>
            <a:xfrm>
              <a:off x="6299202" y="4621701"/>
              <a:ext cx="1787397" cy="9825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5F32D812-D8E0-B1A9-C3C6-EEC86507DB46}"/>
                </a:ext>
              </a:extLst>
            </p:cNvPr>
            <p:cNvSpPr/>
            <p:nvPr/>
          </p:nvSpPr>
          <p:spPr>
            <a:xfrm>
              <a:off x="7070599" y="4531701"/>
              <a:ext cx="180000" cy="18000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8AADD1C-C93A-04D8-3B76-6F8295249FD3}"/>
              </a:ext>
            </a:extLst>
          </p:cNvPr>
          <p:cNvGrpSpPr/>
          <p:nvPr userDrawn="1"/>
        </p:nvGrpSpPr>
        <p:grpSpPr>
          <a:xfrm rot="10800000">
            <a:off x="6490567" y="1874515"/>
            <a:ext cx="1787397" cy="2085236"/>
            <a:chOff x="6299202" y="3519000"/>
            <a:chExt cx="1787397" cy="2085236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D3EAF81-9734-FF4A-DC5C-684F67DEA40C}"/>
                </a:ext>
              </a:extLst>
            </p:cNvPr>
            <p:cNvCxnSpPr>
              <a:cxnSpLocks/>
              <a:endCxn id="37" idx="0"/>
            </p:cNvCxnSpPr>
            <p:nvPr/>
          </p:nvCxnSpPr>
          <p:spPr>
            <a:xfrm>
              <a:off x="7160599" y="3519000"/>
              <a:ext cx="0" cy="1012701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3FFE844-A327-CC30-A716-CE9864BCCF00}"/>
                </a:ext>
              </a:extLst>
            </p:cNvPr>
            <p:cNvSpPr/>
            <p:nvPr/>
          </p:nvSpPr>
          <p:spPr>
            <a:xfrm>
              <a:off x="6299202" y="4621701"/>
              <a:ext cx="1787397" cy="9825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2522709D-7DED-C390-49BA-63CF97128F73}"/>
                </a:ext>
              </a:extLst>
            </p:cNvPr>
            <p:cNvSpPr/>
            <p:nvPr/>
          </p:nvSpPr>
          <p:spPr>
            <a:xfrm>
              <a:off x="7070599" y="4531701"/>
              <a:ext cx="180000" cy="18000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8770413-498C-DFE9-6B9F-5C955AF87056}"/>
              </a:ext>
            </a:extLst>
          </p:cNvPr>
          <p:cNvGrpSpPr/>
          <p:nvPr userDrawn="1"/>
        </p:nvGrpSpPr>
        <p:grpSpPr>
          <a:xfrm rot="10800000">
            <a:off x="3993363" y="1964515"/>
            <a:ext cx="1787397" cy="2085236"/>
            <a:chOff x="6299202" y="3519000"/>
            <a:chExt cx="1787397" cy="2085236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7DB0194-3E9B-E9A1-ACDB-FABA5D31E46A}"/>
                </a:ext>
              </a:extLst>
            </p:cNvPr>
            <p:cNvCxnSpPr>
              <a:cxnSpLocks/>
              <a:endCxn id="41" idx="0"/>
            </p:cNvCxnSpPr>
            <p:nvPr/>
          </p:nvCxnSpPr>
          <p:spPr>
            <a:xfrm>
              <a:off x="7160599" y="3519000"/>
              <a:ext cx="0" cy="1012701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5412E6E-AE98-90B5-4A08-E9267C8CCAC8}"/>
                </a:ext>
              </a:extLst>
            </p:cNvPr>
            <p:cNvSpPr/>
            <p:nvPr/>
          </p:nvSpPr>
          <p:spPr>
            <a:xfrm>
              <a:off x="6299202" y="4621701"/>
              <a:ext cx="1787397" cy="9825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4C2A32D-0819-EE85-A553-ED16C2083AE6}"/>
                </a:ext>
              </a:extLst>
            </p:cNvPr>
            <p:cNvSpPr/>
            <p:nvPr/>
          </p:nvSpPr>
          <p:spPr>
            <a:xfrm>
              <a:off x="7070599" y="4531701"/>
              <a:ext cx="180000" cy="18000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F2FBCE4-D936-270C-5929-D3BB4AF43923}"/>
              </a:ext>
            </a:extLst>
          </p:cNvPr>
          <p:cNvGrpSpPr/>
          <p:nvPr userDrawn="1"/>
        </p:nvGrpSpPr>
        <p:grpSpPr>
          <a:xfrm rot="10800000">
            <a:off x="1478341" y="1990786"/>
            <a:ext cx="1787397" cy="2085236"/>
            <a:chOff x="6299202" y="3519000"/>
            <a:chExt cx="1787397" cy="2085236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4E40454-DFC5-E8FA-83F1-33435A5080B4}"/>
                </a:ext>
              </a:extLst>
            </p:cNvPr>
            <p:cNvCxnSpPr>
              <a:cxnSpLocks/>
              <a:endCxn id="45" idx="0"/>
            </p:cNvCxnSpPr>
            <p:nvPr/>
          </p:nvCxnSpPr>
          <p:spPr>
            <a:xfrm>
              <a:off x="7160599" y="3519000"/>
              <a:ext cx="0" cy="1012701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3D2A7B1-3F0B-20CA-EFC1-9479A3A894F3}"/>
                </a:ext>
              </a:extLst>
            </p:cNvPr>
            <p:cNvSpPr/>
            <p:nvPr/>
          </p:nvSpPr>
          <p:spPr>
            <a:xfrm>
              <a:off x="6299202" y="4621701"/>
              <a:ext cx="1787397" cy="9825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5700A73C-BB97-5322-D5C0-22F1F54511C5}"/>
                </a:ext>
              </a:extLst>
            </p:cNvPr>
            <p:cNvSpPr/>
            <p:nvPr/>
          </p:nvSpPr>
          <p:spPr>
            <a:xfrm>
              <a:off x="7070599" y="4531701"/>
              <a:ext cx="180000" cy="18000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4057060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10"/>
          <p:cNvSpPr>
            <a:spLocks noChangeShapeType="1"/>
          </p:cNvSpPr>
          <p:nvPr/>
        </p:nvSpPr>
        <p:spPr bwMode="auto">
          <a:xfrm flipV="1">
            <a:off x="273050" y="692150"/>
            <a:ext cx="9351963" cy="11113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제목 1"/>
          <p:cNvSpPr>
            <a:spLocks noGrp="1"/>
          </p:cNvSpPr>
          <p:nvPr>
            <p:ph type="ctrTitle"/>
          </p:nvPr>
        </p:nvSpPr>
        <p:spPr>
          <a:xfrm>
            <a:off x="187063" y="185664"/>
            <a:ext cx="6730330" cy="506486"/>
          </a:xfrm>
        </p:spPr>
        <p:txBody>
          <a:bodyPr/>
          <a:lstStyle>
            <a:lvl1pPr algn="l">
              <a:defRPr sz="2600"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2" name="부제목 2"/>
          <p:cNvSpPr>
            <a:spLocks noGrp="1"/>
          </p:cNvSpPr>
          <p:nvPr>
            <p:ph type="subTitle" idx="1"/>
          </p:nvPr>
        </p:nvSpPr>
        <p:spPr>
          <a:xfrm>
            <a:off x="590550" y="980728"/>
            <a:ext cx="3146274" cy="360040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>
                    <a:tint val="75000"/>
                  </a:schemeClr>
                </a:solidFill>
                <a:latin typeface="현대하모니 M" pitchFamily="18" charset="-127"/>
                <a:ea typeface="현대하모니 M" pitchFamily="18" charset="-127"/>
              </a:defRPr>
            </a:lvl1pPr>
            <a:lvl2pPr marL="478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6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5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2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1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9129713" y="328613"/>
            <a:ext cx="495300" cy="363537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pPr marL="0" marR="0" lvl="0" indent="0" algn="r" defTabSz="9578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6A353B-F3F7-42E1-A379-45FB515EEBD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itchFamily="18" charset="-127"/>
                <a:ea typeface="현대하모니 M" pitchFamily="18" charset="-127"/>
                <a:cs typeface="+mn-cs"/>
              </a:rPr>
              <a:pPr marL="0" marR="0" lvl="0" indent="0" algn="r" defTabSz="9578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하모니 M" pitchFamily="18" charset="-127"/>
              <a:ea typeface="현대하모니 M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5213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6FEB1-520A-45BD-A7B4-8C69938A46D4}" type="datetimeFigureOut">
              <a:rPr lang="en-SG" smtClean="0"/>
              <a:t>29/10/2026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ACB01-FEA1-4EC4-B7C8-8AF5480CF047}" type="slidenum">
              <a:rPr lang="en-SG" smtClean="0"/>
              <a:t>‹#›</a:t>
            </a:fld>
            <a:endParaRPr lang="en-SG"/>
          </a:p>
        </p:txBody>
      </p:sp>
      <p:grpSp>
        <p:nvGrpSpPr>
          <p:cNvPr id="7" name="Group 9">
            <a:extLst>
              <a:ext uri="{FF2B5EF4-FFF2-40B4-BE49-F238E27FC236}">
                <a16:creationId xmlns:a16="http://schemas.microsoft.com/office/drawing/2014/main" id="{C1D2FC32-6C83-59D8-73D0-A4CB732832C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73050" y="703263"/>
            <a:ext cx="9359900" cy="277812"/>
            <a:chOff x="329" y="1821"/>
            <a:chExt cx="6071" cy="0"/>
          </a:xfrm>
        </p:grpSpPr>
        <p:sp>
          <p:nvSpPr>
            <p:cNvPr id="8" name="Line 10">
              <a:extLst>
                <a:ext uri="{FF2B5EF4-FFF2-40B4-BE49-F238E27FC236}">
                  <a16:creationId xmlns:a16="http://schemas.microsoft.com/office/drawing/2014/main" id="{FB8AB08F-7FA3-5810-2AB4-6BA8662EC0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Line 11">
              <a:extLst>
                <a:ext uri="{FF2B5EF4-FFF2-40B4-BE49-F238E27FC236}">
                  <a16:creationId xmlns:a16="http://schemas.microsoft.com/office/drawing/2014/main" id="{F7836A7B-8CEE-C173-8E94-38459B9712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1835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 userDrawn="1"/>
        </p:nvGrpSpPr>
        <p:grpSpPr bwMode="auto">
          <a:xfrm>
            <a:off x="273050" y="703264"/>
            <a:ext cx="9359900" cy="277812"/>
            <a:chOff x="329" y="1821"/>
            <a:chExt cx="6071" cy="0"/>
          </a:xfrm>
        </p:grpSpPr>
        <p:sp>
          <p:nvSpPr>
            <p:cNvPr id="5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000">
                <a:solidFill>
                  <a:prstClr val="black"/>
                </a:solidFill>
              </a:endParaRPr>
            </a:p>
          </p:txBody>
        </p:sp>
        <p:sp>
          <p:nvSpPr>
            <p:cNvPr id="6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000">
                <a:solidFill>
                  <a:prstClr val="black"/>
                </a:solidFill>
              </a:endParaRPr>
            </a:p>
          </p:txBody>
        </p:sp>
      </p:grpSp>
      <p:sp>
        <p:nvSpPr>
          <p:cNvPr id="11" name="제목 1"/>
          <p:cNvSpPr>
            <a:spLocks noGrp="1"/>
          </p:cNvSpPr>
          <p:nvPr>
            <p:ph type="ctrTitle"/>
          </p:nvPr>
        </p:nvSpPr>
        <p:spPr>
          <a:xfrm>
            <a:off x="177463" y="196778"/>
            <a:ext cx="6730330" cy="506486"/>
          </a:xfrm>
          <a:prstGeom prst="rect">
            <a:avLst/>
          </a:prstGeom>
        </p:spPr>
        <p:txBody>
          <a:bodyPr/>
          <a:lstStyle>
            <a:lvl1pPr algn="l">
              <a:defRPr sz="2600"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2" name="부제목 2"/>
          <p:cNvSpPr>
            <a:spLocks noGrp="1"/>
          </p:cNvSpPr>
          <p:nvPr>
            <p:ph type="subTitle" idx="1"/>
          </p:nvPr>
        </p:nvSpPr>
        <p:spPr>
          <a:xfrm>
            <a:off x="590554" y="980728"/>
            <a:ext cx="3146274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chemeClr val="tx1">
                    <a:tint val="75000"/>
                  </a:schemeClr>
                </a:solidFill>
                <a:latin typeface="현대하모니 M" pitchFamily="18" charset="-127"/>
                <a:ea typeface="현대하모니 M" pitchFamily="18" charset="-127"/>
              </a:defRPr>
            </a:lvl1pPr>
            <a:lvl2pPr marL="4788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7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5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2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1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2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08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47038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273050" y="703263"/>
            <a:ext cx="9359900" cy="277812"/>
            <a:chOff x="329" y="1821"/>
            <a:chExt cx="6071" cy="0"/>
          </a:xfrm>
        </p:grpSpPr>
        <p:sp>
          <p:nvSpPr>
            <p:cNvPr id="4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Line 11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pic>
        <p:nvPicPr>
          <p:cNvPr id="6" name="Picture 146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23325" y="6559550"/>
            <a:ext cx="80962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제목 1"/>
          <p:cNvSpPr>
            <a:spLocks noGrp="1"/>
          </p:cNvSpPr>
          <p:nvPr>
            <p:ph type="ctrTitle"/>
          </p:nvPr>
        </p:nvSpPr>
        <p:spPr>
          <a:xfrm>
            <a:off x="175921" y="196777"/>
            <a:ext cx="6730330" cy="506486"/>
          </a:xfrm>
        </p:spPr>
        <p:txBody>
          <a:bodyPr/>
          <a:lstStyle>
            <a:lvl1pPr algn="l">
              <a:defRPr sz="2600"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33400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nten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2A5FBB8-1ED5-CF57-7307-132ED7F17D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7759" y="896083"/>
            <a:ext cx="5020041" cy="4051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  <a:lvl2pPr>
              <a:defRPr sz="16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AE0BE513-7E63-7D2A-DE8F-B0D1F0FD60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7759" y="1493960"/>
            <a:ext cx="5020041" cy="712788"/>
          </a:xfrm>
          <a:prstGeom prst="rect">
            <a:avLst/>
          </a:prstGeom>
        </p:spPr>
        <p:txBody>
          <a:bodyPr/>
          <a:lstStyle>
            <a:lvl2pPr marL="285750" indent="-285750">
              <a:buFont typeface="Wingdings" panose="05000000000000000000" pitchFamily="2" charset="2"/>
              <a:buChar char="§"/>
              <a:defRPr sz="16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2pPr>
          </a:lstStyle>
          <a:p>
            <a:pPr lvl="1"/>
            <a:r>
              <a:rPr lang="en-US"/>
              <a:t>Second level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9DA7C9CA-A0BF-9050-B5F3-F25D74A55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69" y="4641"/>
            <a:ext cx="8543925" cy="610822"/>
          </a:xfrm>
          <a:prstGeom prst="rect">
            <a:avLst/>
          </a:prstGeom>
        </p:spPr>
        <p:txBody>
          <a:bodyPr anchor="ctr"/>
          <a:lstStyle>
            <a:lvl1pPr>
              <a:defRPr sz="2400">
                <a:solidFill>
                  <a:schemeClr val="tx2"/>
                </a:solidFill>
                <a:latin typeface="Hyundai Sans Head KR Medium" panose="020B0600000101010101" pitchFamily="34" charset="-127"/>
                <a:ea typeface="Hyundai Sans Head KR Medium" panose="020B0600000101010101" pitchFamily="34" charset="-127"/>
              </a:defRPr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11E153C-EA72-6713-A071-517480FB3919}"/>
              </a:ext>
            </a:extLst>
          </p:cNvPr>
          <p:cNvSpPr/>
          <p:nvPr userDrawn="1"/>
        </p:nvSpPr>
        <p:spPr>
          <a:xfrm>
            <a:off x="9554500" y="6478273"/>
            <a:ext cx="288000" cy="288000"/>
          </a:xfrm>
          <a:prstGeom prst="roundRect">
            <a:avLst>
              <a:gd name="adj" fmla="val 467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1DB0209-2CEA-0781-6166-34F871D794C1}"/>
              </a:ext>
            </a:extLst>
          </p:cNvPr>
          <p:cNvSpPr txBox="1">
            <a:spLocks/>
          </p:cNvSpPr>
          <p:nvPr userDrawn="1"/>
        </p:nvSpPr>
        <p:spPr>
          <a:xfrm>
            <a:off x="9581078" y="6558195"/>
            <a:ext cx="234844" cy="12815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fld id="{AA6155B1-E4C6-4055-8D0B-D59D45E6CFE9}" type="slidenum">
              <a:rPr lang="en-US" sz="1050" smtClean="0">
                <a:solidFill>
                  <a:schemeClr val="bg1"/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</a:rPr>
              <a:pPr algn="ctr"/>
              <a:t>‹#›</a:t>
            </a:fld>
            <a:endParaRPr lang="en-US" sz="900">
              <a:solidFill>
                <a:schemeClr val="bg1"/>
              </a:solidFill>
              <a:latin typeface="Hyundai Sans Text KR" panose="020B0600000101010101" pitchFamily="34" charset="-127"/>
              <a:ea typeface="Hyundai Sans Text KR" panose="020B0600000101010101" pitchFamily="34" charset="-127"/>
            </a:endParaRPr>
          </a:p>
        </p:txBody>
      </p:sp>
      <p:pic>
        <p:nvPicPr>
          <p:cNvPr id="20" name="Picture 19" descr="A close up of a sign&#10;&#10;Description automatically generated">
            <a:extLst>
              <a:ext uri="{FF2B5EF4-FFF2-40B4-BE49-F238E27FC236}">
                <a16:creationId xmlns:a16="http://schemas.microsoft.com/office/drawing/2014/main" id="{AE2A7543-7EBC-C46E-B3F7-B9FD203EAB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8950" y="6519087"/>
            <a:ext cx="1552561" cy="23752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F0F4462-FE61-4681-6B4B-61DDB93F581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6636238" cy="153888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SG" sz="1000">
                <a:solidFill>
                  <a:srgbClr val="000000"/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  <a:cs typeface="Calibri" panose="020F0502020204030204" pitchFamily="34" charset="0"/>
              </a:rPr>
              <a:t>This document is protected as Hyundai Motor's intellectual property under relevant laws and regulations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36A33CA8-3081-8EEF-9CD8-4235DD3F97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47179" y="6534990"/>
            <a:ext cx="1268374" cy="17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5876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88D5C68-0294-CAC0-9A13-8C6CB1433841}"/>
              </a:ext>
            </a:extLst>
          </p:cNvPr>
          <p:cNvSpPr/>
          <p:nvPr userDrawn="1"/>
        </p:nvSpPr>
        <p:spPr>
          <a:xfrm>
            <a:off x="0" y="0"/>
            <a:ext cx="9906000" cy="68756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2EA6EAE-0FA5-1F11-D501-BC55C7FD2B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89" r="2063" b="1147"/>
          <a:stretch/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9DA7C9CA-A0BF-9050-B5F3-F25D74A55F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033" y="2335579"/>
            <a:ext cx="8056967" cy="610822"/>
          </a:xfrm>
          <a:prstGeom prst="rect">
            <a:avLst/>
          </a:prstGeom>
        </p:spPr>
        <p:txBody>
          <a:bodyPr anchor="ctr"/>
          <a:lstStyle>
            <a:lvl1pPr>
              <a:defRPr sz="3600">
                <a:solidFill>
                  <a:schemeClr val="bg1">
                    <a:lumMod val="95000"/>
                  </a:schemeClr>
                </a:solidFill>
                <a:latin typeface="Hyundai Sans Text KR Bold" panose="020B0600000101010101" pitchFamily="34" charset="-127"/>
                <a:ea typeface="Hyundai Sans Text KR Bold" panose="020B0600000101010101" pitchFamily="34" charset="-127"/>
              </a:defRPr>
            </a:lvl1pPr>
          </a:lstStyle>
          <a:p>
            <a:r>
              <a:rPr lang="en-US"/>
              <a:t>Insert Title</a:t>
            </a:r>
            <a:endParaRPr lang="en-SG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2A5FBB8-1ED5-CF57-7307-132ED7F17D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532" y="3890285"/>
            <a:ext cx="5020041" cy="405179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accent3">
                    <a:lumMod val="90000"/>
                  </a:schemeClr>
                </a:solidFill>
              </a:defRPr>
            </a:lvl1pPr>
            <a:lvl2pPr>
              <a:defRPr sz="16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FA7CD80-EEBA-E721-4A42-CDF8F9C29BFF}"/>
              </a:ext>
            </a:extLst>
          </p:cNvPr>
          <p:cNvCxnSpPr>
            <a:cxnSpLocks/>
          </p:cNvCxnSpPr>
          <p:nvPr userDrawn="1"/>
        </p:nvCxnSpPr>
        <p:spPr>
          <a:xfrm>
            <a:off x="134532" y="3756637"/>
            <a:ext cx="924686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143F9AE8-4CFD-8FE7-E921-F90BA63C1F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033" y="5624613"/>
            <a:ext cx="5020041" cy="405179"/>
          </a:xfrm>
          <a:prstGeom prst="rect">
            <a:avLst/>
          </a:prstGeom>
        </p:spPr>
        <p:txBody>
          <a:bodyPr/>
          <a:lstStyle>
            <a:lvl1pPr>
              <a:defRPr sz="1800" i="0">
                <a:solidFill>
                  <a:schemeClr val="accent3"/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1pPr>
            <a:lvl2pPr>
              <a:defRPr sz="16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2pPr>
          </a:lstStyle>
          <a:p>
            <a:pPr lvl="0"/>
            <a:r>
              <a:rPr lang="en-US"/>
              <a:t>Presented by: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6BE5746-0FA6-FB6E-F405-863723594B44}"/>
              </a:ext>
            </a:extLst>
          </p:cNvPr>
          <p:cNvGrpSpPr/>
          <p:nvPr userDrawn="1"/>
        </p:nvGrpSpPr>
        <p:grpSpPr>
          <a:xfrm>
            <a:off x="6956078" y="132055"/>
            <a:ext cx="2949922" cy="523220"/>
            <a:chOff x="5713239" y="619453"/>
            <a:chExt cx="2949922" cy="52322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E4D4635-7DB2-6E2A-2AE3-38CCD895F8E3}"/>
                </a:ext>
              </a:extLst>
            </p:cNvPr>
            <p:cNvSpPr txBox="1"/>
            <p:nvPr userDrawn="1"/>
          </p:nvSpPr>
          <p:spPr>
            <a:xfrm>
              <a:off x="5713239" y="619453"/>
              <a:ext cx="29499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0">
                  <a:solidFill>
                    <a:schemeClr val="bg1"/>
                  </a:solidFill>
                  <a:latin typeface="Hyundai Sans Head KR Medium" panose="020B0600000101010101" pitchFamily="34" charset="-127"/>
                  <a:ea typeface="Hyundai Sans Head KR Medium" panose="020B0600000101010101" pitchFamily="34" charset="-127"/>
                </a:rPr>
                <a:t>HYUNDAI MOTOR GROUP </a:t>
              </a:r>
            </a:p>
            <a:p>
              <a:pPr algn="ctr"/>
              <a:r>
                <a:rPr lang="en-US" sz="1200" b="0">
                  <a:solidFill>
                    <a:schemeClr val="bg1"/>
                  </a:solidFill>
                  <a:latin typeface="Hyundai Sans Head KR Medium" panose="020B0600000101010101" pitchFamily="34" charset="-127"/>
                  <a:ea typeface="Hyundai Sans Head KR Medium" panose="020B0600000101010101" pitchFamily="34" charset="-127"/>
                </a:rPr>
                <a:t>INNOVATION CENTER IN SINGAPORE</a:t>
              </a:r>
              <a:endParaRPr lang="en-SG" sz="1200" b="0">
                <a:solidFill>
                  <a:schemeClr val="bg1"/>
                </a:solidFill>
                <a:latin typeface="Hyundai Sans Head KR Medium" panose="020B0600000101010101" pitchFamily="34" charset="-127"/>
                <a:ea typeface="Hyundai Sans Head KR Medium" panose="020B0600000101010101" pitchFamily="34" charset="-127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EC63A06-0127-21AD-E019-65BC280C58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57875" y="881063"/>
              <a:ext cx="2660650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45999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A4C1E1D-A6AC-453D-704E-F5A70CACEE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14000"/>
          </a:blip>
          <a:srcRect l="14496" r="6013" b="2145"/>
          <a:stretch/>
        </p:blipFill>
        <p:spPr>
          <a:xfrm>
            <a:off x="-1" y="0"/>
            <a:ext cx="9906001" cy="6853359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5342334-C00D-8C9C-5626-460A6205C6C3}"/>
              </a:ext>
            </a:extLst>
          </p:cNvPr>
          <p:cNvSpPr/>
          <p:nvPr userDrawn="1"/>
        </p:nvSpPr>
        <p:spPr>
          <a:xfrm>
            <a:off x="281719" y="727121"/>
            <a:ext cx="8976581" cy="2943180"/>
          </a:xfrm>
          <a:prstGeom prst="roundRect">
            <a:avLst>
              <a:gd name="adj" fmla="val 2662"/>
            </a:avLst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9000">
                <a:schemeClr val="accent3">
                  <a:lumMod val="70000"/>
                </a:schemeClr>
              </a:gs>
              <a:gs pos="48000">
                <a:schemeClr val="accent3">
                  <a:lumMod val="50000"/>
                </a:schemeClr>
              </a:gs>
              <a:gs pos="91000">
                <a:schemeClr val="accent3">
                  <a:lumMod val="25000"/>
                </a:schemeClr>
              </a:gs>
            </a:gsLst>
            <a:lin ang="12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accent3">
                  <a:lumMod val="90000"/>
                </a:schemeClr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2A5FBB8-1ED5-CF57-7307-132ED7F17D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8435" y="2369036"/>
            <a:ext cx="8752865" cy="1059964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chemeClr val="accent3"/>
                </a:solidFill>
                <a:latin typeface="Hyundai Sans Text KR Bold" panose="020B0600000101010101" pitchFamily="34" charset="-127"/>
                <a:ea typeface="Hyundai Sans Text KR Bold" panose="020B0600000101010101" pitchFamily="34" charset="-127"/>
              </a:defRPr>
            </a:lvl1pPr>
            <a:lvl2pPr>
              <a:defRPr sz="16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2pPr>
          </a:lstStyle>
          <a:p>
            <a:pPr lvl="0"/>
            <a:r>
              <a:rPr lang="en-US"/>
              <a:t>Insert Section title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AE0BE513-7E63-7D2A-DE8F-B0D1F0FD60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719" y="4041028"/>
            <a:ext cx="2131281" cy="712788"/>
          </a:xfrm>
          <a:prstGeom prst="rect">
            <a:avLst/>
          </a:prstGeom>
        </p:spPr>
        <p:txBody>
          <a:bodyPr anchor="ctr"/>
          <a:lstStyle>
            <a:lvl2pPr marL="0" indent="0">
              <a:buFont typeface="Wingdings" panose="05000000000000000000" pitchFamily="2" charset="2"/>
              <a:buNone/>
              <a:defRPr sz="2000">
                <a:solidFill>
                  <a:schemeClr val="accent3">
                    <a:lumMod val="25000"/>
                  </a:schemeClr>
                </a:solidFill>
                <a:latin typeface="Hyundai Sans Text KR Medium" panose="020B0600000101010101" pitchFamily="34" charset="-127"/>
                <a:ea typeface="Hyundai Sans Text KR Medium" panose="020B0600000101010101" pitchFamily="34" charset="-127"/>
              </a:defRPr>
            </a:lvl2pPr>
          </a:lstStyle>
          <a:p>
            <a:pPr lvl="1"/>
            <a:r>
              <a:rPr lang="en-US"/>
              <a:t>Dd/mm/</a:t>
            </a:r>
            <a:r>
              <a:rPr lang="en-US" err="1"/>
              <a:t>yyyy</a:t>
            </a:r>
            <a:endParaRPr lang="en-US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10E03E6-1D33-C22E-D98E-473CF3D5C0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8435" y="992407"/>
            <a:ext cx="2263165" cy="1059964"/>
          </a:xfrm>
          <a:prstGeom prst="rect">
            <a:avLst/>
          </a:prstGeom>
        </p:spPr>
        <p:txBody>
          <a:bodyPr anchor="ctr"/>
          <a:lstStyle>
            <a:lvl1pPr>
              <a:defRPr sz="10000">
                <a:solidFill>
                  <a:schemeClr val="accent3"/>
                </a:solidFill>
                <a:latin typeface="Hyundai Sans Text KR Bold" panose="020B0600000101010101" pitchFamily="34" charset="-127"/>
                <a:ea typeface="Hyundai Sans Text KR Bold" panose="020B0600000101010101" pitchFamily="34" charset="-127"/>
              </a:defRPr>
            </a:lvl1pPr>
            <a:lvl2pPr>
              <a:defRPr sz="16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2pPr>
          </a:lstStyle>
          <a:p>
            <a:pPr lvl="0"/>
            <a:r>
              <a:rPr lang="en-US"/>
              <a:t>01 </a:t>
            </a:r>
          </a:p>
        </p:txBody>
      </p:sp>
      <p:pic>
        <p:nvPicPr>
          <p:cNvPr id="2" name="Picture 1" descr="A close up of a sign&#10;&#10;Description automatically generated">
            <a:extLst>
              <a:ext uri="{FF2B5EF4-FFF2-40B4-BE49-F238E27FC236}">
                <a16:creationId xmlns:a16="http://schemas.microsoft.com/office/drawing/2014/main" id="{C599EB2D-06A2-B92C-BD70-C481C01E988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3457" y="6543072"/>
            <a:ext cx="1552561" cy="237527"/>
          </a:xfrm>
          <a:prstGeom prst="rect">
            <a:avLst/>
          </a:prstGeom>
        </p:spPr>
      </p:pic>
      <p:pic>
        <p:nvPicPr>
          <p:cNvPr id="3" name="Picture 2" descr="A blue and black logo&#10;&#10;Description automatically generated">
            <a:extLst>
              <a:ext uri="{FF2B5EF4-FFF2-40B4-BE49-F238E27FC236}">
                <a16:creationId xmlns:a16="http://schemas.microsoft.com/office/drawing/2014/main" id="{57A6A977-4016-EE21-212E-2DD3A590B2A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1686" y="6558975"/>
            <a:ext cx="1268374" cy="17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0874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2A5FBB8-1ED5-CF57-7307-132ED7F17D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3959" y="1096108"/>
            <a:ext cx="5020041" cy="4051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  <a:lvl2pPr>
              <a:defRPr sz="16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AE0BE513-7E63-7D2A-DE8F-B0D1F0FD60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3959" y="1693985"/>
            <a:ext cx="5020041" cy="712788"/>
          </a:xfrm>
          <a:prstGeom prst="rect">
            <a:avLst/>
          </a:prstGeom>
        </p:spPr>
        <p:txBody>
          <a:bodyPr/>
          <a:lstStyle>
            <a:lvl2pPr marL="285750" indent="-285750">
              <a:buFont typeface="Wingdings" panose="05000000000000000000" pitchFamily="2" charset="2"/>
              <a:buChar char="§"/>
              <a:defRPr sz="14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2pPr>
          </a:lstStyle>
          <a:p>
            <a:pPr lvl="1"/>
            <a:r>
              <a:rPr lang="en-US"/>
              <a:t>Second level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9DA7C9CA-A0BF-9050-B5F3-F25D74A55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29" y="304255"/>
            <a:ext cx="9732272" cy="405179"/>
          </a:xfrm>
          <a:prstGeom prst="rect">
            <a:avLst/>
          </a:prstGeom>
        </p:spPr>
        <p:txBody>
          <a:bodyPr anchor="ctr"/>
          <a:lstStyle>
            <a:lvl1pPr>
              <a:defRPr sz="2200">
                <a:solidFill>
                  <a:schemeClr val="tx2"/>
                </a:solidFill>
                <a:latin typeface="Hyundai Sans Head KR Medium" panose="020B0600000101010101" pitchFamily="34" charset="-127"/>
                <a:ea typeface="Hyundai Sans Head KR Medium" panose="020B0600000101010101" pitchFamily="34" charset="-127"/>
              </a:defRPr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1DB0209-2CEA-0781-6166-34F871D794C1}"/>
              </a:ext>
            </a:extLst>
          </p:cNvPr>
          <p:cNvSpPr txBox="1">
            <a:spLocks/>
          </p:cNvSpPr>
          <p:nvPr userDrawn="1"/>
        </p:nvSpPr>
        <p:spPr>
          <a:xfrm>
            <a:off x="9414749" y="6605384"/>
            <a:ext cx="234844" cy="12815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fld id="{AA6155B1-E4C6-4055-8D0B-D59D45E6CFE9}" type="slidenum">
              <a:rPr lang="en-US" sz="1100" smtClean="0">
                <a:solidFill>
                  <a:schemeClr val="tx1"/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</a:rPr>
              <a:pPr algn="ctr"/>
              <a:t>‹#›</a:t>
            </a:fld>
            <a:endParaRPr lang="en-US" sz="1000">
              <a:solidFill>
                <a:schemeClr val="tx1"/>
              </a:solidFill>
              <a:latin typeface="Hyundai Sans Text KR" panose="020B0600000101010101" pitchFamily="34" charset="-127"/>
              <a:ea typeface="Hyundai Sans Text KR" panose="020B0600000101010101" pitchFamily="34" charset="-127"/>
            </a:endParaRPr>
          </a:p>
        </p:txBody>
      </p:sp>
      <p:pic>
        <p:nvPicPr>
          <p:cNvPr id="20" name="Picture 19" descr="A close up of a sign&#10;&#10;Description automatically generated">
            <a:extLst>
              <a:ext uri="{FF2B5EF4-FFF2-40B4-BE49-F238E27FC236}">
                <a16:creationId xmlns:a16="http://schemas.microsoft.com/office/drawing/2014/main" id="{AE2A7543-7EBC-C46E-B3F7-B9FD203EAB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3457" y="6543072"/>
            <a:ext cx="1552561" cy="23752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F0F4462-FE61-4681-6B4B-61DDB93F581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6636238" cy="138499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SG" sz="900" i="0">
                <a:solidFill>
                  <a:schemeClr val="bg1">
                    <a:lumMod val="65000"/>
                  </a:schemeClr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  <a:cs typeface="Calibri" panose="020F0502020204030204" pitchFamily="34" charset="0"/>
              </a:rPr>
              <a:t>This document is protected as Hyundai Motor's intellectual property under relevant laws and regulations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36A33CA8-3081-8EEF-9CD8-4235DD3F97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1686" y="6558975"/>
            <a:ext cx="1268374" cy="17456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B62902-7730-A031-462D-1927F93B13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99" y="66130"/>
            <a:ext cx="3648075" cy="238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3">
                    <a:lumMod val="50000"/>
                  </a:schemeClr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1pPr>
            <a:lvl2pPr>
              <a:defRPr sz="12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2pPr>
            <a:lvl3pPr>
              <a:defRPr sz="12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3pPr>
            <a:lvl4pPr>
              <a:defRPr sz="12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4pPr>
            <a:lvl5pPr>
              <a:defRPr sz="12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17395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2A5FBB8-1ED5-CF57-7307-132ED7F17D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3959" y="1096108"/>
            <a:ext cx="5020041" cy="4051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  <a:lvl2pPr>
              <a:defRPr sz="16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AE0BE513-7E63-7D2A-DE8F-B0D1F0FD60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3959" y="1693985"/>
            <a:ext cx="5020041" cy="712788"/>
          </a:xfrm>
          <a:prstGeom prst="rect">
            <a:avLst/>
          </a:prstGeom>
        </p:spPr>
        <p:txBody>
          <a:bodyPr/>
          <a:lstStyle>
            <a:lvl2pPr marL="285750" indent="-285750">
              <a:buFont typeface="Wingdings" panose="05000000000000000000" pitchFamily="2" charset="2"/>
              <a:buChar char="§"/>
              <a:defRPr sz="14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2pPr>
          </a:lstStyle>
          <a:p>
            <a:pPr lvl="1"/>
            <a:r>
              <a:rPr lang="en-US"/>
              <a:t>Second level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9DA7C9CA-A0BF-9050-B5F3-F25D74A55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29" y="304255"/>
            <a:ext cx="9732272" cy="405179"/>
          </a:xfrm>
          <a:prstGeom prst="rect">
            <a:avLst/>
          </a:prstGeom>
        </p:spPr>
        <p:txBody>
          <a:bodyPr anchor="ctr"/>
          <a:lstStyle>
            <a:lvl1pPr>
              <a:defRPr sz="2200">
                <a:solidFill>
                  <a:schemeClr val="tx2"/>
                </a:solidFill>
                <a:latin typeface="Hyundai Sans Head KR Medium" panose="020B0600000101010101" pitchFamily="34" charset="-127"/>
                <a:ea typeface="Hyundai Sans Head KR Medium" panose="020B0600000101010101" pitchFamily="34" charset="-127"/>
              </a:defRPr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1DB0209-2CEA-0781-6166-34F871D794C1}"/>
              </a:ext>
            </a:extLst>
          </p:cNvPr>
          <p:cNvSpPr txBox="1">
            <a:spLocks/>
          </p:cNvSpPr>
          <p:nvPr userDrawn="1"/>
        </p:nvSpPr>
        <p:spPr>
          <a:xfrm>
            <a:off x="9414749" y="6605384"/>
            <a:ext cx="234844" cy="12815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fld id="{AA6155B1-E4C6-4055-8D0B-D59D45E6CFE9}" type="slidenum">
              <a:rPr lang="en-US" sz="1100" smtClean="0">
                <a:solidFill>
                  <a:schemeClr val="tx1"/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</a:rPr>
              <a:pPr algn="ctr"/>
              <a:t>‹#›</a:t>
            </a:fld>
            <a:endParaRPr lang="en-US" sz="1000">
              <a:solidFill>
                <a:schemeClr val="tx1"/>
              </a:solidFill>
              <a:latin typeface="Hyundai Sans Text KR" panose="020B0600000101010101" pitchFamily="34" charset="-127"/>
              <a:ea typeface="Hyundai Sans Text KR" panose="020B0600000101010101" pitchFamily="34" charset="-127"/>
            </a:endParaRPr>
          </a:p>
        </p:txBody>
      </p:sp>
      <p:pic>
        <p:nvPicPr>
          <p:cNvPr id="20" name="Picture 19" descr="A close up of a sign&#10;&#10;Description automatically generated">
            <a:extLst>
              <a:ext uri="{FF2B5EF4-FFF2-40B4-BE49-F238E27FC236}">
                <a16:creationId xmlns:a16="http://schemas.microsoft.com/office/drawing/2014/main" id="{AE2A7543-7EBC-C46E-B3F7-B9FD203EAB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3457" y="6543072"/>
            <a:ext cx="1552561" cy="23752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F0F4462-FE61-4681-6B4B-61DDB93F581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6636238" cy="138499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SG" sz="900" i="0">
                <a:solidFill>
                  <a:schemeClr val="bg1">
                    <a:lumMod val="65000"/>
                  </a:schemeClr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  <a:cs typeface="Calibri" panose="020F0502020204030204" pitchFamily="34" charset="0"/>
              </a:rPr>
              <a:t>This document is protected as Hyundai Motor's intellectual property under relevant laws and regulations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36A33CA8-3081-8EEF-9CD8-4235DD3F97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1686" y="6558975"/>
            <a:ext cx="1268374" cy="17456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B62902-7730-A031-462D-1927F93B13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99" y="66130"/>
            <a:ext cx="3648075" cy="238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3">
                    <a:lumMod val="50000"/>
                  </a:schemeClr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1pPr>
            <a:lvl2pPr>
              <a:defRPr sz="12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2pPr>
            <a:lvl3pPr>
              <a:defRPr sz="12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3pPr>
            <a:lvl4pPr>
              <a:defRPr sz="12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4pPr>
            <a:lvl5pPr>
              <a:defRPr sz="12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5AD70C-9D9C-5B3E-DF91-538D02E80F26}"/>
              </a:ext>
            </a:extLst>
          </p:cNvPr>
          <p:cNvSpPr/>
          <p:nvPr userDrawn="1"/>
        </p:nvSpPr>
        <p:spPr>
          <a:xfrm>
            <a:off x="5548544" y="896083"/>
            <a:ext cx="4119697" cy="46258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B8D3E69-8565-6273-446E-774C3F603086}"/>
              </a:ext>
            </a:extLst>
          </p:cNvPr>
          <p:cNvSpPr/>
          <p:nvPr userDrawn="1"/>
        </p:nvSpPr>
        <p:spPr>
          <a:xfrm>
            <a:off x="5791200" y="1237787"/>
            <a:ext cx="365672" cy="640245"/>
          </a:xfrm>
          <a:prstGeom prst="roundRect">
            <a:avLst>
              <a:gd name="adj" fmla="val 78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2"/>
                </a:solidFill>
                <a:latin typeface="Hyundai Sans Head KR" panose="020B0600000101010101" pitchFamily="34" charset="-127"/>
                <a:ea typeface="Hyundai Sans Head KR" panose="020B0600000101010101" pitchFamily="34" charset="-127"/>
              </a:rPr>
              <a:t>1</a:t>
            </a:r>
            <a:endParaRPr lang="en-SG">
              <a:solidFill>
                <a:schemeClr val="tx2"/>
              </a:solidFill>
              <a:latin typeface="Hyundai Sans Head KR" panose="020B0600000101010101" pitchFamily="34" charset="-127"/>
              <a:ea typeface="Hyundai Sans Head KR" panose="020B0600000101010101" pitchFamily="34" charset="-127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96D9657-6BCC-138E-B4BD-C72437AD6BEB}"/>
              </a:ext>
            </a:extLst>
          </p:cNvPr>
          <p:cNvSpPr/>
          <p:nvPr userDrawn="1"/>
        </p:nvSpPr>
        <p:spPr>
          <a:xfrm>
            <a:off x="5791200" y="2112639"/>
            <a:ext cx="365672" cy="640245"/>
          </a:xfrm>
          <a:prstGeom prst="roundRect">
            <a:avLst>
              <a:gd name="adj" fmla="val 78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2"/>
                </a:solidFill>
                <a:latin typeface="Hyundai Sans Head KR" panose="020B0600000101010101" pitchFamily="34" charset="-127"/>
                <a:ea typeface="Hyundai Sans Head KR" panose="020B0600000101010101" pitchFamily="34" charset="-127"/>
              </a:rPr>
              <a:t>2</a:t>
            </a:r>
            <a:endParaRPr lang="en-SG">
              <a:solidFill>
                <a:schemeClr val="tx2"/>
              </a:solidFill>
              <a:latin typeface="Hyundai Sans Head KR" panose="020B0600000101010101" pitchFamily="34" charset="-127"/>
              <a:ea typeface="Hyundai Sans Head KR" panose="020B0600000101010101" pitchFamily="34" charset="-127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FD01DDF-6FD7-DD3E-3D00-9401122CD4F8}"/>
              </a:ext>
            </a:extLst>
          </p:cNvPr>
          <p:cNvSpPr/>
          <p:nvPr userDrawn="1"/>
        </p:nvSpPr>
        <p:spPr>
          <a:xfrm>
            <a:off x="5791200" y="2987491"/>
            <a:ext cx="365672" cy="640245"/>
          </a:xfrm>
          <a:prstGeom prst="roundRect">
            <a:avLst>
              <a:gd name="adj" fmla="val 78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2"/>
                </a:solidFill>
                <a:latin typeface="Hyundai Sans Head KR" panose="020B0600000101010101" pitchFamily="34" charset="-127"/>
                <a:ea typeface="Hyundai Sans Head KR" panose="020B0600000101010101" pitchFamily="34" charset="-127"/>
              </a:rPr>
              <a:t>3</a:t>
            </a:r>
            <a:endParaRPr lang="en-SG">
              <a:solidFill>
                <a:schemeClr val="tx2"/>
              </a:solidFill>
              <a:latin typeface="Hyundai Sans Head KR" panose="020B0600000101010101" pitchFamily="34" charset="-127"/>
              <a:ea typeface="Hyundai Sans Head KR" panose="020B0600000101010101" pitchFamily="34" charset="-127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D78E727-F631-785A-721E-05AD72EFB427}"/>
              </a:ext>
            </a:extLst>
          </p:cNvPr>
          <p:cNvSpPr/>
          <p:nvPr userDrawn="1"/>
        </p:nvSpPr>
        <p:spPr>
          <a:xfrm>
            <a:off x="5791200" y="3901576"/>
            <a:ext cx="365672" cy="640245"/>
          </a:xfrm>
          <a:prstGeom prst="roundRect">
            <a:avLst>
              <a:gd name="adj" fmla="val 78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2"/>
                </a:solidFill>
                <a:latin typeface="Hyundai Sans Head KR" panose="020B0600000101010101" pitchFamily="34" charset="-127"/>
                <a:ea typeface="Hyundai Sans Head KR" panose="020B0600000101010101" pitchFamily="34" charset="-127"/>
              </a:rPr>
              <a:t>4</a:t>
            </a:r>
            <a:endParaRPr lang="en-SG">
              <a:solidFill>
                <a:schemeClr val="tx2"/>
              </a:solidFill>
              <a:latin typeface="Hyundai Sans Head KR" panose="020B0600000101010101" pitchFamily="34" charset="-127"/>
              <a:ea typeface="Hyundai Sans Head KR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91661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2A5FBB8-1ED5-CF57-7307-132ED7F17D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998" y="808462"/>
            <a:ext cx="5020041" cy="4051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  <a:lvl2pPr>
              <a:defRPr sz="16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AE0BE513-7E63-7D2A-DE8F-B0D1F0FD60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9998" y="1406339"/>
            <a:ext cx="5020041" cy="310661"/>
          </a:xfrm>
          <a:prstGeom prst="rect">
            <a:avLst/>
          </a:prstGeom>
        </p:spPr>
        <p:txBody>
          <a:bodyPr/>
          <a:lstStyle>
            <a:lvl2pPr marL="285750" indent="-285750">
              <a:buFont typeface="Wingdings" panose="05000000000000000000" pitchFamily="2" charset="2"/>
              <a:buChar char="§"/>
              <a:defRPr sz="14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2pPr>
          </a:lstStyle>
          <a:p>
            <a:pPr lvl="1"/>
            <a:r>
              <a:rPr lang="en-US"/>
              <a:t>Second level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9DA7C9CA-A0BF-9050-B5F3-F25D74A55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29" y="304255"/>
            <a:ext cx="9732272" cy="405179"/>
          </a:xfrm>
          <a:prstGeom prst="rect">
            <a:avLst/>
          </a:prstGeom>
        </p:spPr>
        <p:txBody>
          <a:bodyPr anchor="ctr"/>
          <a:lstStyle>
            <a:lvl1pPr>
              <a:defRPr sz="2200">
                <a:solidFill>
                  <a:schemeClr val="tx2"/>
                </a:solidFill>
                <a:latin typeface="Hyundai Sans Head KR Medium" panose="020B0600000101010101" pitchFamily="34" charset="-127"/>
                <a:ea typeface="Hyundai Sans Head KR Medium" panose="020B0600000101010101" pitchFamily="34" charset="-127"/>
              </a:defRPr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1DB0209-2CEA-0781-6166-34F871D794C1}"/>
              </a:ext>
            </a:extLst>
          </p:cNvPr>
          <p:cNvSpPr txBox="1">
            <a:spLocks/>
          </p:cNvSpPr>
          <p:nvPr userDrawn="1"/>
        </p:nvSpPr>
        <p:spPr>
          <a:xfrm>
            <a:off x="9414749" y="6605384"/>
            <a:ext cx="234844" cy="12815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fld id="{AA6155B1-E4C6-4055-8D0B-D59D45E6CFE9}" type="slidenum">
              <a:rPr lang="en-US" sz="1100" smtClean="0">
                <a:solidFill>
                  <a:schemeClr val="tx1"/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</a:rPr>
              <a:pPr algn="ctr"/>
              <a:t>‹#›</a:t>
            </a:fld>
            <a:endParaRPr lang="en-US" sz="1000">
              <a:solidFill>
                <a:schemeClr val="tx1"/>
              </a:solidFill>
              <a:latin typeface="Hyundai Sans Text KR" panose="020B0600000101010101" pitchFamily="34" charset="-127"/>
              <a:ea typeface="Hyundai Sans Text KR" panose="020B0600000101010101" pitchFamily="34" charset="-127"/>
            </a:endParaRPr>
          </a:p>
        </p:txBody>
      </p:sp>
      <p:pic>
        <p:nvPicPr>
          <p:cNvPr id="20" name="Picture 19" descr="A close up of a sign&#10;&#10;Description automatically generated">
            <a:extLst>
              <a:ext uri="{FF2B5EF4-FFF2-40B4-BE49-F238E27FC236}">
                <a16:creationId xmlns:a16="http://schemas.microsoft.com/office/drawing/2014/main" id="{AE2A7543-7EBC-C46E-B3F7-B9FD203EAB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3457" y="6543072"/>
            <a:ext cx="1552561" cy="23752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F0F4462-FE61-4681-6B4B-61DDB93F581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6636238" cy="138499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SG" sz="900" i="0">
                <a:solidFill>
                  <a:schemeClr val="bg1">
                    <a:lumMod val="65000"/>
                  </a:schemeClr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  <a:cs typeface="Calibri" panose="020F0502020204030204" pitchFamily="34" charset="0"/>
              </a:rPr>
              <a:t>This document is protected as Hyundai Motor's intellectual property under relevant laws and regulations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36A33CA8-3081-8EEF-9CD8-4235DD3F97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1686" y="6558975"/>
            <a:ext cx="1268374" cy="17456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B62902-7730-A031-462D-1927F93B13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99" y="66130"/>
            <a:ext cx="3648075" cy="238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accent3">
                    <a:lumMod val="50000"/>
                  </a:schemeClr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1pPr>
            <a:lvl2pPr>
              <a:defRPr sz="12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2pPr>
            <a:lvl3pPr>
              <a:defRPr sz="12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3pPr>
            <a:lvl4pPr>
              <a:defRPr sz="12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4pPr>
            <a:lvl5pPr>
              <a:defRPr sz="1200"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5A968D-CC4C-831F-7D1B-BB4A5E3176DD}"/>
              </a:ext>
            </a:extLst>
          </p:cNvPr>
          <p:cNvCxnSpPr>
            <a:cxnSpLocks/>
          </p:cNvCxnSpPr>
          <p:nvPr userDrawn="1"/>
        </p:nvCxnSpPr>
        <p:spPr>
          <a:xfrm>
            <a:off x="319933" y="4165699"/>
            <a:ext cx="936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E9CD934F-306F-7DF5-C71B-BAE185C81BF1}"/>
              </a:ext>
            </a:extLst>
          </p:cNvPr>
          <p:cNvSpPr/>
          <p:nvPr userDrawn="1"/>
        </p:nvSpPr>
        <p:spPr>
          <a:xfrm>
            <a:off x="1047374" y="4075699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5346AAE-6E4B-A213-017A-A74A27965C1D}"/>
              </a:ext>
            </a:extLst>
          </p:cNvPr>
          <p:cNvSpPr/>
          <p:nvPr userDrawn="1"/>
        </p:nvSpPr>
        <p:spPr>
          <a:xfrm>
            <a:off x="2304249" y="4101648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96F0E12-5FB9-FA0B-3579-64310EF83C1B}"/>
              </a:ext>
            </a:extLst>
          </p:cNvPr>
          <p:cNvSpPr/>
          <p:nvPr userDrawn="1"/>
        </p:nvSpPr>
        <p:spPr>
          <a:xfrm>
            <a:off x="3561124" y="4114447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7FB6754-2CE7-7E66-865B-73222D2CE3D7}"/>
              </a:ext>
            </a:extLst>
          </p:cNvPr>
          <p:cNvSpPr/>
          <p:nvPr userDrawn="1"/>
        </p:nvSpPr>
        <p:spPr>
          <a:xfrm>
            <a:off x="4817999" y="4101648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CE2476D-0477-C4D6-7720-A80C04FC8EE9}"/>
              </a:ext>
            </a:extLst>
          </p:cNvPr>
          <p:cNvSpPr/>
          <p:nvPr userDrawn="1"/>
        </p:nvSpPr>
        <p:spPr>
          <a:xfrm>
            <a:off x="7331749" y="4075699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515EC9C-4E9C-A003-E56C-7A6B8C859DA3}"/>
              </a:ext>
            </a:extLst>
          </p:cNvPr>
          <p:cNvSpPr/>
          <p:nvPr userDrawn="1"/>
        </p:nvSpPr>
        <p:spPr>
          <a:xfrm>
            <a:off x="8588626" y="4075699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DB9C8-06C2-64DC-C8AC-BEF64ED5937C}"/>
              </a:ext>
            </a:extLst>
          </p:cNvPr>
          <p:cNvGrpSpPr/>
          <p:nvPr userDrawn="1"/>
        </p:nvGrpSpPr>
        <p:grpSpPr>
          <a:xfrm>
            <a:off x="275977" y="4255699"/>
            <a:ext cx="1787397" cy="2085236"/>
            <a:chOff x="275977" y="4255699"/>
            <a:chExt cx="1787397" cy="2085236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6E7AE4E-3A43-3E71-A091-4BDCCE854920}"/>
                </a:ext>
              </a:extLst>
            </p:cNvPr>
            <p:cNvCxnSpPr>
              <a:cxnSpLocks/>
              <a:endCxn id="16" idx="0"/>
            </p:cNvCxnSpPr>
            <p:nvPr/>
          </p:nvCxnSpPr>
          <p:spPr>
            <a:xfrm>
              <a:off x="1137374" y="4255699"/>
              <a:ext cx="0" cy="1012701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1BA18CE-D690-EA4E-2812-5BF9FD73E7FC}"/>
                </a:ext>
              </a:extLst>
            </p:cNvPr>
            <p:cNvSpPr/>
            <p:nvPr/>
          </p:nvSpPr>
          <p:spPr>
            <a:xfrm>
              <a:off x="275977" y="5358400"/>
              <a:ext cx="1787397" cy="9825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197F3AE-3DFB-1D33-52A5-24BFCF984CFD}"/>
                </a:ext>
              </a:extLst>
            </p:cNvPr>
            <p:cNvSpPr/>
            <p:nvPr/>
          </p:nvSpPr>
          <p:spPr>
            <a:xfrm>
              <a:off x="1047374" y="5268400"/>
              <a:ext cx="180000" cy="18000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0AD0125-A371-2634-5C6F-AB863D520F29}"/>
              </a:ext>
            </a:extLst>
          </p:cNvPr>
          <p:cNvGrpSpPr/>
          <p:nvPr userDrawn="1"/>
        </p:nvGrpSpPr>
        <p:grpSpPr>
          <a:xfrm>
            <a:off x="2804941" y="4294447"/>
            <a:ext cx="1787397" cy="2085236"/>
            <a:chOff x="2320675" y="4255699"/>
            <a:chExt cx="1787397" cy="2085236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F5F37B3-2AFF-84FB-2440-08CBA10A71FE}"/>
                </a:ext>
              </a:extLst>
            </p:cNvPr>
            <p:cNvCxnSpPr>
              <a:cxnSpLocks/>
              <a:endCxn id="24" idx="0"/>
            </p:cNvCxnSpPr>
            <p:nvPr/>
          </p:nvCxnSpPr>
          <p:spPr>
            <a:xfrm>
              <a:off x="3182072" y="4255699"/>
              <a:ext cx="0" cy="1012701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E1969D6-D29B-4627-5DE3-8585CF291465}"/>
                </a:ext>
              </a:extLst>
            </p:cNvPr>
            <p:cNvSpPr/>
            <p:nvPr/>
          </p:nvSpPr>
          <p:spPr>
            <a:xfrm>
              <a:off x="2320675" y="5358400"/>
              <a:ext cx="1787397" cy="9825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96AC745-96BE-FB14-8A20-90A9C69A8423}"/>
                </a:ext>
              </a:extLst>
            </p:cNvPr>
            <p:cNvSpPr/>
            <p:nvPr/>
          </p:nvSpPr>
          <p:spPr>
            <a:xfrm>
              <a:off x="3092072" y="5268400"/>
              <a:ext cx="180000" cy="18000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752F259A-586F-A875-E115-41055D1AFE46}"/>
              </a:ext>
            </a:extLst>
          </p:cNvPr>
          <p:cNvSpPr/>
          <p:nvPr userDrawn="1"/>
        </p:nvSpPr>
        <p:spPr>
          <a:xfrm>
            <a:off x="6074874" y="4075699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10C5B7E-1FB3-D34F-48FA-687A928605F1}"/>
              </a:ext>
            </a:extLst>
          </p:cNvPr>
          <p:cNvGrpSpPr/>
          <p:nvPr userDrawn="1"/>
        </p:nvGrpSpPr>
        <p:grpSpPr>
          <a:xfrm>
            <a:off x="5333905" y="4239819"/>
            <a:ext cx="1787397" cy="2085236"/>
            <a:chOff x="4359024" y="4255699"/>
            <a:chExt cx="1787397" cy="2085236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7869DAC-E8AE-CAF7-18FB-80354F6B9489}"/>
                </a:ext>
              </a:extLst>
            </p:cNvPr>
            <p:cNvCxnSpPr>
              <a:cxnSpLocks/>
              <a:endCxn id="29" idx="0"/>
            </p:cNvCxnSpPr>
            <p:nvPr/>
          </p:nvCxnSpPr>
          <p:spPr>
            <a:xfrm>
              <a:off x="5220421" y="4255699"/>
              <a:ext cx="0" cy="1012701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5C8D3D1-7823-9438-884C-5B48F71C064F}"/>
                </a:ext>
              </a:extLst>
            </p:cNvPr>
            <p:cNvSpPr/>
            <p:nvPr/>
          </p:nvSpPr>
          <p:spPr>
            <a:xfrm>
              <a:off x="4359024" y="5358400"/>
              <a:ext cx="1787397" cy="9825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0BEF96D-435B-6B0B-DDA1-F28D0E659854}"/>
                </a:ext>
              </a:extLst>
            </p:cNvPr>
            <p:cNvSpPr/>
            <p:nvPr/>
          </p:nvSpPr>
          <p:spPr>
            <a:xfrm>
              <a:off x="5130421" y="5268400"/>
              <a:ext cx="180000" cy="18000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C0F0CB4-2B0F-36E1-2DEF-732F4660B283}"/>
              </a:ext>
            </a:extLst>
          </p:cNvPr>
          <p:cNvGrpSpPr/>
          <p:nvPr userDrawn="1"/>
        </p:nvGrpSpPr>
        <p:grpSpPr>
          <a:xfrm>
            <a:off x="7821173" y="4294447"/>
            <a:ext cx="1787397" cy="2085236"/>
            <a:chOff x="6299202" y="3519000"/>
            <a:chExt cx="1787397" cy="2085236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9DA0D6E-230F-1F34-2474-DA062FB4954F}"/>
                </a:ext>
              </a:extLst>
            </p:cNvPr>
            <p:cNvCxnSpPr>
              <a:cxnSpLocks/>
              <a:endCxn id="33" idx="0"/>
            </p:cNvCxnSpPr>
            <p:nvPr/>
          </p:nvCxnSpPr>
          <p:spPr>
            <a:xfrm>
              <a:off x="7160599" y="3519000"/>
              <a:ext cx="0" cy="1012701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02F5ACF-AA30-6040-2471-940503580528}"/>
                </a:ext>
              </a:extLst>
            </p:cNvPr>
            <p:cNvSpPr/>
            <p:nvPr/>
          </p:nvSpPr>
          <p:spPr>
            <a:xfrm>
              <a:off x="6299202" y="4621701"/>
              <a:ext cx="1787397" cy="9825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5F32D812-D8E0-B1A9-C3C6-EEC86507DB46}"/>
                </a:ext>
              </a:extLst>
            </p:cNvPr>
            <p:cNvSpPr/>
            <p:nvPr/>
          </p:nvSpPr>
          <p:spPr>
            <a:xfrm>
              <a:off x="7070599" y="4531701"/>
              <a:ext cx="180000" cy="18000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8AADD1C-C93A-04D8-3B76-6F8295249FD3}"/>
              </a:ext>
            </a:extLst>
          </p:cNvPr>
          <p:cNvGrpSpPr/>
          <p:nvPr userDrawn="1"/>
        </p:nvGrpSpPr>
        <p:grpSpPr>
          <a:xfrm rot="10800000">
            <a:off x="6490567" y="1874515"/>
            <a:ext cx="1787397" cy="2085236"/>
            <a:chOff x="6299202" y="3519000"/>
            <a:chExt cx="1787397" cy="2085236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D3EAF81-9734-FF4A-DC5C-684F67DEA40C}"/>
                </a:ext>
              </a:extLst>
            </p:cNvPr>
            <p:cNvCxnSpPr>
              <a:cxnSpLocks/>
              <a:endCxn id="37" idx="0"/>
            </p:cNvCxnSpPr>
            <p:nvPr/>
          </p:nvCxnSpPr>
          <p:spPr>
            <a:xfrm>
              <a:off x="7160599" y="3519000"/>
              <a:ext cx="0" cy="1012701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3FFE844-A327-CC30-A716-CE9864BCCF00}"/>
                </a:ext>
              </a:extLst>
            </p:cNvPr>
            <p:cNvSpPr/>
            <p:nvPr/>
          </p:nvSpPr>
          <p:spPr>
            <a:xfrm>
              <a:off x="6299202" y="4621701"/>
              <a:ext cx="1787397" cy="9825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2522709D-7DED-C390-49BA-63CF97128F73}"/>
                </a:ext>
              </a:extLst>
            </p:cNvPr>
            <p:cNvSpPr/>
            <p:nvPr/>
          </p:nvSpPr>
          <p:spPr>
            <a:xfrm>
              <a:off x="7070599" y="4531701"/>
              <a:ext cx="180000" cy="18000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8770413-498C-DFE9-6B9F-5C955AF87056}"/>
              </a:ext>
            </a:extLst>
          </p:cNvPr>
          <p:cNvGrpSpPr/>
          <p:nvPr userDrawn="1"/>
        </p:nvGrpSpPr>
        <p:grpSpPr>
          <a:xfrm rot="10800000">
            <a:off x="3993363" y="1964515"/>
            <a:ext cx="1787397" cy="2085236"/>
            <a:chOff x="6299202" y="3519000"/>
            <a:chExt cx="1787397" cy="2085236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7DB0194-3E9B-E9A1-ACDB-FABA5D31E46A}"/>
                </a:ext>
              </a:extLst>
            </p:cNvPr>
            <p:cNvCxnSpPr>
              <a:cxnSpLocks/>
              <a:endCxn id="41" idx="0"/>
            </p:cNvCxnSpPr>
            <p:nvPr/>
          </p:nvCxnSpPr>
          <p:spPr>
            <a:xfrm>
              <a:off x="7160599" y="3519000"/>
              <a:ext cx="0" cy="1012701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5412E6E-AE98-90B5-4A08-E9267C8CCAC8}"/>
                </a:ext>
              </a:extLst>
            </p:cNvPr>
            <p:cNvSpPr/>
            <p:nvPr/>
          </p:nvSpPr>
          <p:spPr>
            <a:xfrm>
              <a:off x="6299202" y="4621701"/>
              <a:ext cx="1787397" cy="9825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4C2A32D-0819-EE85-A553-ED16C2083AE6}"/>
                </a:ext>
              </a:extLst>
            </p:cNvPr>
            <p:cNvSpPr/>
            <p:nvPr/>
          </p:nvSpPr>
          <p:spPr>
            <a:xfrm>
              <a:off x="7070599" y="4531701"/>
              <a:ext cx="180000" cy="18000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F2FBCE4-D936-270C-5929-D3BB4AF43923}"/>
              </a:ext>
            </a:extLst>
          </p:cNvPr>
          <p:cNvGrpSpPr/>
          <p:nvPr userDrawn="1"/>
        </p:nvGrpSpPr>
        <p:grpSpPr>
          <a:xfrm rot="10800000">
            <a:off x="1478341" y="1990786"/>
            <a:ext cx="1787397" cy="2085236"/>
            <a:chOff x="6299202" y="3519000"/>
            <a:chExt cx="1787397" cy="2085236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4E40454-DFC5-E8FA-83F1-33435A5080B4}"/>
                </a:ext>
              </a:extLst>
            </p:cNvPr>
            <p:cNvCxnSpPr>
              <a:cxnSpLocks/>
              <a:endCxn id="45" idx="0"/>
            </p:cNvCxnSpPr>
            <p:nvPr/>
          </p:nvCxnSpPr>
          <p:spPr>
            <a:xfrm>
              <a:off x="7160599" y="3519000"/>
              <a:ext cx="0" cy="1012701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3D2A7B1-3F0B-20CA-EFC1-9479A3A894F3}"/>
                </a:ext>
              </a:extLst>
            </p:cNvPr>
            <p:cNvSpPr/>
            <p:nvPr/>
          </p:nvSpPr>
          <p:spPr>
            <a:xfrm>
              <a:off x="6299202" y="4621701"/>
              <a:ext cx="1787397" cy="9825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5700A73C-BB97-5322-D5C0-22F1F54511C5}"/>
                </a:ext>
              </a:extLst>
            </p:cNvPr>
            <p:cNvSpPr/>
            <p:nvPr/>
          </p:nvSpPr>
          <p:spPr>
            <a:xfrm>
              <a:off x="7070599" y="4531701"/>
              <a:ext cx="180000" cy="18000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37285275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9DA7C9CA-A0BF-9050-B5F3-F25D74A55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29" y="304255"/>
            <a:ext cx="9732272" cy="405179"/>
          </a:xfrm>
          <a:prstGeom prst="rect">
            <a:avLst/>
          </a:prstGeom>
        </p:spPr>
        <p:txBody>
          <a:bodyPr anchor="ctr"/>
          <a:lstStyle>
            <a:lvl1pPr>
              <a:defRPr sz="2200">
                <a:solidFill>
                  <a:schemeClr val="tx2"/>
                </a:solidFill>
                <a:latin typeface="Hyundai Sans Head KR Medium" panose="020B0600000101010101" pitchFamily="34" charset="-127"/>
                <a:ea typeface="Hyundai Sans Head KR Medium" panose="020B0600000101010101" pitchFamily="34" charset="-127"/>
              </a:defRPr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1DB0209-2CEA-0781-6166-34F871D794C1}"/>
              </a:ext>
            </a:extLst>
          </p:cNvPr>
          <p:cNvSpPr txBox="1">
            <a:spLocks/>
          </p:cNvSpPr>
          <p:nvPr userDrawn="1"/>
        </p:nvSpPr>
        <p:spPr>
          <a:xfrm>
            <a:off x="9414749" y="6605384"/>
            <a:ext cx="234844" cy="12815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fld id="{AA6155B1-E4C6-4055-8D0B-D59D45E6CFE9}" type="slidenum">
              <a:rPr lang="en-US" sz="1100" smtClean="0">
                <a:solidFill>
                  <a:schemeClr val="tx1"/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</a:rPr>
              <a:pPr algn="ctr"/>
              <a:t>‹#›</a:t>
            </a:fld>
            <a:endParaRPr lang="en-US" sz="1000">
              <a:solidFill>
                <a:schemeClr val="tx1"/>
              </a:solidFill>
              <a:latin typeface="Hyundai Sans Text KR" panose="020B0600000101010101" pitchFamily="34" charset="-127"/>
              <a:ea typeface="Hyundai Sans Text KR" panose="020B0600000101010101" pitchFamily="34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0F4462-FE61-4681-6B4B-61DDB93F581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6636238" cy="138499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SG" sz="900" i="0">
                <a:solidFill>
                  <a:schemeClr val="bg1">
                    <a:lumMod val="65000"/>
                  </a:schemeClr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  <a:cs typeface="Calibri" panose="020F0502020204030204" pitchFamily="34" charset="0"/>
              </a:rPr>
              <a:t>This document is protected as Hyundai Motor's intellectual property under relevant laws and regulations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36A33CA8-3081-8EEF-9CD8-4235DD3F97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1686" y="6558975"/>
            <a:ext cx="1268374" cy="17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2796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E91C8-4BA5-4325-90E4-E72DB74AD356}" type="datetimeFigureOut">
              <a:rPr lang="en-SG" smtClean="0"/>
              <a:t>29/10/2026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6F2FA-4883-4D52-8044-054B3BA1BAC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950317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E91C8-4BA5-4325-90E4-E72DB74AD356}" type="datetimeFigureOut">
              <a:rPr lang="en-SG" smtClean="0"/>
              <a:t>29/10/2026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6F2FA-4883-4D52-8044-054B3BA1BAC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14508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E91C8-4BA5-4325-90E4-E72DB74AD356}" type="datetimeFigureOut">
              <a:rPr lang="en-SG" smtClean="0"/>
              <a:t>29/10/2026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6F2FA-4883-4D52-8044-054B3BA1BAC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466684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E91C8-4BA5-4325-90E4-E72DB74AD356}" type="datetimeFigureOut">
              <a:rPr lang="en-SG" smtClean="0"/>
              <a:t>29/10/2026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6F2FA-4883-4D52-8044-054B3BA1BAC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86189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E91C8-4BA5-4325-90E4-E72DB74AD356}" type="datetimeFigureOut">
              <a:rPr lang="en-SG" smtClean="0"/>
              <a:t>29/10/2026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6F2FA-4883-4D52-8044-054B3BA1BAC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896852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E91C8-4BA5-4325-90E4-E72DB74AD356}" type="datetimeFigureOut">
              <a:rPr lang="en-SG" smtClean="0"/>
              <a:t>29/10/2026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6F2FA-4883-4D52-8044-054B3BA1BAC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656295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E91C8-4BA5-4325-90E4-E72DB74AD356}" type="datetimeFigureOut">
              <a:rPr lang="en-SG" smtClean="0"/>
              <a:t>29/10/2026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6F2FA-4883-4D52-8044-054B3BA1BAC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102169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E91C8-4BA5-4325-90E4-E72DB74AD356}" type="datetimeFigureOut">
              <a:rPr lang="en-SG" smtClean="0"/>
              <a:t>29/10/2026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6F2FA-4883-4D52-8044-054B3BA1BAC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003827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E91C8-4BA5-4325-90E4-E72DB74AD356}" type="datetimeFigureOut">
              <a:rPr lang="en-SG" smtClean="0"/>
              <a:t>29/10/2026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6F2FA-4883-4D52-8044-054B3BA1BAC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29747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E91C8-4BA5-4325-90E4-E72DB74AD356}" type="datetimeFigureOut">
              <a:rPr lang="en-SG" smtClean="0"/>
              <a:t>29/10/2026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6F2FA-4883-4D52-8044-054B3BA1BAC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719542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E91C8-4BA5-4325-90E4-E72DB74AD356}" type="datetimeFigureOut">
              <a:rPr lang="en-SG" smtClean="0"/>
              <a:t>29/10/2026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6F2FA-4883-4D52-8044-054B3BA1BAC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506090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Pag\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95A1AF-6F22-2188-21A7-28F4810F0667}"/>
              </a:ext>
            </a:extLst>
          </p:cNvPr>
          <p:cNvSpPr txBox="1"/>
          <p:nvPr userDrawn="1"/>
        </p:nvSpPr>
        <p:spPr>
          <a:xfrm>
            <a:off x="8848724" y="161122"/>
            <a:ext cx="904873" cy="41217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wrap="square" lIns="107987" tIns="17998" rIns="0" bIns="0" rtlCol="0" anchor="ctr">
            <a:noAutofit/>
          </a:bodyPr>
          <a:lstStyle/>
          <a:p>
            <a:pPr marL="0" marR="0" lvl="0" indent="0" algn="l" defTabSz="9066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현대산스 Head Medium"/>
                <a:ea typeface="현대산스 Head Medium"/>
                <a:cs typeface="+mn-cs"/>
              </a:rPr>
              <a:t>사내한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현대산스 Head Medium"/>
              <a:ea typeface="현대산스 Head Medium"/>
              <a:cs typeface="+mn-cs"/>
            </a:endParaRPr>
          </a:p>
          <a:p>
            <a:pPr marL="0" marR="0" lvl="0" indent="0" algn="l" defTabSz="9066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현대산스 Head Medium"/>
                <a:ea typeface="현대산스 Head Medium"/>
                <a:cs typeface="+mn-cs"/>
              </a:rPr>
              <a:t>Restricted</a:t>
            </a:r>
          </a:p>
        </p:txBody>
      </p:sp>
      <p:pic>
        <p:nvPicPr>
          <p:cNvPr id="4" name="Bild 18" descr="Hyundai_Logo.png">
            <a:extLst>
              <a:ext uri="{FF2B5EF4-FFF2-40B4-BE49-F238E27FC236}">
                <a16:creationId xmlns:a16="http://schemas.microsoft.com/office/drawing/2014/main" id="{99F68760-FD4D-241A-AA4A-83BAB6128C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1860" y="6516537"/>
            <a:ext cx="1329352" cy="18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245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E4D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4987" tIns="47494" rIns="94987" bIns="47494" rtlCol="0" anchor="ctr"/>
          <a:lstStyle/>
          <a:p>
            <a:pPr marL="0" marR="0" lvl="0" indent="0" algn="ctr" defTabSz="4749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8" name="Rechteck 7"/>
          <p:cNvSpPr/>
          <p:nvPr userDrawn="1"/>
        </p:nvSpPr>
        <p:spPr>
          <a:xfrm>
            <a:off x="333492" y="1"/>
            <a:ext cx="9237720" cy="5812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4987" tIns="47494" rIns="94987" bIns="47494" rtlCol="0" anchor="ctr"/>
          <a:lstStyle/>
          <a:p>
            <a:pPr marL="0" marR="0" lvl="0" indent="0" algn="ctr" defTabSz="4749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60314" y="1359130"/>
            <a:ext cx="8337292" cy="44644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4198"/>
              </a:lnSpc>
              <a:defRPr sz="3300" b="0" baseline="0">
                <a:latin typeface="HDharmony B" panose="02020603020101020101" pitchFamily="18" charset="-127"/>
                <a:ea typeface="HDharmony B" panose="02020603020101020101" pitchFamily="18" charset="-127"/>
              </a:defRPr>
            </a:lvl1pPr>
          </a:lstStyle>
          <a:p>
            <a:r>
              <a:rPr lang="en-US" noProof="0"/>
              <a:t>Standard title headline</a:t>
            </a:r>
          </a:p>
        </p:txBody>
      </p:sp>
      <p:pic>
        <p:nvPicPr>
          <p:cNvPr id="13" name="Bild 18" descr="Hyundai_Logo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1860" y="6516537"/>
            <a:ext cx="1329352" cy="180251"/>
          </a:xfrm>
          <a:prstGeom prst="rect">
            <a:avLst/>
          </a:prstGeom>
        </p:spPr>
      </p:pic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60314" y="4813406"/>
            <a:ext cx="2244811" cy="68546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200" b="0">
                <a:solidFill>
                  <a:srgbClr val="000000"/>
                </a:solidFill>
                <a:latin typeface="HDharmony M" panose="02020603020101020101" pitchFamily="18" charset="-127"/>
                <a:ea typeface="HDharmony M" panose="02020603020101020101" pitchFamily="18" charset="-127"/>
              </a:defRPr>
            </a:lvl1pPr>
            <a:lvl2pPr marL="4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498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247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996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746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49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2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7993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YYYY, MM/DD</a:t>
            </a:r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660314" y="1814210"/>
            <a:ext cx="8337292" cy="4146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4198"/>
              </a:lnSpc>
              <a:spcBef>
                <a:spcPts val="0"/>
              </a:spcBef>
              <a:buNone/>
              <a:defRPr sz="2600" b="0" baseline="0">
                <a:latin typeface="HDharmony M" panose="02020603020101020101" pitchFamily="18" charset="-127"/>
                <a:ea typeface="HDharmony M" panose="02020603020101020101" pitchFamily="18" charset="-127"/>
              </a:defRPr>
            </a:lvl1pPr>
          </a:lstStyle>
          <a:p>
            <a:pPr lvl="0"/>
            <a:r>
              <a:rPr lang="en-US" noProof="0"/>
              <a:t>Optional second 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E40D35-59C7-B9E0-E4DA-C2C2A8E8641B}"/>
              </a:ext>
            </a:extLst>
          </p:cNvPr>
          <p:cNvSpPr txBox="1"/>
          <p:nvPr userDrawn="1"/>
        </p:nvSpPr>
        <p:spPr>
          <a:xfrm>
            <a:off x="661970" y="306304"/>
            <a:ext cx="939510" cy="41217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wrap="square" lIns="107987" tIns="17998" rIns="0" bIns="0" rtlCol="0" anchor="ctr">
            <a:noAutofit/>
          </a:bodyPr>
          <a:lstStyle/>
          <a:p>
            <a:pPr marL="0" marR="0" lvl="0" indent="0" algn="l" defTabSz="9066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현대산스 Head Medium"/>
                <a:ea typeface="현대산스 Head Medium"/>
                <a:cs typeface="+mn-cs"/>
              </a:rPr>
              <a:t>대외비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현대산스 Head Medium"/>
              <a:ea typeface="현대산스 Head Medium"/>
              <a:cs typeface="+mn-cs"/>
            </a:endParaRPr>
          </a:p>
          <a:p>
            <a:pPr marL="0" marR="0" lvl="0" indent="0" algn="l" defTabSz="9066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현대산스 Head Medium"/>
                <a:ea typeface="현대산스 Head Medium"/>
                <a:cs typeface="+mn-cs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38163227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6FEB1-520A-45BD-A7B4-8C69938A46D4}" type="datetimeFigureOut">
              <a:rPr lang="en-SG" smtClean="0"/>
              <a:t>29/10/2026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ACB01-FEA1-4EC4-B7C8-8AF5480CF047}" type="slidenum">
              <a:rPr lang="en-SG" smtClean="0"/>
              <a:t>‹#›</a:t>
            </a:fld>
            <a:endParaRPr lang="en-SG"/>
          </a:p>
        </p:txBody>
      </p:sp>
      <p:grpSp>
        <p:nvGrpSpPr>
          <p:cNvPr id="7" name="Group 9">
            <a:extLst>
              <a:ext uri="{FF2B5EF4-FFF2-40B4-BE49-F238E27FC236}">
                <a16:creationId xmlns:a16="http://schemas.microsoft.com/office/drawing/2014/main" id="{C1D2FC32-6C83-59D8-73D0-A4CB732832C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73050" y="703263"/>
            <a:ext cx="9359900" cy="277812"/>
            <a:chOff x="329" y="1821"/>
            <a:chExt cx="6071" cy="0"/>
          </a:xfrm>
        </p:grpSpPr>
        <p:sp>
          <p:nvSpPr>
            <p:cNvPr id="8" name="Line 10">
              <a:extLst>
                <a:ext uri="{FF2B5EF4-FFF2-40B4-BE49-F238E27FC236}">
                  <a16:creationId xmlns:a16="http://schemas.microsoft.com/office/drawing/2014/main" id="{FB8AB08F-7FA3-5810-2AB4-6BA8662EC0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Line 11">
              <a:extLst>
                <a:ext uri="{FF2B5EF4-FFF2-40B4-BE49-F238E27FC236}">
                  <a16:creationId xmlns:a16="http://schemas.microsoft.com/office/drawing/2014/main" id="{F7836A7B-8CEE-C173-8E94-38459B9712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92468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6FEB1-520A-45BD-A7B4-8C69938A46D4}" type="datetimeFigureOut">
              <a:rPr lang="en-SG" smtClean="0"/>
              <a:t>29/10/2026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ACB01-FEA1-4EC4-B7C8-8AF5480CF047}" type="slidenum">
              <a:rPr lang="en-SG" smtClean="0"/>
              <a:t>‹#›</a:t>
            </a:fld>
            <a:endParaRPr lang="en-SG"/>
          </a:p>
        </p:txBody>
      </p:sp>
      <p:grpSp>
        <p:nvGrpSpPr>
          <p:cNvPr id="7" name="Group 9">
            <a:extLst>
              <a:ext uri="{FF2B5EF4-FFF2-40B4-BE49-F238E27FC236}">
                <a16:creationId xmlns:a16="http://schemas.microsoft.com/office/drawing/2014/main" id="{AF4B9B9E-3699-C555-9F61-7275EC839CE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73050" y="703263"/>
            <a:ext cx="9359900" cy="277812"/>
            <a:chOff x="329" y="1821"/>
            <a:chExt cx="6071" cy="0"/>
          </a:xfrm>
        </p:grpSpPr>
        <p:sp>
          <p:nvSpPr>
            <p:cNvPr id="8" name="Line 10">
              <a:extLst>
                <a:ext uri="{FF2B5EF4-FFF2-40B4-BE49-F238E27FC236}">
                  <a16:creationId xmlns:a16="http://schemas.microsoft.com/office/drawing/2014/main" id="{B97602E6-79E4-04B1-EF11-D6EDC36D38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Line 11">
              <a:extLst>
                <a:ext uri="{FF2B5EF4-FFF2-40B4-BE49-F238E27FC236}">
                  <a16:creationId xmlns:a16="http://schemas.microsoft.com/office/drawing/2014/main" id="{218E13F2-25CF-08E8-260D-00F1E3FADF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290224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6FEB1-520A-45BD-A7B4-8C69938A46D4}" type="datetimeFigureOut">
              <a:rPr lang="en-SG" smtClean="0"/>
              <a:t>29/10/2026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ACB01-FEA1-4EC4-B7C8-8AF5480CF047}" type="slidenum">
              <a:rPr lang="en-SG" smtClean="0"/>
              <a:t>‹#›</a:t>
            </a:fld>
            <a:endParaRPr lang="en-SG"/>
          </a:p>
        </p:txBody>
      </p:sp>
      <p:grpSp>
        <p:nvGrpSpPr>
          <p:cNvPr id="7" name="Group 9">
            <a:extLst>
              <a:ext uri="{FF2B5EF4-FFF2-40B4-BE49-F238E27FC236}">
                <a16:creationId xmlns:a16="http://schemas.microsoft.com/office/drawing/2014/main" id="{E3F815EE-5DF4-785A-031E-26B38EBCFD2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73050" y="703263"/>
            <a:ext cx="9359900" cy="277812"/>
            <a:chOff x="329" y="1821"/>
            <a:chExt cx="6071" cy="0"/>
          </a:xfrm>
        </p:grpSpPr>
        <p:sp>
          <p:nvSpPr>
            <p:cNvPr id="8" name="Line 10">
              <a:extLst>
                <a:ext uri="{FF2B5EF4-FFF2-40B4-BE49-F238E27FC236}">
                  <a16:creationId xmlns:a16="http://schemas.microsoft.com/office/drawing/2014/main" id="{521AF2DB-4309-7048-CE9D-86B02A4614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Line 11">
              <a:extLst>
                <a:ext uri="{FF2B5EF4-FFF2-40B4-BE49-F238E27FC236}">
                  <a16:creationId xmlns:a16="http://schemas.microsoft.com/office/drawing/2014/main" id="{FA8862D1-49F9-9C26-3D68-D93357E0B6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115604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6FEB1-520A-45BD-A7B4-8C69938A46D4}" type="datetimeFigureOut">
              <a:rPr lang="en-SG" smtClean="0"/>
              <a:t>29/10/2026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ACB01-FEA1-4EC4-B7C8-8AF5480CF047}" type="slidenum">
              <a:rPr lang="en-SG" smtClean="0"/>
              <a:t>‹#›</a:t>
            </a:fld>
            <a:endParaRPr lang="en-SG"/>
          </a:p>
        </p:txBody>
      </p:sp>
      <p:grpSp>
        <p:nvGrpSpPr>
          <p:cNvPr id="8" name="Group 9">
            <a:extLst>
              <a:ext uri="{FF2B5EF4-FFF2-40B4-BE49-F238E27FC236}">
                <a16:creationId xmlns:a16="http://schemas.microsoft.com/office/drawing/2014/main" id="{DC660547-4C0D-810D-1445-D9999BAA839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73050" y="703263"/>
            <a:ext cx="9359900" cy="277812"/>
            <a:chOff x="329" y="1821"/>
            <a:chExt cx="6071" cy="0"/>
          </a:xfrm>
        </p:grpSpPr>
        <p:sp>
          <p:nvSpPr>
            <p:cNvPr id="9" name="Line 10">
              <a:extLst>
                <a:ext uri="{FF2B5EF4-FFF2-40B4-BE49-F238E27FC236}">
                  <a16:creationId xmlns:a16="http://schemas.microsoft.com/office/drawing/2014/main" id="{CA048883-CD93-28C6-77D2-BE171B1781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Line 11">
              <a:extLst>
                <a:ext uri="{FF2B5EF4-FFF2-40B4-BE49-F238E27FC236}">
                  <a16:creationId xmlns:a16="http://schemas.microsoft.com/office/drawing/2014/main" id="{11A953EF-3F2C-ABDF-9DAC-6B86810CC0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34387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6FEB1-520A-45BD-A7B4-8C69938A46D4}" type="datetimeFigureOut">
              <a:rPr lang="en-SG" smtClean="0"/>
              <a:t>29/10/2026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ACB01-FEA1-4EC4-B7C8-8AF5480CF047}" type="slidenum">
              <a:rPr lang="en-SG" smtClean="0"/>
              <a:t>‹#›</a:t>
            </a:fld>
            <a:endParaRPr lang="en-SG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71D0EEB-0DD2-3598-C530-3EFBD69AC28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73050" y="703263"/>
            <a:ext cx="9359900" cy="277812"/>
            <a:chOff x="329" y="1821"/>
            <a:chExt cx="6071" cy="0"/>
          </a:xfrm>
        </p:grpSpPr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970594DB-CC02-7D4A-2210-23BC799B30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9228B093-DBEB-2A96-F78F-792246934B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711317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6FEB1-520A-45BD-A7B4-8C69938A46D4}" type="datetimeFigureOut">
              <a:rPr lang="en-SG" smtClean="0"/>
              <a:t>29/10/2026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ACB01-FEA1-4EC4-B7C8-8AF5480CF047}" type="slidenum">
              <a:rPr lang="en-SG" smtClean="0"/>
              <a:t>‹#›</a:t>
            </a:fld>
            <a:endParaRPr lang="en-SG"/>
          </a:p>
        </p:txBody>
      </p:sp>
      <p:grpSp>
        <p:nvGrpSpPr>
          <p:cNvPr id="6" name="Group 9">
            <a:extLst>
              <a:ext uri="{FF2B5EF4-FFF2-40B4-BE49-F238E27FC236}">
                <a16:creationId xmlns:a16="http://schemas.microsoft.com/office/drawing/2014/main" id="{29BAA521-B951-172A-A886-7C02B1A60C6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73050" y="703263"/>
            <a:ext cx="9359900" cy="277812"/>
            <a:chOff x="329" y="1821"/>
            <a:chExt cx="6071" cy="0"/>
          </a:xfrm>
        </p:grpSpPr>
        <p:sp>
          <p:nvSpPr>
            <p:cNvPr id="7" name="Line 10">
              <a:extLst>
                <a:ext uri="{FF2B5EF4-FFF2-40B4-BE49-F238E27FC236}">
                  <a16:creationId xmlns:a16="http://schemas.microsoft.com/office/drawing/2014/main" id="{734DCB41-B1C1-ADE0-9304-B5A56ED0AD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Line 11">
              <a:extLst>
                <a:ext uri="{FF2B5EF4-FFF2-40B4-BE49-F238E27FC236}">
                  <a16:creationId xmlns:a16="http://schemas.microsoft.com/office/drawing/2014/main" id="{64B7E30B-D27B-DD10-2D70-EB2F72FB33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7093640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6FEB1-520A-45BD-A7B4-8C69938A46D4}" type="datetimeFigureOut">
              <a:rPr lang="en-SG" smtClean="0"/>
              <a:t>29/10/2026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ACB01-FEA1-4EC4-B7C8-8AF5480CF047}" type="slidenum">
              <a:rPr lang="en-SG" smtClean="0"/>
              <a:t>‹#›</a:t>
            </a:fld>
            <a:endParaRPr lang="en-SG"/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4852D7C8-4518-06A2-F6B5-E612B6597CD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73050" y="703263"/>
            <a:ext cx="9359900" cy="277812"/>
            <a:chOff x="329" y="1821"/>
            <a:chExt cx="6071" cy="0"/>
          </a:xfrm>
        </p:grpSpPr>
        <p:sp>
          <p:nvSpPr>
            <p:cNvPr id="6" name="Line 10">
              <a:extLst>
                <a:ext uri="{FF2B5EF4-FFF2-40B4-BE49-F238E27FC236}">
                  <a16:creationId xmlns:a16="http://schemas.microsoft.com/office/drawing/2014/main" id="{46F93F2B-0C29-21AA-05D9-5225B2F03C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Line 11">
              <a:extLst>
                <a:ext uri="{FF2B5EF4-FFF2-40B4-BE49-F238E27FC236}">
                  <a16:creationId xmlns:a16="http://schemas.microsoft.com/office/drawing/2014/main" id="{D1407647-27A3-5216-EF09-6391A898AC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800757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9"/>
          <p:cNvGrpSpPr>
            <a:grpSpLocks/>
          </p:cNvGrpSpPr>
          <p:nvPr userDrawn="1"/>
        </p:nvGrpSpPr>
        <p:grpSpPr bwMode="auto">
          <a:xfrm>
            <a:off x="273050" y="703263"/>
            <a:ext cx="9359900" cy="277812"/>
            <a:chOff x="329" y="1821"/>
            <a:chExt cx="6071" cy="0"/>
          </a:xfrm>
        </p:grpSpPr>
        <p:sp>
          <p:nvSpPr>
            <p:cNvPr id="6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57263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900" b="1">
                <a:solidFill>
                  <a:prstClr val="black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7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57263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900" b="1">
                <a:solidFill>
                  <a:prstClr val="black"/>
                </a:solidFill>
                <a:latin typeface="굴림" pitchFamily="50" charset="-127"/>
                <a:ea typeface="굴림" pitchFamily="50" charset="-127"/>
              </a:endParaRPr>
            </a:p>
          </p:txBody>
        </p:sp>
      </p:grpSp>
      <p:sp>
        <p:nvSpPr>
          <p:cNvPr id="9" name="제목 1"/>
          <p:cNvSpPr>
            <a:spLocks noGrp="1"/>
          </p:cNvSpPr>
          <p:nvPr>
            <p:ph type="ctrTitle" hasCustomPrompt="1"/>
          </p:nvPr>
        </p:nvSpPr>
        <p:spPr>
          <a:xfrm>
            <a:off x="280869" y="192963"/>
            <a:ext cx="3589124" cy="4001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algn="l">
              <a:defRPr sz="2600">
                <a:latin typeface="현대하모니 B"/>
                <a:ea typeface="현대하모니 B"/>
              </a:defRPr>
            </a:lvl1pPr>
          </a:lstStyle>
          <a:p>
            <a:r>
              <a:rPr lang="ko-KR" altLang="en-US"/>
              <a:t>■ 마스터 제목 스타일 편집</a:t>
            </a:r>
          </a:p>
        </p:txBody>
      </p:sp>
      <p:sp>
        <p:nvSpPr>
          <p:cNvPr id="10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344488" y="836712"/>
            <a:ext cx="2699457" cy="2769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현대하모니 M"/>
                <a:ea typeface="현대하모니 M"/>
              </a:defRPr>
            </a:lvl1pPr>
            <a:lvl2pPr marL="478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6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5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2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1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■ 마스터 부제목 스타일 편집</a:t>
            </a:r>
          </a:p>
        </p:txBody>
      </p:sp>
      <p:sp>
        <p:nvSpPr>
          <p:cNvPr id="11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9129713" y="328613"/>
            <a:ext cx="495300" cy="363537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pPr>
              <a:defRPr/>
            </a:pPr>
            <a:fld id="{13527AB9-6298-44FA-9E1C-7B66247BD5AA}" type="slidenum">
              <a:rPr lang="ko-KR" alt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20097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 userDrawn="1"/>
        </p:nvGrpSpPr>
        <p:grpSpPr bwMode="auto">
          <a:xfrm>
            <a:off x="273050" y="703264"/>
            <a:ext cx="9359900" cy="277812"/>
            <a:chOff x="329" y="1821"/>
            <a:chExt cx="6071" cy="0"/>
          </a:xfrm>
        </p:grpSpPr>
        <p:sp>
          <p:nvSpPr>
            <p:cNvPr id="5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923">
                <a:solidFill>
                  <a:prstClr val="black"/>
                </a:solidFill>
              </a:endParaRPr>
            </a:p>
          </p:txBody>
        </p:sp>
        <p:sp>
          <p:nvSpPr>
            <p:cNvPr id="6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923">
                <a:solidFill>
                  <a:prstClr val="black"/>
                </a:solidFill>
              </a:endParaRPr>
            </a:p>
          </p:txBody>
        </p:sp>
      </p:grpSp>
      <p:sp>
        <p:nvSpPr>
          <p:cNvPr id="11" name="제목 1"/>
          <p:cNvSpPr>
            <a:spLocks noGrp="1"/>
          </p:cNvSpPr>
          <p:nvPr>
            <p:ph type="ctrTitle"/>
          </p:nvPr>
        </p:nvSpPr>
        <p:spPr>
          <a:xfrm>
            <a:off x="454918" y="116632"/>
            <a:ext cx="6730330" cy="506486"/>
          </a:xfrm>
        </p:spPr>
        <p:txBody>
          <a:bodyPr/>
          <a:lstStyle>
            <a:lvl1pPr algn="l">
              <a:defRPr sz="2400"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2" name="부제목 2"/>
          <p:cNvSpPr>
            <a:spLocks noGrp="1"/>
          </p:cNvSpPr>
          <p:nvPr>
            <p:ph type="subTitle" idx="1"/>
          </p:nvPr>
        </p:nvSpPr>
        <p:spPr>
          <a:xfrm>
            <a:off x="590555" y="980728"/>
            <a:ext cx="3146274" cy="360040"/>
          </a:xfrm>
        </p:spPr>
        <p:txBody>
          <a:bodyPr/>
          <a:lstStyle>
            <a:lvl1pPr marL="0" indent="0" algn="l">
              <a:buNone/>
              <a:defRPr sz="1477">
                <a:solidFill>
                  <a:schemeClr val="tx1">
                    <a:tint val="75000"/>
                  </a:schemeClr>
                </a:solidFill>
                <a:latin typeface="현대하모니 M" pitchFamily="18" charset="-127"/>
                <a:ea typeface="현대하모니 M" pitchFamily="18" charset="-127"/>
              </a:defRPr>
            </a:lvl1pPr>
            <a:lvl2pPr marL="442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840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26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681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101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6522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0942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53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7766824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 userDrawn="1"/>
        </p:nvGrpSpPr>
        <p:grpSpPr bwMode="auto">
          <a:xfrm>
            <a:off x="273050" y="703264"/>
            <a:ext cx="9359900" cy="277812"/>
            <a:chOff x="329" y="1821"/>
            <a:chExt cx="6071" cy="0"/>
          </a:xfrm>
        </p:grpSpPr>
        <p:sp>
          <p:nvSpPr>
            <p:cNvPr id="5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000">
                <a:solidFill>
                  <a:prstClr val="black"/>
                </a:solidFill>
              </a:endParaRPr>
            </a:p>
          </p:txBody>
        </p:sp>
        <p:sp>
          <p:nvSpPr>
            <p:cNvPr id="6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000">
                <a:solidFill>
                  <a:prstClr val="black"/>
                </a:solidFill>
              </a:endParaRPr>
            </a:p>
          </p:txBody>
        </p:sp>
      </p:grpSp>
      <p:sp>
        <p:nvSpPr>
          <p:cNvPr id="11" name="제목 1"/>
          <p:cNvSpPr>
            <a:spLocks noGrp="1"/>
          </p:cNvSpPr>
          <p:nvPr>
            <p:ph type="ctrTitle"/>
          </p:nvPr>
        </p:nvSpPr>
        <p:spPr>
          <a:xfrm>
            <a:off x="454918" y="116632"/>
            <a:ext cx="6730330" cy="506486"/>
          </a:xfrm>
          <a:prstGeom prst="rect">
            <a:avLst/>
          </a:prstGeom>
        </p:spPr>
        <p:txBody>
          <a:bodyPr/>
          <a:lstStyle>
            <a:lvl1pPr algn="l">
              <a:defRPr sz="2600"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2" name="부제목 2"/>
          <p:cNvSpPr>
            <a:spLocks noGrp="1"/>
          </p:cNvSpPr>
          <p:nvPr>
            <p:ph type="subTitle" idx="1"/>
          </p:nvPr>
        </p:nvSpPr>
        <p:spPr>
          <a:xfrm>
            <a:off x="590554" y="980728"/>
            <a:ext cx="3146274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chemeClr val="tx1">
                    <a:tint val="75000"/>
                  </a:schemeClr>
                </a:solidFill>
                <a:latin typeface="현대하모니 M" pitchFamily="18" charset="-127"/>
                <a:ea typeface="현대하모니 M" pitchFamily="18" charset="-127"/>
              </a:defRPr>
            </a:lvl1pPr>
            <a:lvl2pPr marL="4788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7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5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2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1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2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08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517414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1BDD8-327B-9D3B-E388-0B2F137F90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Hyundai Color Palettes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2486C0-6E35-10D9-4F67-04B02D5DA4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309DD79C-53BA-41E5-AA3D-82C8ECE26BA7}" type="datetimeFigureOut">
              <a:rPr lang="en-SG" smtClean="0"/>
              <a:t>29/10/2026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FC827-A320-017E-A570-37B25F65A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B80CAD-7587-FFAB-B873-09A22129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8010BCA7-03D5-4664-B810-DCFDEF9D520F}" type="slidenum">
              <a:rPr lang="en-SG" smtClean="0"/>
              <a:t>‹#›</a:t>
            </a:fld>
            <a:endParaRPr lang="en-SG"/>
          </a:p>
        </p:txBody>
      </p:sp>
      <p:pic>
        <p:nvPicPr>
          <p:cNvPr id="6" name="Picture 2" descr="Hyundai color palette">
            <a:extLst>
              <a:ext uri="{FF2B5EF4-FFF2-40B4-BE49-F238E27FC236}">
                <a16:creationId xmlns:a16="http://schemas.microsoft.com/office/drawing/2014/main" id="{8BD1FE1C-DC4A-FEC1-A391-F773605DF5B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99517" y="2322579"/>
            <a:ext cx="1533928" cy="102261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Hyundai 2 color palette">
            <a:extLst>
              <a:ext uri="{FF2B5EF4-FFF2-40B4-BE49-F238E27FC236}">
                <a16:creationId xmlns:a16="http://schemas.microsoft.com/office/drawing/2014/main" id="{7A5FC019-9E7C-2720-E10B-0DA20D83B12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99516" y="3916640"/>
            <a:ext cx="1533930" cy="102262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17D67F47-6EF0-017E-BB1E-ACB657E51DF1}"/>
              </a:ext>
            </a:extLst>
          </p:cNvPr>
          <p:cNvGrpSpPr/>
          <p:nvPr userDrawn="1"/>
        </p:nvGrpSpPr>
        <p:grpSpPr>
          <a:xfrm>
            <a:off x="2098109" y="2441390"/>
            <a:ext cx="1028832" cy="2439189"/>
            <a:chOff x="-1070807" y="3249000"/>
            <a:chExt cx="1028832" cy="2439189"/>
          </a:xfrm>
        </p:grpSpPr>
        <p:sp>
          <p:nvSpPr>
            <p:cNvPr id="9" name="직사각형 2">
              <a:extLst>
                <a:ext uri="{FF2B5EF4-FFF2-40B4-BE49-F238E27FC236}">
                  <a16:creationId xmlns:a16="http://schemas.microsoft.com/office/drawing/2014/main" id="{E8E74A62-DA81-13CE-D4AF-8E8B2585CD47}"/>
                </a:ext>
              </a:extLst>
            </p:cNvPr>
            <p:cNvSpPr/>
            <p:nvPr/>
          </p:nvSpPr>
          <p:spPr>
            <a:xfrm>
              <a:off x="-1064595" y="5360121"/>
              <a:ext cx="1022620" cy="328068"/>
            </a:xfrm>
            <a:prstGeom prst="rect">
              <a:avLst/>
            </a:prstGeom>
            <a:solidFill>
              <a:srgbClr val="002C5F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latin typeface="현대산스 Head" panose="020B0600000101010101" pitchFamily="50" charset="-127"/>
                <a:ea typeface="현대산스 Head" panose="020B0600000101010101" pitchFamily="50" charset="-127"/>
              </a:endParaRPr>
            </a:p>
          </p:txBody>
        </p:sp>
        <p:sp>
          <p:nvSpPr>
            <p:cNvPr id="10" name="직사각형 12">
              <a:extLst>
                <a:ext uri="{FF2B5EF4-FFF2-40B4-BE49-F238E27FC236}">
                  <a16:creationId xmlns:a16="http://schemas.microsoft.com/office/drawing/2014/main" id="{06AED036-D60E-B24D-0F16-B59185C3E30A}"/>
                </a:ext>
              </a:extLst>
            </p:cNvPr>
            <p:cNvSpPr/>
            <p:nvPr/>
          </p:nvSpPr>
          <p:spPr>
            <a:xfrm>
              <a:off x="-1064595" y="4695243"/>
              <a:ext cx="1022620" cy="328068"/>
            </a:xfrm>
            <a:prstGeom prst="rect">
              <a:avLst/>
            </a:prstGeom>
            <a:solidFill>
              <a:srgbClr val="E4DCD3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latin typeface="현대산스 Head" panose="020B0600000101010101" pitchFamily="50" charset="-127"/>
                <a:ea typeface="현대산스 Head" panose="020B0600000101010101" pitchFamily="50" charset="-127"/>
              </a:endParaRPr>
            </a:p>
          </p:txBody>
        </p:sp>
        <p:sp>
          <p:nvSpPr>
            <p:cNvPr id="11" name="직사각형 13">
              <a:extLst>
                <a:ext uri="{FF2B5EF4-FFF2-40B4-BE49-F238E27FC236}">
                  <a16:creationId xmlns:a16="http://schemas.microsoft.com/office/drawing/2014/main" id="{D2C88AA6-2079-5AA2-ADF9-91897A3058A4}"/>
                </a:ext>
              </a:extLst>
            </p:cNvPr>
            <p:cNvSpPr/>
            <p:nvPr/>
          </p:nvSpPr>
          <p:spPr>
            <a:xfrm>
              <a:off x="-1064595" y="5027683"/>
              <a:ext cx="1022620" cy="328068"/>
            </a:xfrm>
            <a:prstGeom prst="rect">
              <a:avLst/>
            </a:prstGeom>
            <a:solidFill>
              <a:srgbClr val="F6F3F2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latin typeface="현대산스 Head" panose="020B0600000101010101" pitchFamily="50" charset="-127"/>
                <a:ea typeface="현대산스 Head" panose="020B0600000101010101" pitchFamily="50" charset="-127"/>
              </a:endParaRPr>
            </a:p>
          </p:txBody>
        </p:sp>
        <p:sp>
          <p:nvSpPr>
            <p:cNvPr id="12" name="직사각형 16">
              <a:extLst>
                <a:ext uri="{FF2B5EF4-FFF2-40B4-BE49-F238E27FC236}">
                  <a16:creationId xmlns:a16="http://schemas.microsoft.com/office/drawing/2014/main" id="{934FD8F0-7E01-B25C-7BFA-FC8B6C5122B4}"/>
                </a:ext>
              </a:extLst>
            </p:cNvPr>
            <p:cNvSpPr/>
            <p:nvPr/>
          </p:nvSpPr>
          <p:spPr>
            <a:xfrm>
              <a:off x="-1070807" y="3249000"/>
              <a:ext cx="1022620" cy="360000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latin typeface="현대산스 Head" panose="020B0600000101010101" pitchFamily="50" charset="-127"/>
                <a:ea typeface="현대산스 Head" panose="020B0600000101010101" pitchFamily="50" charset="-127"/>
              </a:endParaRPr>
            </a:p>
          </p:txBody>
        </p:sp>
        <p:sp>
          <p:nvSpPr>
            <p:cNvPr id="13" name="직사각형 17">
              <a:extLst>
                <a:ext uri="{FF2B5EF4-FFF2-40B4-BE49-F238E27FC236}">
                  <a16:creationId xmlns:a16="http://schemas.microsoft.com/office/drawing/2014/main" id="{B4DE5A04-7016-C262-5927-1C8BFE6E579E}"/>
                </a:ext>
              </a:extLst>
            </p:cNvPr>
            <p:cNvSpPr/>
            <p:nvPr/>
          </p:nvSpPr>
          <p:spPr>
            <a:xfrm>
              <a:off x="-1064595" y="3602127"/>
              <a:ext cx="1022620" cy="360000"/>
            </a:xfrm>
            <a:prstGeom prst="rect">
              <a:avLst/>
            </a:prstGeom>
            <a:solidFill>
              <a:srgbClr val="000000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latin typeface="현대산스 Head" panose="020B0600000101010101" pitchFamily="50" charset="-127"/>
                <a:ea typeface="현대산스 Head" panose="020B0600000101010101" pitchFamily="50" charset="-127"/>
              </a:endParaRPr>
            </a:p>
          </p:txBody>
        </p:sp>
        <p:sp>
          <p:nvSpPr>
            <p:cNvPr id="14" name="직사각형 18">
              <a:extLst>
                <a:ext uri="{FF2B5EF4-FFF2-40B4-BE49-F238E27FC236}">
                  <a16:creationId xmlns:a16="http://schemas.microsoft.com/office/drawing/2014/main" id="{83B471C2-5871-DEFB-C712-AFA2CA00D39E}"/>
                </a:ext>
              </a:extLst>
            </p:cNvPr>
            <p:cNvSpPr/>
            <p:nvPr/>
          </p:nvSpPr>
          <p:spPr>
            <a:xfrm>
              <a:off x="-1064595" y="3966499"/>
              <a:ext cx="1022620" cy="360000"/>
            </a:xfrm>
            <a:prstGeom prst="rect">
              <a:avLst/>
            </a:prstGeom>
            <a:solidFill>
              <a:srgbClr val="00AAD2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latin typeface="현대산스 Head" panose="020B0600000101010101" pitchFamily="50" charset="-127"/>
                <a:ea typeface="현대산스 Head" panose="020B0600000101010101" pitchFamily="50" charset="-127"/>
              </a:endParaRPr>
            </a:p>
          </p:txBody>
        </p:sp>
        <p:sp>
          <p:nvSpPr>
            <p:cNvPr id="15" name="직사각형 20">
              <a:extLst>
                <a:ext uri="{FF2B5EF4-FFF2-40B4-BE49-F238E27FC236}">
                  <a16:creationId xmlns:a16="http://schemas.microsoft.com/office/drawing/2014/main" id="{5043EA1A-24A8-AA66-7F59-97606CCC8A97}"/>
                </a:ext>
              </a:extLst>
            </p:cNvPr>
            <p:cNvSpPr/>
            <p:nvPr/>
          </p:nvSpPr>
          <p:spPr>
            <a:xfrm>
              <a:off x="-1064595" y="4330871"/>
              <a:ext cx="1022620" cy="360000"/>
            </a:xfrm>
            <a:prstGeom prst="rect">
              <a:avLst/>
            </a:prstGeom>
            <a:solidFill>
              <a:srgbClr val="E63312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latin typeface="현대산스 Head" panose="020B0600000101010101" pitchFamily="50" charset="-127"/>
                <a:ea typeface="현대산스 Head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485497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E4D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4987" tIns="47494" rIns="94987" bIns="47494" rtlCol="0" anchor="ctr"/>
          <a:lstStyle/>
          <a:p>
            <a:pPr marL="0" marR="0" lvl="0" indent="0" algn="ctr" defTabSz="4749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8" name="Rechteck 7"/>
          <p:cNvSpPr/>
          <p:nvPr userDrawn="1"/>
        </p:nvSpPr>
        <p:spPr>
          <a:xfrm>
            <a:off x="333492" y="1"/>
            <a:ext cx="9237720" cy="5812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4987" tIns="47494" rIns="94987" bIns="47494" rtlCol="0" anchor="ctr"/>
          <a:lstStyle/>
          <a:p>
            <a:pPr marL="0" marR="0" lvl="0" indent="0" algn="ctr" defTabSz="4749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60314" y="1359130"/>
            <a:ext cx="8337292" cy="44644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4198"/>
              </a:lnSpc>
              <a:defRPr sz="3300" b="0" baseline="0">
                <a:latin typeface="HDharmony B" panose="02020603020101020101" pitchFamily="18" charset="-127"/>
                <a:ea typeface="HDharmony B" panose="02020603020101020101" pitchFamily="18" charset="-127"/>
              </a:defRPr>
            </a:lvl1pPr>
          </a:lstStyle>
          <a:p>
            <a:r>
              <a:rPr lang="en-US" noProof="0"/>
              <a:t>Standard title headline</a:t>
            </a:r>
          </a:p>
        </p:txBody>
      </p:sp>
      <p:pic>
        <p:nvPicPr>
          <p:cNvPr id="13" name="Bild 18" descr="Hyundai_Logo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1860" y="6516537"/>
            <a:ext cx="1329352" cy="180251"/>
          </a:xfrm>
          <a:prstGeom prst="rect">
            <a:avLst/>
          </a:prstGeom>
        </p:spPr>
      </p:pic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60314" y="4813406"/>
            <a:ext cx="2244811" cy="68546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200" b="0">
                <a:solidFill>
                  <a:srgbClr val="000000"/>
                </a:solidFill>
                <a:latin typeface="HDharmony M" panose="02020603020101020101" pitchFamily="18" charset="-127"/>
                <a:ea typeface="HDharmony M" panose="02020603020101020101" pitchFamily="18" charset="-127"/>
              </a:defRPr>
            </a:lvl1pPr>
            <a:lvl2pPr marL="4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498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247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996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746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49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2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7993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YYYY, MM/DD</a:t>
            </a:r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660314" y="1814210"/>
            <a:ext cx="8337292" cy="4146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4198"/>
              </a:lnSpc>
              <a:spcBef>
                <a:spcPts val="0"/>
              </a:spcBef>
              <a:buNone/>
              <a:defRPr sz="2600" b="0" baseline="0">
                <a:latin typeface="HDharmony M" panose="02020603020101020101" pitchFamily="18" charset="-127"/>
                <a:ea typeface="HDharmony M" panose="02020603020101020101" pitchFamily="18" charset="-127"/>
              </a:defRPr>
            </a:lvl1pPr>
          </a:lstStyle>
          <a:p>
            <a:pPr lvl="0"/>
            <a:r>
              <a:rPr lang="en-US" noProof="0"/>
              <a:t>Optional second 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E40D35-59C7-B9E0-E4DA-C2C2A8E8641B}"/>
              </a:ext>
            </a:extLst>
          </p:cNvPr>
          <p:cNvSpPr txBox="1"/>
          <p:nvPr userDrawn="1"/>
        </p:nvSpPr>
        <p:spPr>
          <a:xfrm>
            <a:off x="661970" y="306304"/>
            <a:ext cx="939510" cy="41217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wrap="square" lIns="107987" tIns="17998" rIns="0" bIns="0" rtlCol="0" anchor="ctr">
            <a:noAutofit/>
          </a:bodyPr>
          <a:lstStyle/>
          <a:p>
            <a:pPr marL="0" marR="0" lvl="0" indent="0" algn="l" defTabSz="9066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현대산스 Head Medium"/>
                <a:ea typeface="현대산스 Head Medium"/>
                <a:cs typeface="+mn-cs"/>
              </a:rPr>
              <a:t>대외비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현대산스 Head Medium"/>
              <a:ea typeface="현대산스 Head Medium"/>
              <a:cs typeface="+mn-cs"/>
            </a:endParaRPr>
          </a:p>
          <a:p>
            <a:pPr marL="0" marR="0" lvl="0" indent="0" algn="l" defTabSz="9066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현대산스 Head Medium"/>
                <a:ea typeface="현대산스 Head Medium"/>
                <a:cs typeface="+mn-cs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37877382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Pag\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0601775C-9675-5B6F-CA76-4F86BACBA2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7563" y="864749"/>
            <a:ext cx="1438781" cy="4877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195A1AF-6F22-2188-21A7-28F4810F0667}"/>
              </a:ext>
            </a:extLst>
          </p:cNvPr>
          <p:cNvSpPr txBox="1"/>
          <p:nvPr userDrawn="1"/>
        </p:nvSpPr>
        <p:spPr>
          <a:xfrm>
            <a:off x="8848724" y="161122"/>
            <a:ext cx="904873" cy="41217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wrap="square" lIns="107987" tIns="17998" rIns="0" bIns="0" rtlCol="0" anchor="ctr">
            <a:noAutofit/>
          </a:bodyPr>
          <a:lstStyle/>
          <a:p>
            <a:pPr marL="0" marR="0" lvl="0" indent="0" algn="l" defTabSz="9066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현대산스 Head Medium"/>
                <a:ea typeface="현대산스 Head Medium"/>
                <a:cs typeface="+mn-cs"/>
              </a:rPr>
              <a:t>대외비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현대산스 Head Medium"/>
              <a:ea typeface="현대산스 Head Medium"/>
              <a:cs typeface="+mn-cs"/>
            </a:endParaRPr>
          </a:p>
          <a:p>
            <a:pPr marL="0" marR="0" lvl="0" indent="0" algn="l" defTabSz="9066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현대산스 Head Medium"/>
                <a:ea typeface="현대산스 Head Medium"/>
                <a:cs typeface="+mn-cs"/>
              </a:rPr>
              <a:t>Restricted</a:t>
            </a:r>
          </a:p>
        </p:txBody>
      </p:sp>
      <p:pic>
        <p:nvPicPr>
          <p:cNvPr id="4" name="Bild 18" descr="Hyundai_Logo.png">
            <a:extLst>
              <a:ext uri="{FF2B5EF4-FFF2-40B4-BE49-F238E27FC236}">
                <a16:creationId xmlns:a16="http://schemas.microsoft.com/office/drawing/2014/main" id="{99F68760-FD4D-241A-AA4A-83BAB6128C5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1860" y="6516537"/>
            <a:ext cx="1329352" cy="18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9022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6B887-64CF-86A8-FE73-661B3BD1BE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860" y="182563"/>
            <a:ext cx="5498465" cy="3651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latin typeface="HDharmony B" panose="02020603020101020101" pitchFamily="18" charset="-127"/>
                <a:ea typeface="HDharmony B" panose="02020603020101020101" pitchFamily="18" charset="-127"/>
              </a:defRPr>
            </a:lvl1pPr>
          </a:lstStyle>
          <a:p>
            <a:r>
              <a:rPr lang="en-US"/>
              <a:t>Title</a:t>
            </a:r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6EA26CB-C1AB-078F-BD9D-7D7EF0749D15}"/>
              </a:ext>
            </a:extLst>
          </p:cNvPr>
          <p:cNvCxnSpPr>
            <a:cxnSpLocks/>
          </p:cNvCxnSpPr>
          <p:nvPr userDrawn="1"/>
        </p:nvCxnSpPr>
        <p:spPr>
          <a:xfrm>
            <a:off x="149860" y="685800"/>
            <a:ext cx="960374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8C349C6-1E47-9195-6F8C-B64D9932F4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9859" y="822327"/>
            <a:ext cx="9603739" cy="365126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buFont typeface="Wingdings" panose="05000000000000000000" pitchFamily="2" charset="2"/>
              <a:buChar char="q"/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28311617-B98A-E2CD-9395-B617BD8334A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49859" y="1371600"/>
            <a:ext cx="9603739" cy="48006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[Sample Text]</a:t>
            </a:r>
          </a:p>
          <a:p>
            <a:pPr lvl="0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DF0771-8EC3-8990-74DD-091089A5FAD9}"/>
              </a:ext>
            </a:extLst>
          </p:cNvPr>
          <p:cNvSpPr txBox="1"/>
          <p:nvPr userDrawn="1"/>
        </p:nvSpPr>
        <p:spPr>
          <a:xfrm>
            <a:off x="8848724" y="161122"/>
            <a:ext cx="904873" cy="41217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wrap="square" lIns="107987" tIns="17998" rIns="0" bIns="0" rtlCol="0" anchor="ctr">
            <a:noAutofit/>
          </a:bodyPr>
          <a:lstStyle/>
          <a:p>
            <a:pPr marL="0" marR="0" lvl="0" indent="0" algn="l" defTabSz="9066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현대산스 Head Medium"/>
                <a:ea typeface="현대산스 Head Medium"/>
                <a:cs typeface="+mn-cs"/>
              </a:rPr>
              <a:t>대외비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현대산스 Head Medium"/>
              <a:ea typeface="현대산스 Head Medium"/>
              <a:cs typeface="+mn-cs"/>
            </a:endParaRPr>
          </a:p>
          <a:p>
            <a:pPr marL="0" marR="0" lvl="0" indent="0" algn="l" defTabSz="9066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현대산스 Head Medium"/>
                <a:ea typeface="현대산스 Head Medium"/>
                <a:cs typeface="+mn-cs"/>
              </a:rPr>
              <a:t>Restricted</a:t>
            </a:r>
          </a:p>
        </p:txBody>
      </p:sp>
      <p:pic>
        <p:nvPicPr>
          <p:cNvPr id="22" name="Bild 18" descr="Hyundai_Logo.png">
            <a:extLst>
              <a:ext uri="{FF2B5EF4-FFF2-40B4-BE49-F238E27FC236}">
                <a16:creationId xmlns:a16="http://schemas.microsoft.com/office/drawing/2014/main" id="{2A6CB307-8F3B-9A2F-3395-82C443C9D4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1860" y="6516537"/>
            <a:ext cx="1329352" cy="18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49619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Ins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6B887-64CF-86A8-FE73-661B3BD1BE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860" y="182563"/>
            <a:ext cx="5498465" cy="3651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latin typeface="HDharmony B" panose="02020603020101020101" pitchFamily="18" charset="-127"/>
                <a:ea typeface="HDharmony B" panose="02020603020101020101" pitchFamily="18" charset="-127"/>
              </a:defRPr>
            </a:lvl1pPr>
          </a:lstStyle>
          <a:p>
            <a:r>
              <a:rPr lang="en-US"/>
              <a:t>Title</a:t>
            </a:r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6EA26CB-C1AB-078F-BD9D-7D7EF0749D15}"/>
              </a:ext>
            </a:extLst>
          </p:cNvPr>
          <p:cNvCxnSpPr>
            <a:cxnSpLocks/>
          </p:cNvCxnSpPr>
          <p:nvPr userDrawn="1"/>
        </p:nvCxnSpPr>
        <p:spPr>
          <a:xfrm>
            <a:off x="149860" y="685800"/>
            <a:ext cx="960374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8C349C6-1E47-9195-6F8C-B64D9932F4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9859" y="822327"/>
            <a:ext cx="5323841" cy="365126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buFont typeface="Wingdings" panose="05000000000000000000" pitchFamily="2" charset="2"/>
              <a:buChar char="q"/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28311617-B98A-E2CD-9395-B617BD8334A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572125" y="1371600"/>
            <a:ext cx="4181475" cy="48006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Insights on data (bullet)</a:t>
            </a:r>
          </a:p>
          <a:p>
            <a:pPr lvl="0"/>
            <a:endParaRPr lang="en-SG"/>
          </a:p>
        </p:txBody>
      </p: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B0110415-7B52-96D4-BAB1-418248FB9580}"/>
              </a:ext>
            </a:extLst>
          </p:cNvPr>
          <p:cNvSpPr>
            <a:spLocks noGrp="1"/>
          </p:cNvSpPr>
          <p:nvPr>
            <p:ph type="chart" sz="quarter" idx="16" hasCustomPrompt="1"/>
          </p:nvPr>
        </p:nvSpPr>
        <p:spPr>
          <a:xfrm>
            <a:off x="165100" y="1371600"/>
            <a:ext cx="5323840" cy="4800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en-SG"/>
              <a:t>[Insert Data]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CB279E-B7DF-BD33-61C5-4769E7FBF0D9}"/>
              </a:ext>
            </a:extLst>
          </p:cNvPr>
          <p:cNvSpPr txBox="1"/>
          <p:nvPr userDrawn="1"/>
        </p:nvSpPr>
        <p:spPr>
          <a:xfrm>
            <a:off x="8848724" y="161122"/>
            <a:ext cx="904873" cy="41217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wrap="square" lIns="107987" tIns="17998" rIns="0" bIns="0" rtlCol="0" anchor="ctr">
            <a:noAutofit/>
          </a:bodyPr>
          <a:lstStyle/>
          <a:p>
            <a:pPr marL="0" marR="0" lvl="0" indent="0" algn="l" defTabSz="9066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현대산스 Head Medium"/>
                <a:ea typeface="현대산스 Head Medium"/>
                <a:cs typeface="+mn-cs"/>
              </a:rPr>
              <a:t>대외비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현대산스 Head Medium"/>
              <a:ea typeface="현대산스 Head Medium"/>
              <a:cs typeface="+mn-cs"/>
            </a:endParaRPr>
          </a:p>
          <a:p>
            <a:pPr marL="0" marR="0" lvl="0" indent="0" algn="l" defTabSz="9066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현대산스 Head Medium"/>
                <a:ea typeface="현대산스 Head Medium"/>
                <a:cs typeface="+mn-cs"/>
              </a:rPr>
              <a:t>Restricted</a:t>
            </a:r>
          </a:p>
        </p:txBody>
      </p:sp>
      <p:pic>
        <p:nvPicPr>
          <p:cNvPr id="13" name="Bild 18" descr="Hyundai_Logo.png">
            <a:extLst>
              <a:ext uri="{FF2B5EF4-FFF2-40B4-BE49-F238E27FC236}">
                <a16:creationId xmlns:a16="http://schemas.microsoft.com/office/drawing/2014/main" id="{23314578-8490-0185-72A9-5E414A7018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1860" y="6516537"/>
            <a:ext cx="1329352" cy="18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2656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ta and Ins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6B887-64CF-86A8-FE73-661B3BD1BE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860" y="182563"/>
            <a:ext cx="5498465" cy="3651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latin typeface="HDharmony B" panose="02020603020101020101" pitchFamily="18" charset="-127"/>
                <a:ea typeface="HDharmony B" panose="02020603020101020101" pitchFamily="18" charset="-127"/>
              </a:defRPr>
            </a:lvl1pPr>
          </a:lstStyle>
          <a:p>
            <a:r>
              <a:rPr lang="en-US"/>
              <a:t>Title</a:t>
            </a:r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6EA26CB-C1AB-078F-BD9D-7D7EF0749D15}"/>
              </a:ext>
            </a:extLst>
          </p:cNvPr>
          <p:cNvCxnSpPr>
            <a:cxnSpLocks/>
          </p:cNvCxnSpPr>
          <p:nvPr userDrawn="1"/>
        </p:nvCxnSpPr>
        <p:spPr>
          <a:xfrm>
            <a:off x="149860" y="685800"/>
            <a:ext cx="960374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8C349C6-1E47-9195-6F8C-B64D9932F4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9859" y="822327"/>
            <a:ext cx="5323841" cy="365126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buFont typeface="Wingdings" panose="05000000000000000000" pitchFamily="2" charset="2"/>
              <a:buChar char="q"/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28311617-B98A-E2CD-9395-B617BD8334A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49859" y="4810125"/>
            <a:ext cx="9603741" cy="136207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Insights on data (description)</a:t>
            </a:r>
          </a:p>
          <a:p>
            <a:pPr lvl="0"/>
            <a:endParaRPr lang="en-SG"/>
          </a:p>
        </p:txBody>
      </p: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B0110415-7B52-96D4-BAB1-418248FB9580}"/>
              </a:ext>
            </a:extLst>
          </p:cNvPr>
          <p:cNvSpPr>
            <a:spLocks noGrp="1"/>
          </p:cNvSpPr>
          <p:nvPr>
            <p:ph type="chart" sz="quarter" idx="16" hasCustomPrompt="1"/>
          </p:nvPr>
        </p:nvSpPr>
        <p:spPr>
          <a:xfrm>
            <a:off x="165100" y="1323979"/>
            <a:ext cx="9588500" cy="337363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200"/>
            </a:lvl1pPr>
          </a:lstStyle>
          <a:p>
            <a:r>
              <a:rPr lang="en-SG"/>
              <a:t>[Insert Data]</a:t>
            </a:r>
          </a:p>
          <a:p>
            <a:endParaRPr lang="en-SG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C40098-6AF6-E469-74F0-E3D50C8284F7}"/>
              </a:ext>
            </a:extLst>
          </p:cNvPr>
          <p:cNvSpPr txBox="1"/>
          <p:nvPr userDrawn="1"/>
        </p:nvSpPr>
        <p:spPr>
          <a:xfrm>
            <a:off x="8848724" y="161122"/>
            <a:ext cx="904873" cy="41217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wrap="square" lIns="107987" tIns="17998" rIns="0" bIns="0" rtlCol="0" anchor="ctr">
            <a:noAutofit/>
          </a:bodyPr>
          <a:lstStyle/>
          <a:p>
            <a:pPr marL="0" marR="0" lvl="0" indent="0" algn="l" defTabSz="9066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현대산스 Head Medium"/>
                <a:ea typeface="현대산스 Head Medium"/>
                <a:cs typeface="+mn-cs"/>
              </a:rPr>
              <a:t>대외비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현대산스 Head Medium"/>
              <a:ea typeface="현대산스 Head Medium"/>
              <a:cs typeface="+mn-cs"/>
            </a:endParaRPr>
          </a:p>
          <a:p>
            <a:pPr marL="0" marR="0" lvl="0" indent="0" algn="l" defTabSz="9066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현대산스 Head Medium"/>
                <a:ea typeface="현대산스 Head Medium"/>
                <a:cs typeface="+mn-cs"/>
              </a:rPr>
              <a:t>Restricted</a:t>
            </a:r>
          </a:p>
        </p:txBody>
      </p:sp>
      <p:pic>
        <p:nvPicPr>
          <p:cNvPr id="10" name="Bild 18" descr="Hyundai_Logo.png">
            <a:extLst>
              <a:ext uri="{FF2B5EF4-FFF2-40B4-BE49-F238E27FC236}">
                <a16:creationId xmlns:a16="http://schemas.microsoft.com/office/drawing/2014/main" id="{10975AC6-D2DC-DCA7-EF65-2B9D9735A5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1860" y="6516537"/>
            <a:ext cx="1329352" cy="18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59247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694DB-B363-1C6D-72C6-BAE27D127F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884D84-A13F-4F01-CE76-B73B0449E5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9DC5C-2FFF-F561-BE9D-C2F15F39E0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309DD79C-53BA-41E5-AA3D-82C8ECE26BA7}" type="datetimeFigureOut">
              <a:rPr lang="en-SG" smtClean="0"/>
              <a:t>29/10/2026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83D66-777E-7F22-A085-2FBD36F6E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28FCF-EAC6-5133-6EA2-EECC1109E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8010BCA7-03D5-4664-B810-DCFDEF9D52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9459467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42671-D350-10CD-3459-31A0BA639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F97B8-E45C-5D14-6A2B-5F072C82E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189BF-A419-73E5-BE2F-12025160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309DD79C-53BA-41E5-AA3D-82C8ECE26BA7}" type="datetimeFigureOut">
              <a:rPr lang="en-SG" smtClean="0"/>
              <a:t>29/10/2026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DF0EC-DD86-1E30-BEB6-40003F873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F0D7E-4548-FDD8-08B8-AE6B03228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8010BCA7-03D5-4664-B810-DCFDEF9D52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6844488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B6C16-A2B3-9067-DB31-710972ADB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FE668-FB6D-9C2C-4150-AAAAAD720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6275" y="4589463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666DC-D4A5-AEAA-4374-6CDC47BD7A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309DD79C-53BA-41E5-AA3D-82C8ECE26BA7}" type="datetimeFigureOut">
              <a:rPr lang="en-SG" smtClean="0"/>
              <a:t>29/10/2026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B1DB1-C146-463D-D860-C52763A09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1E52D-84F2-C228-AB19-9F0540477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8010BCA7-03D5-4664-B810-DCFDEF9D52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950998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48919-5A8B-3C89-5476-5E21FC085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5BD40-6756-8FCE-FE0C-1A52B9E8B2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19576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300152-A798-AE14-E601-FD91B90DF9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29200" y="1825625"/>
            <a:ext cx="4195763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5E195-6628-AACF-7F46-36F7C3A23A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309DD79C-53BA-41E5-AA3D-82C8ECE26BA7}" type="datetimeFigureOut">
              <a:rPr lang="en-SG" smtClean="0"/>
              <a:t>29/10/2026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42929B-9FC5-03B9-5A92-739E13AAC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68F547-B86F-94D0-58CA-B44EEAFC0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8010BCA7-03D5-4664-B810-DCFDEF9D52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6387501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448FC-7E3E-B68E-741C-512EDBEAA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5" y="365125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F3E86-A47B-1BDE-BCC7-8E600E3CF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625" y="1681163"/>
            <a:ext cx="419100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FE258A-5301-46B9-1584-F0540C0BD4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625" y="2505075"/>
            <a:ext cx="419100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6C9954-6D67-4559-E15C-C4638ED12F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6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A0500E-AAD9-9C1C-BD20-324AC22051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6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EED49E-36A4-A733-590D-2038689320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309DD79C-53BA-41E5-AA3D-82C8ECE26BA7}" type="datetimeFigureOut">
              <a:rPr lang="en-SG" smtClean="0"/>
              <a:t>29/10/2026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43DCC8-CC7E-60C6-5224-7A6077CAD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EEE2EA-75B4-3D12-2F27-BDF05C4D1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8010BCA7-03D5-4664-B810-DCFDEF9D52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9643160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F211A-7E18-28B2-59DD-63E8E14F5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BAA726-DEEB-E836-BEAA-63EE215506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309DD79C-53BA-41E5-AA3D-82C8ECE26BA7}" type="datetimeFigureOut">
              <a:rPr lang="en-SG" smtClean="0"/>
              <a:t>29/10/2026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63D35-3914-535B-DF39-2929FC745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8C5342-4094-73A2-F187-1B1D48EE8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8010BCA7-03D5-4664-B810-DCFDEF9D52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4554705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224C0E-3908-0A84-B177-04460F961D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309DD79C-53BA-41E5-AA3D-82C8ECE26BA7}" type="datetimeFigureOut">
              <a:rPr lang="en-SG" smtClean="0"/>
              <a:t>29/10/2026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F108AC-D25B-20F8-6517-46B41A7C6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ACBA0-F169-89F3-2DE8-5B670C024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8010BCA7-03D5-4664-B810-DCFDEF9D52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7878445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03994-3BFB-0E73-AFCF-100B0EC59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D1700-8AB2-1A09-5617-6A2B0622E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638" y="987425"/>
            <a:ext cx="5014912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EA5A0-EF32-1354-218E-848D2F6A2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77893F-EBDF-44FD-1B23-C533BDEB99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309DD79C-53BA-41E5-AA3D-82C8ECE26BA7}" type="datetimeFigureOut">
              <a:rPr lang="en-SG" smtClean="0"/>
              <a:t>29/10/2026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6905D7-472D-20F6-0EAF-A16C97DC5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A40514-DF6E-EDBE-30A4-0173D36FE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8010BCA7-03D5-4664-B810-DCFDEF9D52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1259109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9219C-46CC-C3EF-D1FD-D8515DABD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84472E-A952-9674-5D2E-1E0ED37BE4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638" y="987425"/>
            <a:ext cx="5014912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2A73A-4A46-DDF6-55A1-71E2F656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7C8ED-F6F0-BC63-5214-A4FDBE41D2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309DD79C-53BA-41E5-AA3D-82C8ECE26BA7}" type="datetimeFigureOut">
              <a:rPr lang="en-SG" smtClean="0"/>
              <a:t>29/10/2026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4C85B-DB5C-A169-7410-EC9FDAAB8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286B8-BF4A-8497-518D-80D935C8B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8010BCA7-03D5-4664-B810-DCFDEF9D52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9717679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2DEA8-9CF1-EE00-7AF1-9609327B7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023A38-8BBC-4301-2C41-7F12EEBB20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E8EAA-99A1-C0C9-B759-ACA84B4953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309DD79C-53BA-41E5-AA3D-82C8ECE26BA7}" type="datetimeFigureOut">
              <a:rPr lang="en-SG" smtClean="0"/>
              <a:t>29/10/2026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92E21-7A40-3675-0F25-AEEA40630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50366-1EBF-E185-9429-AF8AF6DF0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8010BCA7-03D5-4664-B810-DCFDEF9D52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4056126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D74836-33E7-D585-8C8A-3C9AFDF436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9775" y="365125"/>
            <a:ext cx="2135188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E82B58-0D30-0EEC-C371-90342E148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56337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334A0-69EA-8CD3-7AB4-E6465935C2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309DD79C-53BA-41E5-AA3D-82C8ECE26BA7}" type="datetimeFigureOut">
              <a:rPr lang="en-SG" smtClean="0"/>
              <a:t>29/10/2026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CDCAC-3E93-4AB7-320F-98B187ADF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6266B-E7D3-E43C-8383-C68A13EC9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/>
          <a:lstStyle/>
          <a:p>
            <a:fld id="{8010BCA7-03D5-4664-B810-DCFDEF9D52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7815412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"/>
          <p:cNvSpPr>
            <a:spLocks noGrp="1"/>
          </p:cNvSpPr>
          <p:nvPr>
            <p:ph type="ctrTitle" hasCustomPrompt="1"/>
          </p:nvPr>
        </p:nvSpPr>
        <p:spPr>
          <a:xfrm>
            <a:off x="388716" y="236915"/>
            <a:ext cx="8562244" cy="506486"/>
          </a:xfrm>
        </p:spPr>
        <p:txBody>
          <a:bodyPr lIns="0" bIns="0" anchor="b"/>
          <a:lstStyle>
            <a:lvl1pPr algn="l">
              <a:defRPr sz="2000">
                <a:solidFill>
                  <a:schemeClr val="tx2">
                    <a:lumMod val="75000"/>
                  </a:schemeClr>
                </a:solidFill>
                <a:latin typeface="HDharmony B" panose="02020603020101020101" pitchFamily="18" charset="-127"/>
                <a:ea typeface="HDharmony B" panose="02020603020101020101" pitchFamily="18" charset="-127"/>
              </a:defRPr>
            </a:lvl1pPr>
          </a:lstStyle>
          <a:p>
            <a:r>
              <a:rPr lang="en-SG" altLang="ko-KR"/>
              <a:t>General Example</a:t>
            </a:r>
            <a:endParaRPr lang="ko-KR" altLang="en-US"/>
          </a:p>
        </p:txBody>
      </p:sp>
      <p:sp>
        <p:nvSpPr>
          <p:cNvPr id="12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388717" y="906228"/>
            <a:ext cx="3146274" cy="360040"/>
          </a:xfrm>
        </p:spPr>
        <p:txBody>
          <a:bodyPr lIns="0"/>
          <a:lstStyle>
            <a:lvl1pPr marL="0" indent="0" algn="l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HDharmony B" panose="02020603020101020101" pitchFamily="18" charset="-127"/>
                <a:ea typeface="HDharmony B" panose="02020603020101020101" pitchFamily="18" charset="-127"/>
              </a:defRPr>
            </a:lvl1pPr>
            <a:lvl2pPr marL="478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6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5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2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1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SG" altLang="ko-KR"/>
              <a:t>Example</a:t>
            </a:r>
            <a:endParaRPr lang="ko-KR" altLang="en-US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9129713" y="328616"/>
            <a:ext cx="495300" cy="363537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pPr>
              <a:defRPr/>
            </a:pPr>
            <a:fld id="{E26A353B-F3F7-42E1-A379-45FB515EEBDC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177E2D5-D5FD-3845-9530-0D1292879101}"/>
              </a:ext>
            </a:extLst>
          </p:cNvPr>
          <p:cNvCxnSpPr>
            <a:cxnSpLocks/>
          </p:cNvCxnSpPr>
          <p:nvPr userDrawn="1"/>
        </p:nvCxnSpPr>
        <p:spPr>
          <a:xfrm flipV="1">
            <a:off x="388718" y="773727"/>
            <a:ext cx="9257702" cy="10743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105133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9"/>
          <p:cNvGrpSpPr>
            <a:grpSpLocks/>
          </p:cNvGrpSpPr>
          <p:nvPr userDrawn="1"/>
        </p:nvGrpSpPr>
        <p:grpSpPr bwMode="auto">
          <a:xfrm>
            <a:off x="273050" y="703263"/>
            <a:ext cx="9359900" cy="277812"/>
            <a:chOff x="329" y="1821"/>
            <a:chExt cx="6071" cy="0"/>
          </a:xfrm>
        </p:grpSpPr>
        <p:sp>
          <p:nvSpPr>
            <p:cNvPr id="6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57263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900" b="1">
                <a:solidFill>
                  <a:prstClr val="black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7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57263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900" b="1">
                <a:solidFill>
                  <a:prstClr val="black"/>
                </a:solidFill>
                <a:latin typeface="굴림" pitchFamily="50" charset="-127"/>
                <a:ea typeface="굴림" pitchFamily="50" charset="-127"/>
              </a:endParaRPr>
            </a:p>
          </p:txBody>
        </p:sp>
      </p:grpSp>
      <p:sp>
        <p:nvSpPr>
          <p:cNvPr id="9" name="제목 1"/>
          <p:cNvSpPr>
            <a:spLocks noGrp="1"/>
          </p:cNvSpPr>
          <p:nvPr>
            <p:ph type="ctrTitle" hasCustomPrompt="1"/>
          </p:nvPr>
        </p:nvSpPr>
        <p:spPr>
          <a:xfrm>
            <a:off x="280869" y="192963"/>
            <a:ext cx="3589124" cy="4001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algn="l">
              <a:defRPr sz="2600">
                <a:latin typeface="현대하모니 B"/>
                <a:ea typeface="현대하모니 B"/>
              </a:defRPr>
            </a:lvl1pPr>
          </a:lstStyle>
          <a:p>
            <a:r>
              <a:rPr lang="ko-KR" altLang="en-US"/>
              <a:t>■ 마스터 제목 스타일 편집</a:t>
            </a:r>
          </a:p>
        </p:txBody>
      </p:sp>
      <p:sp>
        <p:nvSpPr>
          <p:cNvPr id="10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344488" y="836712"/>
            <a:ext cx="2699457" cy="2769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현대하모니 M"/>
                <a:ea typeface="현대하모니 M"/>
              </a:defRPr>
            </a:lvl1pPr>
            <a:lvl2pPr marL="478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6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5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2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1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■ 마스터 부제목 스타일 편집</a:t>
            </a:r>
          </a:p>
        </p:txBody>
      </p:sp>
      <p:sp>
        <p:nvSpPr>
          <p:cNvPr id="11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9129713" y="328613"/>
            <a:ext cx="495300" cy="363537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pPr>
              <a:defRPr/>
            </a:pPr>
            <a:fld id="{13527AB9-6298-44FA-9E1C-7B66247BD5AA}" type="slidenum">
              <a:rPr lang="ko-KR" alt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261323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arm Sand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755" tIns="47878" rIns="95755" bIns="47878" rtlCol="0" anchor="ctr"/>
          <a:lstStyle/>
          <a:p>
            <a:pPr algn="ctr" defTabSz="478774" latinLnBrk="0"/>
            <a:endParaRPr lang="de-DE" sz="1900">
              <a:solidFill>
                <a:prstClr val="white"/>
              </a:solidFill>
            </a:endParaRPr>
          </a:p>
        </p:txBody>
      </p:sp>
      <p:sp>
        <p:nvSpPr>
          <p:cNvPr id="9" name="Bildplatzhalter 2"/>
          <p:cNvSpPr>
            <a:spLocks noGrp="1"/>
          </p:cNvSpPr>
          <p:nvPr>
            <p:ph type="pic" idx="13"/>
          </p:nvPr>
        </p:nvSpPr>
        <p:spPr>
          <a:xfrm>
            <a:off x="333492" y="0"/>
            <a:ext cx="9237720" cy="581200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700" b="0" i="0">
                <a:latin typeface="현대산스 Head" panose="020B0600000101010101" pitchFamily="50" charset="-127"/>
              </a:defRPr>
            </a:lvl1pPr>
            <a:lvl2pPr marL="478774" indent="0">
              <a:buNone/>
              <a:defRPr sz="2900"/>
            </a:lvl2pPr>
            <a:lvl3pPr marL="957548" indent="0">
              <a:buNone/>
              <a:defRPr sz="2500"/>
            </a:lvl3pPr>
            <a:lvl4pPr marL="1436322" indent="0">
              <a:buNone/>
              <a:defRPr sz="2100"/>
            </a:lvl4pPr>
            <a:lvl5pPr marL="1915097" indent="0">
              <a:buNone/>
              <a:defRPr sz="2100"/>
            </a:lvl5pPr>
            <a:lvl6pPr marL="2393869" indent="0">
              <a:buNone/>
              <a:defRPr sz="2100"/>
            </a:lvl6pPr>
            <a:lvl7pPr marL="2872644" indent="0">
              <a:buNone/>
              <a:defRPr sz="2100"/>
            </a:lvl7pPr>
            <a:lvl8pPr marL="3351420" indent="0">
              <a:buNone/>
              <a:defRPr sz="2100"/>
            </a:lvl8pPr>
            <a:lvl9pPr marL="3830193" indent="0">
              <a:buNone/>
              <a:defRPr sz="2100"/>
            </a:lvl9pPr>
          </a:lstStyle>
          <a:p>
            <a:r>
              <a:rPr lang="ko-KR" altLang="en-US" noProof="0"/>
              <a:t>그림을 추가하려면 아이콘을 클릭하십시오</a:t>
            </a:r>
            <a:endParaRPr lang="de-DE" noProof="0"/>
          </a:p>
        </p:txBody>
      </p:sp>
      <p:pic>
        <p:nvPicPr>
          <p:cNvPr id="11" name="Bild 18" descr="Hyundai_Logo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6627" y="6474803"/>
            <a:ext cx="1329352" cy="180251"/>
          </a:xfrm>
          <a:prstGeom prst="rect">
            <a:avLst/>
          </a:prstGeom>
        </p:spPr>
      </p:pic>
      <p:sp>
        <p:nvSpPr>
          <p:cNvPr id="16" name="Titel 1"/>
          <p:cNvSpPr>
            <a:spLocks noGrp="1"/>
          </p:cNvSpPr>
          <p:nvPr>
            <p:ph type="ctrTitle" hasCustomPrompt="1"/>
          </p:nvPr>
        </p:nvSpPr>
        <p:spPr>
          <a:xfrm>
            <a:off x="660315" y="1359129"/>
            <a:ext cx="8337292" cy="44644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4198"/>
              </a:lnSpc>
              <a:defRPr sz="3300" baseline="0">
                <a:latin typeface="+mj-lt"/>
              </a:defRPr>
            </a:lvl1pPr>
          </a:lstStyle>
          <a:p>
            <a:r>
              <a:rPr lang="en-US" noProof="0"/>
              <a:t>Standard title headline</a:t>
            </a:r>
          </a:p>
        </p:txBody>
      </p:sp>
      <p:sp>
        <p:nvSpPr>
          <p:cNvPr id="1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66988" y="2555269"/>
            <a:ext cx="8336617" cy="2122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100" b="0">
                <a:solidFill>
                  <a:srgbClr val="000000"/>
                </a:solidFill>
                <a:latin typeface="+mn-lt"/>
                <a:ea typeface="현대산스 Head" panose="020B0600000101010101" pitchFamily="50" charset="-127"/>
              </a:defRPr>
            </a:lvl1pPr>
            <a:lvl2pPr marL="478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5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3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38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26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1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01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Month DD, YY</a:t>
            </a:r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660315" y="1814210"/>
            <a:ext cx="8337292" cy="414676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ts val="4198"/>
              </a:lnSpc>
              <a:spcBef>
                <a:spcPts val="0"/>
              </a:spcBef>
              <a:defRPr sz="2600" b="0" baseline="0">
                <a:latin typeface="+mn-lt"/>
                <a:ea typeface="현대산스 Head" panose="020B0600000101010101" pitchFamily="50" charset="-127"/>
              </a:defRPr>
            </a:lvl1pPr>
          </a:lstStyle>
          <a:p>
            <a:pPr lvl="0"/>
            <a:r>
              <a:rPr lang="en-US" noProof="0"/>
              <a:t>Optional second line</a:t>
            </a:r>
          </a:p>
        </p:txBody>
      </p:sp>
    </p:spTree>
    <p:extLst>
      <p:ext uri="{BB962C8B-B14F-4D97-AF65-F5344CB8AC3E}">
        <p14:creationId xmlns:p14="http://schemas.microsoft.com/office/powerpoint/2010/main" val="337660530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9906000" cy="685656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 sz="700">
                <a:latin typeface="현대산스 Head" panose="020B0600000101010101" pitchFamily="50" charset="-127"/>
              </a:defRPr>
            </a:lvl1pPr>
          </a:lstStyle>
          <a:p>
            <a:r>
              <a:rPr lang="de-DE"/>
              <a:t>Bild auf Platzhalter ziehen oder durch Klicken auf Symbol hinzufügen</a:t>
            </a:r>
          </a:p>
        </p:txBody>
      </p:sp>
      <p:sp>
        <p:nvSpPr>
          <p:cNvPr id="8" name="Rechteck 7"/>
          <p:cNvSpPr/>
          <p:nvPr userDrawn="1"/>
        </p:nvSpPr>
        <p:spPr>
          <a:xfrm>
            <a:off x="2" y="1"/>
            <a:ext cx="9904703" cy="685685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755" tIns="47878" rIns="95755" bIns="47878" rtlCol="0" anchor="ctr"/>
          <a:lstStyle/>
          <a:p>
            <a:pPr algn="ctr" defTabSz="478774" latinLnBrk="0"/>
            <a:endParaRPr lang="de-DE" sz="1900">
              <a:solidFill>
                <a:prstClr val="white"/>
              </a:solidFill>
            </a:endParaRPr>
          </a:p>
        </p:txBody>
      </p:sp>
      <p:sp>
        <p:nvSpPr>
          <p:cNvPr id="9" name="Bildplatzhalter 2"/>
          <p:cNvSpPr>
            <a:spLocks noGrp="1"/>
          </p:cNvSpPr>
          <p:nvPr>
            <p:ph type="pic" idx="13"/>
          </p:nvPr>
        </p:nvSpPr>
        <p:spPr>
          <a:xfrm>
            <a:off x="333492" y="0"/>
            <a:ext cx="9237720" cy="581200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700" b="0" i="0">
                <a:latin typeface="현대산스 Head" panose="020B0600000101010101" pitchFamily="50" charset="-127"/>
              </a:defRPr>
            </a:lvl1pPr>
            <a:lvl2pPr marL="478774" indent="0">
              <a:buNone/>
              <a:defRPr sz="2900"/>
            </a:lvl2pPr>
            <a:lvl3pPr marL="957548" indent="0">
              <a:buNone/>
              <a:defRPr sz="2500"/>
            </a:lvl3pPr>
            <a:lvl4pPr marL="1436322" indent="0">
              <a:buNone/>
              <a:defRPr sz="2100"/>
            </a:lvl4pPr>
            <a:lvl5pPr marL="1915097" indent="0">
              <a:buNone/>
              <a:defRPr sz="2100"/>
            </a:lvl5pPr>
            <a:lvl6pPr marL="2393869" indent="0">
              <a:buNone/>
              <a:defRPr sz="2100"/>
            </a:lvl6pPr>
            <a:lvl7pPr marL="2872644" indent="0">
              <a:buNone/>
              <a:defRPr sz="2100"/>
            </a:lvl7pPr>
            <a:lvl8pPr marL="3351420" indent="0">
              <a:buNone/>
              <a:defRPr sz="2100"/>
            </a:lvl8pPr>
            <a:lvl9pPr marL="3830193" indent="0">
              <a:buNone/>
              <a:defRPr sz="2100"/>
            </a:lvl9pPr>
          </a:lstStyle>
          <a:p>
            <a:r>
              <a:rPr lang="ko-KR" altLang="en-US" noProof="0"/>
              <a:t>그림을 추가하려면 아이콘을 클릭하십시오</a:t>
            </a:r>
            <a:endParaRPr lang="de-DE" noProof="0"/>
          </a:p>
        </p:txBody>
      </p:sp>
      <p:pic>
        <p:nvPicPr>
          <p:cNvPr id="13" name="Bild 18" descr="Hyundai_Logo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6627" y="6474803"/>
            <a:ext cx="1329352" cy="180251"/>
          </a:xfrm>
          <a:prstGeom prst="rect">
            <a:avLst/>
          </a:prstGeom>
        </p:spPr>
      </p:pic>
      <p:sp>
        <p:nvSpPr>
          <p:cNvPr id="14" name="Titel 1"/>
          <p:cNvSpPr>
            <a:spLocks noGrp="1"/>
          </p:cNvSpPr>
          <p:nvPr>
            <p:ph type="ctrTitle" hasCustomPrompt="1"/>
          </p:nvPr>
        </p:nvSpPr>
        <p:spPr>
          <a:xfrm>
            <a:off x="660315" y="1359129"/>
            <a:ext cx="8337292" cy="44644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4198"/>
              </a:lnSpc>
              <a:defRPr sz="3300" baseline="0">
                <a:latin typeface="+mj-lt"/>
              </a:defRPr>
            </a:lvl1pPr>
          </a:lstStyle>
          <a:p>
            <a:r>
              <a:rPr lang="en-US" noProof="0"/>
              <a:t>Standard title headline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66988" y="2555269"/>
            <a:ext cx="8336617" cy="2122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100" b="0">
                <a:solidFill>
                  <a:srgbClr val="000000"/>
                </a:solidFill>
                <a:latin typeface="+mn-lt"/>
                <a:ea typeface="+mn-ea"/>
              </a:defRPr>
            </a:lvl1pPr>
            <a:lvl2pPr marL="478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5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3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38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26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1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01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Month DD, YY</a:t>
            </a:r>
          </a:p>
        </p:txBody>
      </p:sp>
      <p:sp>
        <p:nvSpPr>
          <p:cNvPr id="16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660315" y="1814210"/>
            <a:ext cx="8337292" cy="414676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ts val="4198"/>
              </a:lnSpc>
              <a:spcBef>
                <a:spcPts val="0"/>
              </a:spcBef>
              <a:defRPr sz="2600" b="0" baseline="0">
                <a:latin typeface="+mn-lt"/>
                <a:ea typeface="현대산스 Head" panose="020B0600000101010101" pitchFamily="50" charset="-127"/>
              </a:defRPr>
            </a:lvl1pPr>
          </a:lstStyle>
          <a:p>
            <a:pPr lvl="0"/>
            <a:r>
              <a:rPr lang="en-US" noProof="0"/>
              <a:t>Optional second line</a:t>
            </a:r>
          </a:p>
        </p:txBody>
      </p:sp>
    </p:spTree>
    <p:extLst>
      <p:ext uri="{BB962C8B-B14F-4D97-AF65-F5344CB8AC3E}">
        <p14:creationId xmlns:p14="http://schemas.microsoft.com/office/powerpoint/2010/main" val="213178291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arm Sand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E4D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755" tIns="47878" rIns="95755" bIns="47878" rtlCol="0" anchor="ctr"/>
          <a:lstStyle/>
          <a:p>
            <a:pPr algn="ctr" defTabSz="478774" latinLnBrk="0"/>
            <a:endParaRPr lang="de-DE" sz="1900">
              <a:solidFill>
                <a:prstClr val="white"/>
              </a:solidFill>
            </a:endParaRPr>
          </a:p>
        </p:txBody>
      </p:sp>
      <p:sp>
        <p:nvSpPr>
          <p:cNvPr id="8" name="Rechteck 7"/>
          <p:cNvSpPr/>
          <p:nvPr userDrawn="1"/>
        </p:nvSpPr>
        <p:spPr>
          <a:xfrm>
            <a:off x="333492" y="1"/>
            <a:ext cx="9237720" cy="5812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755" tIns="47878" rIns="95755" bIns="47878" rtlCol="0" anchor="ctr"/>
          <a:lstStyle/>
          <a:p>
            <a:pPr algn="ctr" defTabSz="478774" latinLnBrk="0"/>
            <a:endParaRPr lang="de-DE" sz="1900">
              <a:solidFill>
                <a:prstClr val="white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60315" y="1359129"/>
            <a:ext cx="8337292" cy="44644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4198"/>
              </a:lnSpc>
              <a:defRPr sz="3300" baseline="0">
                <a:latin typeface="+mj-lt"/>
              </a:defRPr>
            </a:lvl1pPr>
          </a:lstStyle>
          <a:p>
            <a:r>
              <a:rPr lang="en-US" noProof="0"/>
              <a:t>Standard title headline</a:t>
            </a:r>
          </a:p>
        </p:txBody>
      </p:sp>
      <p:pic>
        <p:nvPicPr>
          <p:cNvPr id="13" name="Bild 18" descr="Hyundai_Logo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6627" y="6474803"/>
            <a:ext cx="1329352" cy="180251"/>
          </a:xfrm>
          <a:prstGeom prst="rect">
            <a:avLst/>
          </a:prstGeom>
        </p:spPr>
      </p:pic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66988" y="2555269"/>
            <a:ext cx="8336617" cy="2122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100" b="0">
                <a:solidFill>
                  <a:srgbClr val="000000"/>
                </a:solidFill>
                <a:latin typeface="+mn-lt"/>
                <a:ea typeface="현대산스 Head" panose="020B0600000101010101" pitchFamily="50" charset="-127"/>
              </a:defRPr>
            </a:lvl1pPr>
            <a:lvl2pPr marL="478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5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3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38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26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1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01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Month DD, YY</a:t>
            </a:r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660315" y="1814210"/>
            <a:ext cx="8337292" cy="414676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ts val="4198"/>
              </a:lnSpc>
              <a:spcBef>
                <a:spcPts val="0"/>
              </a:spcBef>
              <a:defRPr sz="2600" b="0" baseline="0">
                <a:latin typeface="+mn-lt"/>
                <a:ea typeface="현대산스 Head" panose="020B0600000101010101" pitchFamily="50" charset="-127"/>
              </a:defRPr>
            </a:lvl1pPr>
          </a:lstStyle>
          <a:p>
            <a:pPr lvl="0"/>
            <a:r>
              <a:rPr lang="en-US" noProof="0"/>
              <a:t>Optional second line</a:t>
            </a:r>
          </a:p>
        </p:txBody>
      </p:sp>
    </p:spTree>
    <p:extLst>
      <p:ext uri="{BB962C8B-B14F-4D97-AF65-F5344CB8AC3E}">
        <p14:creationId xmlns:p14="http://schemas.microsoft.com/office/powerpoint/2010/main" val="86496221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idx="13"/>
          </p:nvPr>
        </p:nvSpPr>
        <p:spPr>
          <a:xfrm>
            <a:off x="333492" y="0"/>
            <a:ext cx="9237720" cy="5812000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700" b="0" i="0">
                <a:latin typeface="현대산스 Head" panose="020B0600000101010101" pitchFamily="50" charset="-127"/>
              </a:defRPr>
            </a:lvl1pPr>
            <a:lvl2pPr marL="478774" indent="0">
              <a:buNone/>
              <a:defRPr sz="2900"/>
            </a:lvl2pPr>
            <a:lvl3pPr marL="957548" indent="0">
              <a:buNone/>
              <a:defRPr sz="2500"/>
            </a:lvl3pPr>
            <a:lvl4pPr marL="1436322" indent="0">
              <a:buNone/>
              <a:defRPr sz="2100"/>
            </a:lvl4pPr>
            <a:lvl5pPr marL="1915097" indent="0">
              <a:buNone/>
              <a:defRPr sz="2100"/>
            </a:lvl5pPr>
            <a:lvl6pPr marL="2393869" indent="0">
              <a:buNone/>
              <a:defRPr sz="2100"/>
            </a:lvl6pPr>
            <a:lvl7pPr marL="2872644" indent="0">
              <a:buNone/>
              <a:defRPr sz="2100"/>
            </a:lvl7pPr>
            <a:lvl8pPr marL="3351420" indent="0">
              <a:buNone/>
              <a:defRPr sz="2100"/>
            </a:lvl8pPr>
            <a:lvl9pPr marL="3830193" indent="0">
              <a:buNone/>
              <a:defRPr sz="2100"/>
            </a:lvl9pPr>
          </a:lstStyle>
          <a:p>
            <a:r>
              <a:rPr lang="ko-KR" altLang="en-US"/>
              <a:t>그림을 추가하려면 아이콘을 클릭하십시오</a:t>
            </a: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0288" y="785397"/>
            <a:ext cx="8386606" cy="14400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10300" b="0" cap="none">
                <a:latin typeface="+mj-ea"/>
                <a:ea typeface="+mj-ea"/>
              </a:defRPr>
            </a:lvl1pPr>
          </a:lstStyle>
          <a:p>
            <a:r>
              <a:rPr lang="en-US" noProof="0"/>
              <a:t>01.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660318" y="2302401"/>
            <a:ext cx="8347869" cy="101220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300">
                <a:solidFill>
                  <a:srgbClr val="000000"/>
                </a:solidFill>
                <a:latin typeface="+mj-ea"/>
                <a:ea typeface="+mj-ea"/>
              </a:defRPr>
            </a:lvl1pPr>
            <a:lvl2pPr marL="478774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57548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3632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1509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39386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87264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35142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8301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noProof="0"/>
              <a:t>텍스트를 입력하시오</a:t>
            </a:r>
            <a:r>
              <a:rPr lang="en-US" altLang="ko-KR" noProof="0"/>
              <a:t>. </a:t>
            </a:r>
            <a:endParaRPr lang="en-US" noProof="0"/>
          </a:p>
        </p:txBody>
      </p:sp>
      <p:sp>
        <p:nvSpPr>
          <p:cNvPr id="5" name="Rechteck 4"/>
          <p:cNvSpPr/>
          <p:nvPr userDrawn="1"/>
        </p:nvSpPr>
        <p:spPr>
          <a:xfrm>
            <a:off x="300144" y="6261109"/>
            <a:ext cx="9304419" cy="61433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noAutofit/>
          </a:bodyPr>
          <a:lstStyle/>
          <a:p>
            <a:pPr algn="ctr" defTabSz="478774" latinLnBrk="0"/>
            <a:endParaRPr lang="de-DE" sz="1900" b="1">
              <a:solidFill>
                <a:prstClr val="black"/>
              </a:solidFill>
              <a:cs typeface="Hyundai Sans Head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28E01C-7987-4FF9-BF1E-9C60CD27734C}" type="datetime4">
              <a:rPr lang="en-US" altLang="ko-KR" smtClean="0">
                <a:solidFill>
                  <a:prstClr val="black"/>
                </a:solidFill>
              </a:rPr>
              <a:pPr/>
              <a:t>October 29, 2026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317690-C5EB-F34F-B036-C349E52C6879}" type="slidenum">
              <a:rPr lang="de-DE" smtClean="0">
                <a:solidFill>
                  <a:prstClr val="black"/>
                </a:solidFill>
              </a:rPr>
              <a:pPr/>
              <a:t>‹#›</a:t>
            </a:fld>
            <a:endParaRPr lang="de-D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914921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/>
          <p:cNvSpPr>
            <a:spLocks noGrp="1"/>
          </p:cNvSpPr>
          <p:nvPr>
            <p:ph type="dt" sz="half" idx="16"/>
          </p:nvPr>
        </p:nvSpPr>
        <p:spPr>
          <a:xfrm>
            <a:off x="1000475" y="6479036"/>
            <a:ext cx="1300618" cy="163258"/>
          </a:xfrm>
          <a:prstGeom prst="rect">
            <a:avLst/>
          </a:prstGeom>
        </p:spPr>
        <p:txBody>
          <a:bodyPr/>
          <a:lstStyle>
            <a:lvl1pPr>
              <a:defRPr sz="800">
                <a:latin typeface="현대산스 Head" panose="020B0600000101010101" pitchFamily="50" charset="-127"/>
                <a:ea typeface="현대산스 Head" panose="020B0600000101010101" pitchFamily="50" charset="-127"/>
              </a:defRPr>
            </a:lvl1pPr>
          </a:lstStyle>
          <a:p>
            <a:fld id="{C9B2D37F-340E-4F15-BF4D-6ECBBA0B92C0}" type="datetime4">
              <a:rPr lang="en-US" altLang="ko-KR" smtClean="0">
                <a:solidFill>
                  <a:prstClr val="black"/>
                </a:solidFill>
              </a:rPr>
              <a:pPr/>
              <a:t>October 29, 2026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8"/>
          </p:nvPr>
        </p:nvSpPr>
        <p:spPr>
          <a:xfrm>
            <a:off x="333492" y="6478095"/>
            <a:ext cx="590280" cy="163258"/>
          </a:xfrm>
          <a:prstGeom prst="rect">
            <a:avLst/>
          </a:prstGeom>
        </p:spPr>
        <p:txBody>
          <a:bodyPr/>
          <a:lstStyle/>
          <a:p>
            <a:fld id="{DD317690-C5EB-F34F-B036-C349E52C6879}" type="slidenum">
              <a:rPr lang="de-DE" smtClean="0">
                <a:solidFill>
                  <a:prstClr val="black"/>
                </a:solidFill>
              </a:rPr>
              <a:pPr/>
              <a:t>‹#›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16" name="Inhaltsplatzhalter 2"/>
          <p:cNvSpPr>
            <a:spLocks noGrp="1"/>
          </p:cNvSpPr>
          <p:nvPr>
            <p:ph idx="1" hasCustomPrompt="1"/>
          </p:nvPr>
        </p:nvSpPr>
        <p:spPr>
          <a:xfrm>
            <a:off x="333491" y="1565116"/>
            <a:ext cx="9237720" cy="1632584"/>
          </a:xfrm>
          <a:prstGeom prst="rect">
            <a:avLst/>
          </a:prstGeom>
        </p:spPr>
        <p:txBody>
          <a:bodyPr/>
          <a:lstStyle>
            <a:lvl1pPr marL="0" marR="0" indent="0" algn="l" defTabSz="47877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baseline="0">
                <a:latin typeface="+mj-ea"/>
                <a:ea typeface="+mj-ea"/>
              </a:defRPr>
            </a:lvl1pPr>
            <a:lvl2pPr marL="161968" marR="0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>
                <a:latin typeface="+mn-ea"/>
                <a:ea typeface="+mn-ea"/>
              </a:defRPr>
            </a:lvl2pPr>
            <a:lvl3pPr marL="261132" indent="-261132">
              <a:buFont typeface="Arial" panose="020B0604020202020204" pitchFamily="34" charset="0"/>
              <a:buChar char="•"/>
              <a:defRPr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3pPr>
            <a:lvl4pPr marL="261132" indent="-261132">
              <a:buFont typeface="Arial"/>
              <a:buChar char="•"/>
              <a:defRPr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4pPr>
            <a:lvl5pPr marL="261132" indent="-261132">
              <a:buFont typeface="Arial"/>
              <a:buChar char="•"/>
              <a:defRPr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5pPr>
          </a:lstStyle>
          <a:p>
            <a:pPr marL="0" marR="0" lvl="0" indent="0" algn="l" defTabSz="47877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noProof="0"/>
              <a:t>소제목 </a:t>
            </a:r>
            <a:r>
              <a:rPr lang="en-US" altLang="ko-KR" noProof="0"/>
              <a:t>option1 </a:t>
            </a:r>
            <a:r>
              <a:rPr lang="en-US" noProof="0"/>
              <a:t>: 20pt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</p:txBody>
      </p:sp>
      <p:sp>
        <p:nvSpPr>
          <p:cNvPr id="17" name="Inhaltsplatzhalter 2"/>
          <p:cNvSpPr>
            <a:spLocks noGrp="1"/>
          </p:cNvSpPr>
          <p:nvPr>
            <p:ph idx="14" hasCustomPrompt="1"/>
          </p:nvPr>
        </p:nvSpPr>
        <p:spPr>
          <a:xfrm>
            <a:off x="333492" y="3280911"/>
            <a:ext cx="9237720" cy="1469326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47877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latin typeface="+mj-ea"/>
                <a:ea typeface="+mj-ea"/>
              </a:defRPr>
            </a:lvl1pPr>
            <a:lvl2pPr marL="161968" marR="0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>
                <a:latin typeface="+mn-ea"/>
                <a:ea typeface="+mn-ea"/>
              </a:defRPr>
            </a:lvl2pPr>
            <a:lvl3pPr marL="161968" indent="-161968"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3pPr>
            <a:lvl4pPr marL="161968" indent="-161968">
              <a:lnSpc>
                <a:spcPct val="100000"/>
              </a:lnSpc>
              <a:buFont typeface="Arial"/>
              <a:buChar char="•"/>
              <a:defRPr sz="140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4pPr>
            <a:lvl5pPr marL="161968" indent="-161968">
              <a:lnSpc>
                <a:spcPct val="100000"/>
              </a:lnSpc>
              <a:buFont typeface="Arial"/>
              <a:buChar char="•"/>
              <a:defRPr sz="140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5pPr>
          </a:lstStyle>
          <a:p>
            <a:pPr marL="184722" marR="0" lvl="0" indent="-184722" algn="l" defTabSz="47877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noProof="0"/>
              <a:t>소제목</a:t>
            </a:r>
            <a:r>
              <a:rPr lang="en-US" noProof="0"/>
              <a:t> option2 : 15pt </a:t>
            </a:r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</a:t>
            </a:r>
            <a:endParaRPr lang="en-US" altLang="ko-KR" noProof="0"/>
          </a:p>
          <a:p>
            <a:pPr lvl="1"/>
            <a:endParaRPr lang="en-US" altLang="ko-KR" noProof="0"/>
          </a:p>
        </p:txBody>
      </p:sp>
      <p:sp>
        <p:nvSpPr>
          <p:cNvPr id="18" name="Inhaltsplatzhalter 2"/>
          <p:cNvSpPr>
            <a:spLocks noGrp="1"/>
          </p:cNvSpPr>
          <p:nvPr>
            <p:ph idx="15" hasCustomPrompt="1"/>
          </p:nvPr>
        </p:nvSpPr>
        <p:spPr>
          <a:xfrm>
            <a:off x="334453" y="4833447"/>
            <a:ext cx="9237720" cy="130606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478774" rtl="0" eaLnBrk="1" fontAlgn="auto" latinLnBrk="0" hangingPunct="1">
              <a:lnSpc>
                <a:spcPct val="100000"/>
              </a:lnSpc>
              <a:spcBef>
                <a:spcPts val="309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latin typeface="+mj-ea"/>
                <a:ea typeface="+mj-ea"/>
              </a:defRPr>
            </a:lvl1pPr>
            <a:lvl2pPr marL="161968" marR="0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200">
                <a:latin typeface="+mn-ea"/>
                <a:ea typeface="+mn-ea"/>
              </a:defRPr>
            </a:lvl2pPr>
            <a:lvl3pPr marL="161968" indent="-161968">
              <a:spcBef>
                <a:spcPts val="309"/>
              </a:spcBef>
              <a:buFont typeface="Arial" panose="020B0604020202020204" pitchFamily="34" charset="0"/>
              <a:buChar char="•"/>
              <a:defRPr sz="120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3pPr>
            <a:lvl4pPr marL="161968" indent="-161968">
              <a:spcBef>
                <a:spcPts val="309"/>
              </a:spcBef>
              <a:buFont typeface="Arial"/>
              <a:buChar char="•"/>
              <a:defRPr sz="120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4pPr>
            <a:lvl5pPr marL="161968" indent="-161968">
              <a:spcBef>
                <a:spcPts val="309"/>
              </a:spcBef>
              <a:buFont typeface="Arial"/>
              <a:buChar char="•"/>
              <a:defRPr sz="120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5pPr>
          </a:lstStyle>
          <a:p>
            <a:pPr marL="184722" marR="0" lvl="0" indent="-184722" algn="l" defTabSz="478774" rtl="0" eaLnBrk="1" fontAlgn="auto" latinLnBrk="0" hangingPunct="1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noProof="0"/>
              <a:t>소제목</a:t>
            </a:r>
            <a:r>
              <a:rPr lang="en-US" noProof="0"/>
              <a:t> option3 : 13pt </a:t>
            </a:r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</a:t>
            </a:r>
            <a:endParaRPr lang="en-US" altLang="ko-KR" noProof="0"/>
          </a:p>
        </p:txBody>
      </p:sp>
      <p:sp>
        <p:nvSpPr>
          <p:cNvPr id="23" name="Textplatzhalter 19"/>
          <p:cNvSpPr>
            <a:spLocks noGrp="1"/>
          </p:cNvSpPr>
          <p:nvPr>
            <p:ph type="body" sz="quarter" idx="19" hasCustomPrompt="1"/>
          </p:nvPr>
        </p:nvSpPr>
        <p:spPr>
          <a:xfrm>
            <a:off x="326826" y="683989"/>
            <a:ext cx="9238345" cy="544207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+mn-lt"/>
                <a:ea typeface="현대산스 Head" panose="020B0600000101010101" pitchFamily="50" charset="-127"/>
              </a:defRPr>
            </a:lvl1pPr>
          </a:lstStyle>
          <a:p>
            <a:pPr lvl="0"/>
            <a:r>
              <a:rPr lang="ko-KR" altLang="en-US"/>
              <a:t>소제목 및 본문</a:t>
            </a:r>
            <a:endParaRPr lang="de-DE"/>
          </a:p>
        </p:txBody>
      </p:sp>
      <p:sp>
        <p:nvSpPr>
          <p:cNvPr id="24" name="Titelplatzhalter 1"/>
          <p:cNvSpPr>
            <a:spLocks noGrp="1"/>
          </p:cNvSpPr>
          <p:nvPr>
            <p:ph type="title"/>
          </p:nvPr>
        </p:nvSpPr>
        <p:spPr>
          <a:xfrm>
            <a:off x="326822" y="216487"/>
            <a:ext cx="9237720" cy="27753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/>
            </a:lvl1pPr>
          </a:lstStyle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13983536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8pt,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5"/>
          <p:cNvSpPr>
            <a:spLocks noGrp="1"/>
          </p:cNvSpPr>
          <p:nvPr>
            <p:ph type="dt" sz="half" idx="25"/>
          </p:nvPr>
        </p:nvSpPr>
        <p:spPr>
          <a:xfrm>
            <a:off x="1000475" y="6479036"/>
            <a:ext cx="1300618" cy="163258"/>
          </a:xfrm>
          <a:prstGeom prst="rect">
            <a:avLst/>
          </a:prstGeom>
        </p:spPr>
        <p:txBody>
          <a:bodyPr/>
          <a:lstStyle>
            <a:lvl1pPr>
              <a:defRPr>
                <a:latin typeface="현대산스 Head" panose="020B0600000101010101" pitchFamily="50" charset="-127"/>
                <a:ea typeface="현대산스 Head" panose="020B0600000101010101" pitchFamily="50" charset="-127"/>
              </a:defRPr>
            </a:lvl1pPr>
          </a:lstStyle>
          <a:p>
            <a:fld id="{5DD75629-C7A3-4CF7-A560-5C185F976666}" type="datetime4">
              <a:rPr lang="en-US" altLang="ko-KR" smtClean="0">
                <a:solidFill>
                  <a:prstClr val="black"/>
                </a:solidFill>
              </a:rPr>
              <a:pPr/>
              <a:t>October 29, 2026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27"/>
          </p:nvPr>
        </p:nvSpPr>
        <p:spPr>
          <a:xfrm>
            <a:off x="333492" y="6478095"/>
            <a:ext cx="590280" cy="163258"/>
          </a:xfrm>
          <a:prstGeom prst="rect">
            <a:avLst/>
          </a:prstGeom>
        </p:spPr>
        <p:txBody>
          <a:bodyPr/>
          <a:lstStyle/>
          <a:p>
            <a:fld id="{DD317690-C5EB-F34F-B036-C349E52C6879}" type="slidenum">
              <a:rPr lang="de-DE" smtClean="0">
                <a:solidFill>
                  <a:prstClr val="black"/>
                </a:solidFill>
              </a:rPr>
              <a:pPr/>
              <a:t>‹#›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14" name="Textplatzhalter 19"/>
          <p:cNvSpPr>
            <a:spLocks noGrp="1"/>
          </p:cNvSpPr>
          <p:nvPr>
            <p:ph type="body" sz="quarter" idx="19" hasCustomPrompt="1"/>
          </p:nvPr>
        </p:nvSpPr>
        <p:spPr>
          <a:xfrm>
            <a:off x="326826" y="683989"/>
            <a:ext cx="9238345" cy="544207"/>
          </a:xfrm>
          <a:prstGeom prst="rect">
            <a:avLst/>
          </a:prstGeom>
        </p:spPr>
        <p:txBody>
          <a:bodyPr/>
          <a:lstStyle>
            <a:lvl1pPr marL="0" marR="0" indent="0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baseline="0">
                <a:latin typeface="+mn-ea"/>
                <a:ea typeface="+mn-ea"/>
              </a:defRPr>
            </a:lvl1pPr>
          </a:lstStyle>
          <a:p>
            <a:pPr marL="0" marR="0" lvl="0" indent="0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/>
              <a:t>소제목 및 본문</a:t>
            </a:r>
            <a:endParaRPr lang="de-DE" altLang="ko-KR"/>
          </a:p>
          <a:p>
            <a:pPr lvl="0"/>
            <a:endParaRPr lang="de-DE"/>
          </a:p>
        </p:txBody>
      </p:sp>
      <p:sp>
        <p:nvSpPr>
          <p:cNvPr id="15" name="Inhaltsplatzhalter 2"/>
          <p:cNvSpPr>
            <a:spLocks noGrp="1"/>
          </p:cNvSpPr>
          <p:nvPr>
            <p:ph idx="15" hasCustomPrompt="1"/>
          </p:nvPr>
        </p:nvSpPr>
        <p:spPr>
          <a:xfrm>
            <a:off x="333491" y="1567281"/>
            <a:ext cx="4525482" cy="1632584"/>
          </a:xfrm>
          <a:prstGeom prst="rect">
            <a:avLst/>
          </a:prstGeom>
        </p:spPr>
        <p:txBody>
          <a:bodyPr/>
          <a:lstStyle>
            <a:lvl1pPr marL="0" marR="0" indent="0" algn="l" defTabSz="47877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+mj-ea"/>
                <a:ea typeface="+mj-ea"/>
              </a:defRPr>
            </a:lvl1pPr>
            <a:lvl2pPr marL="161968" marR="0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>
                <a:latin typeface="+mn-ea"/>
                <a:ea typeface="+mn-ea"/>
              </a:defRPr>
            </a:lvl2pPr>
            <a:lvl3pPr marL="261132" indent="-261132">
              <a:buFont typeface="Arial" panose="020B0604020202020204" pitchFamily="34" charset="0"/>
              <a:buChar char="•"/>
              <a:defRPr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3pPr>
            <a:lvl4pPr marL="261132" indent="-261132">
              <a:buFont typeface="Arial"/>
              <a:buChar char="•"/>
              <a:defRPr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4pPr>
            <a:lvl5pPr marL="261132" indent="-261132">
              <a:buFont typeface="Arial"/>
              <a:buChar char="•"/>
              <a:defRPr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5pPr>
          </a:lstStyle>
          <a:p>
            <a:pPr marL="0" marR="0" lvl="0" indent="0" algn="l" defTabSz="47877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noProof="0"/>
              <a:t>소제목 </a:t>
            </a:r>
            <a:r>
              <a:rPr lang="en-US" noProof="0"/>
              <a:t>option1 : 20pt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</a:t>
            </a:r>
            <a:endParaRPr lang="en-US" altLang="ko-KR" noProof="0"/>
          </a:p>
        </p:txBody>
      </p:sp>
      <p:sp>
        <p:nvSpPr>
          <p:cNvPr id="18" name="Inhaltsplatzhalter 2"/>
          <p:cNvSpPr>
            <a:spLocks noGrp="1"/>
          </p:cNvSpPr>
          <p:nvPr>
            <p:ph idx="17" hasCustomPrompt="1"/>
          </p:nvPr>
        </p:nvSpPr>
        <p:spPr>
          <a:xfrm>
            <a:off x="333496" y="4833447"/>
            <a:ext cx="4523919" cy="130606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47877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aseline="0"/>
            </a:lvl1pPr>
            <a:lvl2pPr marL="161968" marR="0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200" baseline="0">
                <a:latin typeface="+mn-ea"/>
                <a:ea typeface="+mn-ea"/>
              </a:defRPr>
            </a:lvl2pPr>
            <a:lvl3pPr marL="161968" indent="-161968">
              <a:spcBef>
                <a:spcPts val="309"/>
              </a:spcBef>
              <a:buFont typeface="Arial" panose="020B0604020202020204" pitchFamily="34" charset="0"/>
              <a:buChar char="•"/>
              <a:defRPr sz="1200" baseline="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3pPr>
            <a:lvl4pPr marL="161968" indent="-161968">
              <a:spcBef>
                <a:spcPts val="309"/>
              </a:spcBef>
              <a:buFont typeface="Arial"/>
              <a:buChar char="•"/>
              <a:defRPr sz="1200" baseline="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4pPr>
            <a:lvl5pPr marL="161968" indent="-161968">
              <a:spcBef>
                <a:spcPts val="309"/>
              </a:spcBef>
              <a:buFont typeface="Arial"/>
              <a:buChar char="•"/>
              <a:defRPr sz="1200" baseline="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5pPr>
          </a:lstStyle>
          <a:p>
            <a:pPr marL="0" marR="0" lvl="0" indent="0" algn="l" defTabSz="47877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noProof="0"/>
              <a:t>소제목 </a:t>
            </a:r>
            <a:r>
              <a:rPr lang="en-US" altLang="ko-KR" noProof="0"/>
              <a:t>option3 : 13pt </a:t>
            </a:r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</a:t>
            </a:r>
            <a:endParaRPr lang="en-US" altLang="ko-KR" noProof="0"/>
          </a:p>
        </p:txBody>
      </p:sp>
      <p:sp>
        <p:nvSpPr>
          <p:cNvPr id="20" name="Inhaltsplatzhalter 2"/>
          <p:cNvSpPr>
            <a:spLocks noGrp="1"/>
          </p:cNvSpPr>
          <p:nvPr>
            <p:ph idx="18" hasCustomPrompt="1"/>
          </p:nvPr>
        </p:nvSpPr>
        <p:spPr>
          <a:xfrm>
            <a:off x="5049064" y="1567281"/>
            <a:ext cx="4525482" cy="1632584"/>
          </a:xfrm>
          <a:prstGeom prst="rect">
            <a:avLst/>
          </a:prstGeom>
        </p:spPr>
        <p:txBody>
          <a:bodyPr/>
          <a:lstStyle>
            <a:lvl1pPr marL="0" marR="0" indent="0" algn="l" defTabSz="47877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+mj-ea"/>
                <a:ea typeface="+mj-ea"/>
              </a:defRPr>
            </a:lvl1pPr>
            <a:lvl2pPr marL="0" marR="0" indent="0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latin typeface="+mn-ea"/>
                <a:ea typeface="+mn-ea"/>
              </a:defRPr>
            </a:lvl2pPr>
            <a:lvl3pPr marL="261132" indent="-261132">
              <a:buFont typeface="Arial" panose="020B0604020202020204" pitchFamily="34" charset="0"/>
              <a:buChar char="•"/>
              <a:defRPr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3pPr>
            <a:lvl4pPr marL="261132" indent="-261132">
              <a:buFont typeface="Arial"/>
              <a:buChar char="•"/>
              <a:defRPr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4pPr>
            <a:lvl5pPr marL="261132" indent="-261132">
              <a:buFont typeface="Arial"/>
              <a:buChar char="•"/>
              <a:defRPr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5pPr>
          </a:lstStyle>
          <a:p>
            <a:pPr marL="0" marR="0" lvl="0" indent="0" algn="l" defTabSz="47877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noProof="0"/>
              <a:t>소제목 </a:t>
            </a:r>
            <a:r>
              <a:rPr lang="en-US" altLang="ko-KR" noProof="0"/>
              <a:t>option1 : 20pt </a:t>
            </a:r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altLang="ko-KR" noProof="0"/>
          </a:p>
        </p:txBody>
      </p:sp>
      <p:sp>
        <p:nvSpPr>
          <p:cNvPr id="21" name="Inhaltsplatzhalter 2"/>
          <p:cNvSpPr>
            <a:spLocks noGrp="1"/>
          </p:cNvSpPr>
          <p:nvPr>
            <p:ph idx="20" hasCustomPrompt="1"/>
          </p:nvPr>
        </p:nvSpPr>
        <p:spPr>
          <a:xfrm>
            <a:off x="5049064" y="4833447"/>
            <a:ext cx="4525482" cy="130606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47877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  <a:lvl2pPr marL="161968" marR="0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200">
                <a:latin typeface="+mn-ea"/>
                <a:ea typeface="+mn-ea"/>
              </a:defRPr>
            </a:lvl2pPr>
            <a:lvl3pPr marL="161968" indent="-161968">
              <a:spcBef>
                <a:spcPts val="309"/>
              </a:spcBef>
              <a:buFont typeface="Arial" panose="020B0604020202020204" pitchFamily="34" charset="0"/>
              <a:buChar char="•"/>
              <a:defRPr sz="120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3pPr>
            <a:lvl4pPr marL="161968" indent="-161968">
              <a:spcBef>
                <a:spcPts val="309"/>
              </a:spcBef>
              <a:buFont typeface="Arial"/>
              <a:buChar char="•"/>
              <a:defRPr sz="120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4pPr>
            <a:lvl5pPr marL="161968" indent="-161968">
              <a:spcBef>
                <a:spcPts val="309"/>
              </a:spcBef>
              <a:buFont typeface="Arial"/>
              <a:buChar char="•"/>
              <a:defRPr sz="120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5pPr>
          </a:lstStyle>
          <a:p>
            <a:pPr marL="0" marR="0" lvl="0" indent="0" algn="l" defTabSz="47877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noProof="0"/>
              <a:t>소제목 </a:t>
            </a:r>
            <a:r>
              <a:rPr lang="en-US" altLang="ko-KR" noProof="0"/>
              <a:t>option3 : 13pt </a:t>
            </a:r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</a:t>
            </a:r>
            <a:endParaRPr lang="en-US" altLang="ko-KR" noProof="0"/>
          </a:p>
        </p:txBody>
      </p:sp>
      <p:sp>
        <p:nvSpPr>
          <p:cNvPr id="23" name="Inhaltsplatzhalter 2"/>
          <p:cNvSpPr>
            <a:spLocks noGrp="1"/>
          </p:cNvSpPr>
          <p:nvPr>
            <p:ph idx="14" hasCustomPrompt="1"/>
          </p:nvPr>
        </p:nvSpPr>
        <p:spPr>
          <a:xfrm>
            <a:off x="333492" y="3281993"/>
            <a:ext cx="4525482" cy="1469326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0" marR="0" indent="0" algn="l" defTabSz="47877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/>
            </a:lvl1pPr>
            <a:lvl2pPr marL="161968" marR="0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>
                <a:latin typeface="+mn-ea"/>
                <a:ea typeface="+mn-ea"/>
              </a:defRPr>
            </a:lvl2pPr>
            <a:lvl3pPr marL="161968" indent="-161968"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3pPr>
            <a:lvl4pPr marL="161968" indent="-161968">
              <a:lnSpc>
                <a:spcPct val="100000"/>
              </a:lnSpc>
              <a:buFont typeface="Arial"/>
              <a:buChar char="•"/>
              <a:defRPr sz="140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4pPr>
            <a:lvl5pPr marL="161968" indent="-161968">
              <a:lnSpc>
                <a:spcPct val="100000"/>
              </a:lnSpc>
              <a:buFont typeface="Arial"/>
              <a:buChar char="•"/>
              <a:defRPr sz="140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5pPr>
          </a:lstStyle>
          <a:p>
            <a:pPr marL="0" marR="0" lvl="0" indent="0" algn="l" defTabSz="47877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noProof="0"/>
              <a:t>소제목 </a:t>
            </a:r>
            <a:r>
              <a:rPr lang="en-US" altLang="ko-KR" noProof="0"/>
              <a:t>option2 : 15pt </a:t>
            </a:r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</a:t>
            </a:r>
            <a:endParaRPr lang="en-US" altLang="ko-KR" noProof="0"/>
          </a:p>
        </p:txBody>
      </p:sp>
      <p:sp>
        <p:nvSpPr>
          <p:cNvPr id="24" name="Inhaltsplatzhalter 2"/>
          <p:cNvSpPr>
            <a:spLocks noGrp="1"/>
          </p:cNvSpPr>
          <p:nvPr>
            <p:ph idx="24" hasCustomPrompt="1"/>
          </p:nvPr>
        </p:nvSpPr>
        <p:spPr>
          <a:xfrm>
            <a:off x="5049064" y="3281993"/>
            <a:ext cx="4525482" cy="1469326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47877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/>
            </a:lvl1pPr>
            <a:lvl2pPr marL="161968" marR="0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>
                <a:latin typeface="+mn-ea"/>
                <a:ea typeface="+mn-ea"/>
              </a:defRPr>
            </a:lvl2pPr>
            <a:lvl3pPr marL="161968" indent="-161968"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3pPr>
            <a:lvl4pPr marL="161968" indent="-161968">
              <a:lnSpc>
                <a:spcPct val="100000"/>
              </a:lnSpc>
              <a:buFont typeface="Arial"/>
              <a:buChar char="•"/>
              <a:defRPr sz="140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4pPr>
            <a:lvl5pPr marL="161968" indent="-161968">
              <a:lnSpc>
                <a:spcPct val="100000"/>
              </a:lnSpc>
              <a:buFont typeface="Arial"/>
              <a:buChar char="•"/>
              <a:defRPr sz="140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5pPr>
          </a:lstStyle>
          <a:p>
            <a:pPr marL="0" marR="0" lvl="0" indent="0" algn="l" defTabSz="47877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noProof="0"/>
              <a:t>소제목 </a:t>
            </a:r>
            <a:r>
              <a:rPr lang="en-US" altLang="ko-KR" noProof="0"/>
              <a:t>option2 : 15pt </a:t>
            </a:r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</a:t>
            </a:r>
            <a:endParaRPr lang="en-US" altLang="ko-KR" noProof="0"/>
          </a:p>
        </p:txBody>
      </p:sp>
      <p:sp>
        <p:nvSpPr>
          <p:cNvPr id="27" name="Titelplatzhalter 1"/>
          <p:cNvSpPr>
            <a:spLocks noGrp="1"/>
          </p:cNvSpPr>
          <p:nvPr>
            <p:ph type="title"/>
          </p:nvPr>
        </p:nvSpPr>
        <p:spPr>
          <a:xfrm>
            <a:off x="326822" y="216487"/>
            <a:ext cx="9237720" cy="27753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/>
            </a:lvl1pPr>
          </a:lstStyle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9459399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/>
          <p:cNvSpPr>
            <a:spLocks noGrp="1"/>
          </p:cNvSpPr>
          <p:nvPr>
            <p:ph type="dt" sz="half" idx="14"/>
          </p:nvPr>
        </p:nvSpPr>
        <p:spPr>
          <a:xfrm>
            <a:off x="1000475" y="6479036"/>
            <a:ext cx="1300618" cy="163258"/>
          </a:xfrm>
          <a:prstGeom prst="rect">
            <a:avLst/>
          </a:prstGeom>
        </p:spPr>
        <p:txBody>
          <a:bodyPr/>
          <a:lstStyle>
            <a:lvl1pPr>
              <a:defRPr>
                <a:latin typeface="현대산스 Head" panose="020B0600000101010101" pitchFamily="50" charset="-127"/>
                <a:ea typeface="현대산스 Head" panose="020B0600000101010101" pitchFamily="50" charset="-127"/>
              </a:defRPr>
            </a:lvl1pPr>
          </a:lstStyle>
          <a:p>
            <a:fld id="{1180949F-C465-4394-AF9B-CF279996F248}" type="datetime4">
              <a:rPr lang="en-US" altLang="ko-KR" smtClean="0">
                <a:solidFill>
                  <a:prstClr val="black"/>
                </a:solidFill>
              </a:rPr>
              <a:pPr/>
              <a:t>October 29, 2026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6"/>
          </p:nvPr>
        </p:nvSpPr>
        <p:spPr>
          <a:xfrm>
            <a:off x="333492" y="6478095"/>
            <a:ext cx="590280" cy="163258"/>
          </a:xfrm>
          <a:prstGeom prst="rect">
            <a:avLst/>
          </a:prstGeom>
        </p:spPr>
        <p:txBody>
          <a:bodyPr/>
          <a:lstStyle/>
          <a:p>
            <a:fld id="{DD317690-C5EB-F34F-B036-C349E52C6879}" type="slidenum">
              <a:rPr lang="de-DE" smtClean="0">
                <a:solidFill>
                  <a:prstClr val="black"/>
                </a:solidFill>
              </a:rPr>
              <a:pPr/>
              <a:t>‹#›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11" name="Textplatzhalter 19"/>
          <p:cNvSpPr>
            <a:spLocks noGrp="1"/>
          </p:cNvSpPr>
          <p:nvPr>
            <p:ph type="body" sz="quarter" idx="19" hasCustomPrompt="1"/>
          </p:nvPr>
        </p:nvSpPr>
        <p:spPr>
          <a:xfrm>
            <a:off x="326826" y="683989"/>
            <a:ext cx="9238345" cy="544207"/>
          </a:xfrm>
        </p:spPr>
        <p:txBody>
          <a:bodyPr/>
          <a:lstStyle>
            <a:lvl1pPr>
              <a:defRPr baseline="0">
                <a:latin typeface="+mn-ea"/>
                <a:ea typeface="+mn-ea"/>
              </a:defRPr>
            </a:lvl1pPr>
          </a:lstStyle>
          <a:p>
            <a:pPr lvl="0"/>
            <a:r>
              <a:rPr lang="ko-KR" altLang="en-US"/>
              <a:t>소제목 및 본문</a:t>
            </a:r>
            <a:endParaRPr lang="de-DE" altLang="ko-KR"/>
          </a:p>
        </p:txBody>
      </p:sp>
      <p:sp>
        <p:nvSpPr>
          <p:cNvPr id="12" name="Titelplatzhalter 1"/>
          <p:cNvSpPr>
            <a:spLocks noGrp="1"/>
          </p:cNvSpPr>
          <p:nvPr>
            <p:ph type="title"/>
          </p:nvPr>
        </p:nvSpPr>
        <p:spPr>
          <a:xfrm>
            <a:off x="326822" y="216487"/>
            <a:ext cx="9237720" cy="27753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>
                <a:latin typeface="+mj-ea"/>
                <a:ea typeface="+mj-ea"/>
              </a:defRPr>
            </a:lvl1pPr>
          </a:lstStyle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2192585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5"/>
          </p:nvPr>
        </p:nvSpPr>
        <p:spPr>
          <a:xfrm>
            <a:off x="1000475" y="6479036"/>
            <a:ext cx="1300618" cy="163258"/>
          </a:xfrm>
          <a:prstGeom prst="rect">
            <a:avLst/>
          </a:prstGeom>
        </p:spPr>
        <p:txBody>
          <a:bodyPr/>
          <a:lstStyle>
            <a:lvl1pPr>
              <a:defRPr>
                <a:latin typeface="현대산스 Head" panose="020B0600000101010101" pitchFamily="50" charset="-127"/>
                <a:ea typeface="현대산스 Head" panose="020B0600000101010101" pitchFamily="50" charset="-127"/>
              </a:defRPr>
            </a:lvl1pPr>
          </a:lstStyle>
          <a:p>
            <a:fld id="{BA3726AF-EB47-4A5F-92A2-4F1DAD25CA1A}" type="datetime4">
              <a:rPr lang="en-US" altLang="ko-KR" smtClean="0">
                <a:solidFill>
                  <a:prstClr val="black"/>
                </a:solidFill>
              </a:rPr>
              <a:pPr/>
              <a:t>October 29, 2026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7"/>
          </p:nvPr>
        </p:nvSpPr>
        <p:spPr>
          <a:xfrm>
            <a:off x="333492" y="6478095"/>
            <a:ext cx="590280" cy="163258"/>
          </a:xfrm>
          <a:prstGeom prst="rect">
            <a:avLst/>
          </a:prstGeom>
        </p:spPr>
        <p:txBody>
          <a:bodyPr/>
          <a:lstStyle/>
          <a:p>
            <a:fld id="{DD317690-C5EB-F34F-B036-C349E52C6879}" type="slidenum">
              <a:rPr lang="de-DE" smtClean="0">
                <a:solidFill>
                  <a:prstClr val="black"/>
                </a:solidFill>
              </a:rPr>
              <a:pPr/>
              <a:t>‹#›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4"/>
          </p:nvPr>
        </p:nvSpPr>
        <p:spPr>
          <a:xfrm>
            <a:off x="2" y="1565122"/>
            <a:ext cx="9572173" cy="4574399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700" b="0">
                <a:latin typeface="현대산스 Head" panose="020B0600000101010101" pitchFamily="50" charset="-127"/>
              </a:defRPr>
            </a:lvl1pPr>
          </a:lstStyle>
          <a:p>
            <a:r>
              <a:rPr lang="ko-KR" altLang="en-US"/>
              <a:t>그림을 추가하려면 아이콘을 클릭하십시오</a:t>
            </a:r>
            <a:endParaRPr lang="de-DE"/>
          </a:p>
        </p:txBody>
      </p:sp>
      <p:sp>
        <p:nvSpPr>
          <p:cNvPr id="10" name="Textplatzhalter 19"/>
          <p:cNvSpPr>
            <a:spLocks noGrp="1"/>
          </p:cNvSpPr>
          <p:nvPr>
            <p:ph type="body" sz="quarter" idx="19" hasCustomPrompt="1"/>
          </p:nvPr>
        </p:nvSpPr>
        <p:spPr>
          <a:xfrm>
            <a:off x="326826" y="683989"/>
            <a:ext cx="9238345" cy="544207"/>
          </a:xfrm>
        </p:spPr>
        <p:txBody>
          <a:bodyPr/>
          <a:lstStyle>
            <a:lvl1pPr>
              <a:defRPr baseline="0">
                <a:latin typeface="+mn-ea"/>
                <a:ea typeface="+mn-ea"/>
              </a:defRPr>
            </a:lvl1pPr>
          </a:lstStyle>
          <a:p>
            <a:pPr lvl="0"/>
            <a:r>
              <a:rPr lang="ko-KR" altLang="en-US"/>
              <a:t>소제목 및 본문</a:t>
            </a:r>
            <a:endParaRPr lang="de-DE" altLang="ko-KR"/>
          </a:p>
        </p:txBody>
      </p:sp>
      <p:sp>
        <p:nvSpPr>
          <p:cNvPr id="11" name="Titelplatzhalter 1"/>
          <p:cNvSpPr>
            <a:spLocks noGrp="1"/>
          </p:cNvSpPr>
          <p:nvPr>
            <p:ph type="title"/>
          </p:nvPr>
        </p:nvSpPr>
        <p:spPr>
          <a:xfrm>
            <a:off x="326822" y="216487"/>
            <a:ext cx="9237720" cy="27753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/>
            </a:lvl1pPr>
          </a:lstStyle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0538671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7"/>
          </p:nvPr>
        </p:nvSpPr>
        <p:spPr>
          <a:xfrm>
            <a:off x="1000475" y="6479036"/>
            <a:ext cx="1300618" cy="163258"/>
          </a:xfrm>
          <a:prstGeom prst="rect">
            <a:avLst/>
          </a:prstGeom>
        </p:spPr>
        <p:txBody>
          <a:bodyPr/>
          <a:lstStyle>
            <a:lvl1pPr>
              <a:defRPr>
                <a:latin typeface="현대산스 Head" panose="020B0600000101010101" pitchFamily="50" charset="-127"/>
                <a:ea typeface="현대산스 Head" panose="020B0600000101010101" pitchFamily="50" charset="-127"/>
              </a:defRPr>
            </a:lvl1pPr>
          </a:lstStyle>
          <a:p>
            <a:fld id="{C478F219-F387-451E-A104-866CB09009D1}" type="datetime4">
              <a:rPr lang="en-US" altLang="ko-KR" smtClean="0">
                <a:solidFill>
                  <a:prstClr val="black"/>
                </a:solidFill>
              </a:rPr>
              <a:pPr/>
              <a:t>October 29, 2026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9"/>
          </p:nvPr>
        </p:nvSpPr>
        <p:spPr>
          <a:xfrm>
            <a:off x="333492" y="6478095"/>
            <a:ext cx="590280" cy="163258"/>
          </a:xfrm>
          <a:prstGeom prst="rect">
            <a:avLst/>
          </a:prstGeom>
        </p:spPr>
        <p:txBody>
          <a:bodyPr/>
          <a:lstStyle/>
          <a:p>
            <a:fld id="{DD317690-C5EB-F34F-B036-C349E52C6879}" type="slidenum">
              <a:rPr lang="de-DE" smtClean="0">
                <a:solidFill>
                  <a:prstClr val="black"/>
                </a:solidFill>
              </a:rPr>
              <a:pPr/>
              <a:t>‹#›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4"/>
          </p:nvPr>
        </p:nvSpPr>
        <p:spPr>
          <a:xfrm>
            <a:off x="0" y="1556483"/>
            <a:ext cx="6428018" cy="4574399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sz="700" b="0">
                <a:latin typeface="현대산스 Head" panose="020B0600000101010101" pitchFamily="50" charset="-127"/>
              </a:defRPr>
            </a:lvl1pPr>
          </a:lstStyle>
          <a:p>
            <a:r>
              <a:rPr lang="ko-KR" altLang="en-US"/>
              <a:t>그림을 추가하려면 아이콘을 클릭하십시오</a:t>
            </a:r>
            <a:endParaRPr lang="de-DE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5"/>
          </p:nvPr>
        </p:nvSpPr>
        <p:spPr>
          <a:xfrm>
            <a:off x="6620668" y="1556477"/>
            <a:ext cx="2951507" cy="2208466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700" b="0">
                <a:latin typeface="현대산스 Head" panose="020B0600000101010101" pitchFamily="50" charset="-127"/>
              </a:defRPr>
            </a:lvl1pPr>
          </a:lstStyle>
          <a:p>
            <a:r>
              <a:rPr lang="ko-KR" altLang="en-US"/>
              <a:t>그림을 추가하려면 아이콘을 클릭하십시오</a:t>
            </a:r>
            <a:endParaRPr lang="de-DE"/>
          </a:p>
        </p:txBody>
      </p:sp>
      <p:sp>
        <p:nvSpPr>
          <p:cNvPr id="12" name="Bildplatzhalter 2"/>
          <p:cNvSpPr>
            <a:spLocks noGrp="1"/>
          </p:cNvSpPr>
          <p:nvPr>
            <p:ph type="pic" sz="quarter" idx="16"/>
          </p:nvPr>
        </p:nvSpPr>
        <p:spPr>
          <a:xfrm>
            <a:off x="6620669" y="3935526"/>
            <a:ext cx="2951507" cy="219535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700" b="0">
                <a:latin typeface="현대산스 Head" panose="020B0600000101010101" pitchFamily="50" charset="-127"/>
              </a:defRPr>
            </a:lvl1pPr>
          </a:lstStyle>
          <a:p>
            <a:r>
              <a:rPr lang="ko-KR" altLang="en-US"/>
              <a:t>그림을 추가하려면 아이콘을 클릭하십시오</a:t>
            </a:r>
            <a:endParaRPr lang="de-DE"/>
          </a:p>
        </p:txBody>
      </p:sp>
      <p:sp>
        <p:nvSpPr>
          <p:cNvPr id="14" name="Textplatzhalt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326826" y="683989"/>
            <a:ext cx="9238345" cy="544207"/>
          </a:xfrm>
        </p:spPr>
        <p:txBody>
          <a:bodyPr/>
          <a:lstStyle>
            <a:lvl1pPr>
              <a:defRPr baseline="0">
                <a:latin typeface="+mn-ea"/>
                <a:ea typeface="+mn-ea"/>
              </a:defRPr>
            </a:lvl1pPr>
          </a:lstStyle>
          <a:p>
            <a:pPr lvl="0"/>
            <a:r>
              <a:rPr lang="ko-KR" altLang="en-US"/>
              <a:t>소제목 및 본문</a:t>
            </a:r>
            <a:endParaRPr lang="de-DE" altLang="ko-KR"/>
          </a:p>
        </p:txBody>
      </p:sp>
      <p:sp>
        <p:nvSpPr>
          <p:cNvPr id="15" name="Titelplatzhalter 1"/>
          <p:cNvSpPr>
            <a:spLocks noGrp="1"/>
          </p:cNvSpPr>
          <p:nvPr>
            <p:ph type="title"/>
          </p:nvPr>
        </p:nvSpPr>
        <p:spPr>
          <a:xfrm>
            <a:off x="326822" y="216487"/>
            <a:ext cx="9237720" cy="27753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8232728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1_Text_14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21"/>
          </p:nvPr>
        </p:nvSpPr>
        <p:spPr>
          <a:xfrm>
            <a:off x="1000475" y="6479036"/>
            <a:ext cx="1300618" cy="163258"/>
          </a:xfrm>
          <a:prstGeom prst="rect">
            <a:avLst/>
          </a:prstGeom>
        </p:spPr>
        <p:txBody>
          <a:bodyPr/>
          <a:lstStyle>
            <a:lvl1pPr>
              <a:defRPr>
                <a:latin typeface="현대산스 Head" panose="020B0600000101010101" pitchFamily="50" charset="-127"/>
                <a:ea typeface="현대산스 Head" panose="020B0600000101010101" pitchFamily="50" charset="-127"/>
              </a:defRPr>
            </a:lvl1pPr>
          </a:lstStyle>
          <a:p>
            <a:fld id="{AC135C84-C24E-4ED3-A8A7-9D58FD2441B4}" type="datetime4">
              <a:rPr lang="en-US" altLang="ko-KR" smtClean="0">
                <a:solidFill>
                  <a:prstClr val="black"/>
                </a:solidFill>
              </a:rPr>
              <a:pPr/>
              <a:t>October 29, 2026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23"/>
          </p:nvPr>
        </p:nvSpPr>
        <p:spPr>
          <a:xfrm>
            <a:off x="333492" y="6478095"/>
            <a:ext cx="590280" cy="163258"/>
          </a:xfrm>
          <a:prstGeom prst="rect">
            <a:avLst/>
          </a:prstGeom>
        </p:spPr>
        <p:txBody>
          <a:bodyPr/>
          <a:lstStyle/>
          <a:p>
            <a:fld id="{DD317690-C5EB-F34F-B036-C349E52C6879}" type="slidenum">
              <a:rPr lang="de-DE" smtClean="0">
                <a:solidFill>
                  <a:prstClr val="black"/>
                </a:solidFill>
              </a:rPr>
              <a:pPr/>
              <a:t>‹#›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16" name="Textplatzhalter 19"/>
          <p:cNvSpPr>
            <a:spLocks noGrp="1"/>
          </p:cNvSpPr>
          <p:nvPr>
            <p:ph type="body" sz="quarter" idx="24" hasCustomPrompt="1"/>
          </p:nvPr>
        </p:nvSpPr>
        <p:spPr>
          <a:xfrm>
            <a:off x="326826" y="683989"/>
            <a:ext cx="9238345" cy="544207"/>
          </a:xfrm>
        </p:spPr>
        <p:txBody>
          <a:bodyPr/>
          <a:lstStyle>
            <a:lvl1pPr marL="0" marR="0" indent="0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baseline="0">
                <a:latin typeface="+mn-ea"/>
                <a:ea typeface="+mn-ea"/>
              </a:defRPr>
            </a:lvl1pPr>
          </a:lstStyle>
          <a:p>
            <a:pPr marL="0" marR="0" lvl="0" indent="0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/>
              <a:t>소제목 및 본문</a:t>
            </a:r>
            <a:endParaRPr lang="de-DE" altLang="ko-KR"/>
          </a:p>
          <a:p>
            <a:pPr lvl="0"/>
            <a:r>
              <a:rPr lang="ko-KR" altLang="en-US"/>
              <a:t> </a:t>
            </a:r>
            <a:endParaRPr lang="de-DE"/>
          </a:p>
        </p:txBody>
      </p:sp>
      <p:sp>
        <p:nvSpPr>
          <p:cNvPr id="17" name="Titelplatzhalter 1"/>
          <p:cNvSpPr>
            <a:spLocks noGrp="1"/>
          </p:cNvSpPr>
          <p:nvPr>
            <p:ph type="title"/>
          </p:nvPr>
        </p:nvSpPr>
        <p:spPr>
          <a:xfrm>
            <a:off x="326822" y="216487"/>
            <a:ext cx="9237720" cy="27753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 noProof="0"/>
          </a:p>
        </p:txBody>
      </p:sp>
      <p:sp>
        <p:nvSpPr>
          <p:cNvPr id="33" name="Inhaltsplatzhalter 2"/>
          <p:cNvSpPr>
            <a:spLocks noGrp="1"/>
          </p:cNvSpPr>
          <p:nvPr>
            <p:ph idx="18" hasCustomPrompt="1"/>
          </p:nvPr>
        </p:nvSpPr>
        <p:spPr>
          <a:xfrm>
            <a:off x="6620668" y="1552446"/>
            <a:ext cx="2951506" cy="1632584"/>
          </a:xfrm>
          <a:prstGeom prst="rect">
            <a:avLst/>
          </a:prstGeom>
        </p:spPr>
        <p:txBody>
          <a:bodyPr/>
          <a:lstStyle>
            <a:lvl1pPr marL="0" marR="0" indent="0" algn="l" defTabSz="47877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+mj-lt"/>
              </a:defRPr>
            </a:lvl1pPr>
            <a:lvl2pPr marL="161968" marR="0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>
                <a:latin typeface="+mn-ea"/>
                <a:ea typeface="+mn-ea"/>
              </a:defRPr>
            </a:lvl2pPr>
            <a:lvl3pPr marL="261132" indent="-261132">
              <a:buFont typeface="Arial" panose="020B0604020202020204" pitchFamily="34" charset="0"/>
              <a:buChar char="•"/>
              <a:defRPr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3pPr>
            <a:lvl4pPr marL="261132" indent="-261132">
              <a:buFont typeface="Arial"/>
              <a:buChar char="•"/>
              <a:defRPr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4pPr>
            <a:lvl5pPr marL="261132" indent="-261132">
              <a:buFont typeface="Arial"/>
              <a:buChar char="•"/>
              <a:defRPr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5pPr>
          </a:lstStyle>
          <a:p>
            <a:pPr marL="0" marR="0" lvl="0" indent="0" algn="l" defTabSz="47877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noProof="0"/>
              <a:t>소제목 </a:t>
            </a:r>
            <a:r>
              <a:rPr lang="en-US" altLang="ko-KR" noProof="0"/>
              <a:t>option1 : 20 </a:t>
            </a:r>
            <a:r>
              <a:rPr lang="en-US" altLang="ko-KR" noProof="0" err="1"/>
              <a:t>pt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</a:t>
            </a:r>
            <a:endParaRPr lang="en-US" altLang="ko-KR" noProof="0"/>
          </a:p>
        </p:txBody>
      </p:sp>
      <p:sp>
        <p:nvSpPr>
          <p:cNvPr id="34" name="Inhaltsplatzhalter 2"/>
          <p:cNvSpPr>
            <a:spLocks noGrp="1"/>
          </p:cNvSpPr>
          <p:nvPr>
            <p:ph idx="19" hasCustomPrompt="1"/>
          </p:nvPr>
        </p:nvSpPr>
        <p:spPr>
          <a:xfrm>
            <a:off x="6620669" y="3271120"/>
            <a:ext cx="2951506" cy="1469326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478774" rtl="0" eaLnBrk="1" fontAlgn="auto" latinLnBrk="0" hangingPunct="1">
              <a:lnSpc>
                <a:spcPct val="100000"/>
              </a:lnSpc>
              <a:spcBef>
                <a:spcPts val="309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/>
            </a:lvl1pPr>
            <a:lvl2pPr marL="161968" marR="0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>
                <a:latin typeface="+mn-ea"/>
                <a:ea typeface="+mn-ea"/>
              </a:defRPr>
            </a:lvl2pPr>
            <a:lvl3pPr marL="161968" indent="-161968">
              <a:spcBef>
                <a:spcPts val="309"/>
              </a:spcBef>
              <a:buFont typeface="Arial" panose="020B0604020202020204" pitchFamily="34" charset="0"/>
              <a:buChar char="•"/>
              <a:defRPr sz="140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3pPr>
            <a:lvl4pPr marL="161968" indent="-161968">
              <a:spcBef>
                <a:spcPts val="309"/>
              </a:spcBef>
              <a:buFont typeface="Arial"/>
              <a:buChar char="•"/>
              <a:defRPr sz="140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4pPr>
            <a:lvl5pPr marL="161968" indent="-161968">
              <a:spcBef>
                <a:spcPts val="309"/>
              </a:spcBef>
              <a:buFont typeface="Arial"/>
              <a:buChar char="•"/>
              <a:defRPr sz="140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5pPr>
          </a:lstStyle>
          <a:p>
            <a:pPr marL="184722" marR="0" lvl="0" indent="-184722" algn="l" defTabSz="47877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noProof="0"/>
              <a:t>소제목</a:t>
            </a:r>
            <a:r>
              <a:rPr lang="en-US" noProof="0"/>
              <a:t> option2 : 15 </a:t>
            </a:r>
            <a:r>
              <a:rPr lang="en-US" noProof="0" err="1"/>
              <a:t>pt</a:t>
            </a:r>
            <a:endParaRPr lang="en-US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</a:t>
            </a:r>
            <a:endParaRPr lang="en-US" altLang="ko-KR" noProof="0"/>
          </a:p>
        </p:txBody>
      </p:sp>
      <p:sp>
        <p:nvSpPr>
          <p:cNvPr id="35" name="Inhaltsplatzhalter 2"/>
          <p:cNvSpPr>
            <a:spLocks noGrp="1"/>
          </p:cNvSpPr>
          <p:nvPr>
            <p:ph idx="20" hasCustomPrompt="1"/>
          </p:nvPr>
        </p:nvSpPr>
        <p:spPr>
          <a:xfrm>
            <a:off x="6620669" y="4826538"/>
            <a:ext cx="2951506" cy="130606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478774" rtl="0" eaLnBrk="1" fontAlgn="auto" latinLnBrk="0" hangingPunct="1">
              <a:lnSpc>
                <a:spcPct val="100000"/>
              </a:lnSpc>
              <a:spcBef>
                <a:spcPts val="309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  <a:lvl2pPr marL="0" marR="0" indent="0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latin typeface="+mn-ea"/>
                <a:ea typeface="+mn-ea"/>
              </a:defRPr>
            </a:lvl2pPr>
            <a:lvl3pPr marL="161968" indent="-161968">
              <a:spcBef>
                <a:spcPts val="309"/>
              </a:spcBef>
              <a:buFont typeface="Arial" panose="020B0604020202020204" pitchFamily="34" charset="0"/>
              <a:buChar char="•"/>
              <a:defRPr sz="120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3pPr>
            <a:lvl4pPr marL="161968" indent="-161968">
              <a:spcBef>
                <a:spcPts val="309"/>
              </a:spcBef>
              <a:buFont typeface="Arial"/>
              <a:buChar char="•"/>
              <a:defRPr sz="120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4pPr>
            <a:lvl5pPr marL="161968" indent="-161968">
              <a:spcBef>
                <a:spcPts val="309"/>
              </a:spcBef>
              <a:buFont typeface="Arial"/>
              <a:buChar char="•"/>
              <a:defRPr sz="120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5pPr>
          </a:lstStyle>
          <a:p>
            <a:pPr marL="184722" marR="0" lvl="0" indent="-184722" algn="l" defTabSz="478774" rtl="0" eaLnBrk="1" fontAlgn="auto" latinLnBrk="0" hangingPunct="1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noProof="0"/>
              <a:t>소제목</a:t>
            </a:r>
            <a:r>
              <a:rPr lang="en-US" noProof="0"/>
              <a:t> option3 : 13 </a:t>
            </a:r>
            <a:r>
              <a:rPr lang="en-US" noProof="0" err="1"/>
              <a:t>pt</a:t>
            </a:r>
            <a:endParaRPr lang="en-US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altLang="ko-KR" noProof="0"/>
          </a:p>
        </p:txBody>
      </p:sp>
      <p:sp>
        <p:nvSpPr>
          <p:cNvPr id="11" name="Bildplatzhalter 7"/>
          <p:cNvSpPr>
            <a:spLocks noGrp="1"/>
          </p:cNvSpPr>
          <p:nvPr>
            <p:ph type="pic" sz="quarter" idx="14"/>
          </p:nvPr>
        </p:nvSpPr>
        <p:spPr>
          <a:xfrm>
            <a:off x="0" y="1556483"/>
            <a:ext cx="6428018" cy="4574399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sz="700" b="0">
                <a:latin typeface="현대산스 Head" panose="020B0600000101010101" pitchFamily="50" charset="-127"/>
              </a:defRPr>
            </a:lvl1pPr>
          </a:lstStyle>
          <a:p>
            <a:r>
              <a:rPr lang="ko-KR" altLang="en-US"/>
              <a:t>그림을 추가하려면 아이콘을 클릭하십시오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481331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s_3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24"/>
          </p:nvPr>
        </p:nvSpPr>
        <p:spPr>
          <a:xfrm>
            <a:off x="1000475" y="6479036"/>
            <a:ext cx="1300618" cy="163258"/>
          </a:xfrm>
          <a:prstGeom prst="rect">
            <a:avLst/>
          </a:prstGeom>
        </p:spPr>
        <p:txBody>
          <a:bodyPr/>
          <a:lstStyle>
            <a:lvl1pPr>
              <a:defRPr>
                <a:latin typeface="현대산스 Head" panose="020B0600000101010101" pitchFamily="50" charset="-127"/>
                <a:ea typeface="현대산스 Head" panose="020B0600000101010101" pitchFamily="50" charset="-127"/>
              </a:defRPr>
            </a:lvl1pPr>
          </a:lstStyle>
          <a:p>
            <a:fld id="{214C8B50-332E-4592-9F42-0F5F0CB65D7D}" type="datetime4">
              <a:rPr lang="en-US" altLang="ko-KR" smtClean="0">
                <a:solidFill>
                  <a:prstClr val="black"/>
                </a:solidFill>
              </a:rPr>
              <a:pPr/>
              <a:t>October 29, 2026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26"/>
          </p:nvPr>
        </p:nvSpPr>
        <p:spPr>
          <a:xfrm>
            <a:off x="333492" y="6478095"/>
            <a:ext cx="590280" cy="163258"/>
          </a:xfrm>
          <a:prstGeom prst="rect">
            <a:avLst/>
          </a:prstGeom>
        </p:spPr>
        <p:txBody>
          <a:bodyPr/>
          <a:lstStyle/>
          <a:p>
            <a:fld id="{DD317690-C5EB-F34F-B036-C349E52C6879}" type="slidenum">
              <a:rPr lang="de-DE" smtClean="0">
                <a:solidFill>
                  <a:prstClr val="black"/>
                </a:solidFill>
              </a:rPr>
              <a:pPr/>
              <a:t>‹#›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14" name="Bildplatzhalter 7"/>
          <p:cNvSpPr>
            <a:spLocks noGrp="1"/>
          </p:cNvSpPr>
          <p:nvPr>
            <p:ph type="pic" sz="quarter" idx="14"/>
          </p:nvPr>
        </p:nvSpPr>
        <p:spPr>
          <a:xfrm>
            <a:off x="4" y="1558206"/>
            <a:ext cx="4070637" cy="4574399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700" b="0">
                <a:latin typeface="현대산스 Head" panose="020B0600000101010101" pitchFamily="50" charset="-127"/>
              </a:defRPr>
            </a:lvl1pPr>
          </a:lstStyle>
          <a:p>
            <a:r>
              <a:rPr lang="ko-KR" altLang="en-US"/>
              <a:t>그림을 추가하려면 아이콘을 클릭하십시오</a:t>
            </a:r>
            <a:endParaRPr lang="de-DE"/>
          </a:p>
        </p:txBody>
      </p:sp>
      <p:sp>
        <p:nvSpPr>
          <p:cNvPr id="15" name="Inhaltsplatzhalter 2"/>
          <p:cNvSpPr>
            <a:spLocks noGrp="1"/>
          </p:cNvSpPr>
          <p:nvPr>
            <p:ph idx="18" hasCustomPrompt="1"/>
          </p:nvPr>
        </p:nvSpPr>
        <p:spPr>
          <a:xfrm>
            <a:off x="4261816" y="1552446"/>
            <a:ext cx="5310357" cy="1632584"/>
          </a:xfrm>
          <a:prstGeom prst="rect">
            <a:avLst/>
          </a:prstGeom>
        </p:spPr>
        <p:txBody>
          <a:bodyPr/>
          <a:lstStyle>
            <a:lvl1pPr marL="0" marR="0" indent="0" algn="l" defTabSz="47877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  <a:lvl2pPr marL="161968" marR="0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>
                <a:latin typeface="+mn-ea"/>
                <a:ea typeface="+mn-ea"/>
              </a:defRPr>
            </a:lvl2pPr>
            <a:lvl3pPr marL="261132" indent="-261132">
              <a:buFont typeface="Arial" panose="020B0604020202020204" pitchFamily="34" charset="0"/>
              <a:buChar char="•"/>
              <a:defRPr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3pPr>
            <a:lvl4pPr marL="261132" indent="-261132">
              <a:buFont typeface="Arial"/>
              <a:buChar char="•"/>
              <a:defRPr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4pPr>
            <a:lvl5pPr marL="261132" indent="-261132">
              <a:buFont typeface="Arial"/>
              <a:buChar char="•"/>
              <a:defRPr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5pPr>
          </a:lstStyle>
          <a:p>
            <a:pPr marL="0" marR="0" lvl="0" indent="0" algn="l" defTabSz="47877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noProof="0"/>
              <a:t>소제목 </a:t>
            </a:r>
            <a:r>
              <a:rPr lang="en-US" altLang="ko-KR" noProof="0"/>
              <a:t>option1 : 20 </a:t>
            </a:r>
            <a:r>
              <a:rPr lang="en-US" altLang="ko-KR" noProof="0" err="1"/>
              <a:t>pt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</a:t>
            </a:r>
            <a:endParaRPr lang="en-US" altLang="ko-KR" noProof="0"/>
          </a:p>
        </p:txBody>
      </p:sp>
      <p:sp>
        <p:nvSpPr>
          <p:cNvPr id="16" name="Inhaltsplatzhalter 2"/>
          <p:cNvSpPr>
            <a:spLocks noGrp="1"/>
          </p:cNvSpPr>
          <p:nvPr>
            <p:ph idx="27" hasCustomPrompt="1"/>
          </p:nvPr>
        </p:nvSpPr>
        <p:spPr>
          <a:xfrm>
            <a:off x="4261816" y="3271120"/>
            <a:ext cx="5310357" cy="1469326"/>
          </a:xfrm>
          <a:prstGeom prst="rect">
            <a:avLst/>
          </a:prstGeom>
        </p:spPr>
        <p:txBody>
          <a:bodyPr>
            <a:normAutofit/>
          </a:bodyPr>
          <a:lstStyle>
            <a:lvl1pPr marL="184722" marR="0" indent="-184722" algn="l" defTabSz="47877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/>
            </a:lvl1pPr>
            <a:lvl2pPr marL="161968" marR="0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>
                <a:latin typeface="+mn-ea"/>
                <a:ea typeface="+mn-ea"/>
              </a:defRPr>
            </a:lvl2pPr>
            <a:lvl3pPr marL="161968" indent="-161968">
              <a:spcBef>
                <a:spcPts val="309"/>
              </a:spcBef>
              <a:buFont typeface="Arial" panose="020B0604020202020204" pitchFamily="34" charset="0"/>
              <a:buChar char="•"/>
              <a:defRPr sz="140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3pPr>
            <a:lvl4pPr marL="161968" indent="-161968">
              <a:spcBef>
                <a:spcPts val="309"/>
              </a:spcBef>
              <a:buFont typeface="Arial"/>
              <a:buChar char="•"/>
              <a:defRPr sz="140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4pPr>
            <a:lvl5pPr marL="161968" indent="-161968">
              <a:spcBef>
                <a:spcPts val="309"/>
              </a:spcBef>
              <a:buFont typeface="Arial"/>
              <a:buChar char="•"/>
              <a:defRPr sz="140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5pPr>
          </a:lstStyle>
          <a:p>
            <a:pPr marL="184722" marR="0" lvl="0" indent="-184722" algn="l" defTabSz="47877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noProof="0"/>
              <a:t>소제목</a:t>
            </a:r>
            <a:r>
              <a:rPr lang="en-US" altLang="ko-KR" noProof="0"/>
              <a:t> option2 : 15 </a:t>
            </a:r>
            <a:r>
              <a:rPr lang="en-US" altLang="ko-KR" noProof="0" err="1"/>
              <a:t>pt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</a:t>
            </a:r>
            <a:endParaRPr lang="en-US" altLang="ko-KR" noProof="0"/>
          </a:p>
        </p:txBody>
      </p:sp>
      <p:sp>
        <p:nvSpPr>
          <p:cNvPr id="17" name="Inhaltsplatzhalter 2"/>
          <p:cNvSpPr>
            <a:spLocks noGrp="1"/>
          </p:cNvSpPr>
          <p:nvPr>
            <p:ph idx="20" hasCustomPrompt="1"/>
          </p:nvPr>
        </p:nvSpPr>
        <p:spPr>
          <a:xfrm>
            <a:off x="4261816" y="4826538"/>
            <a:ext cx="5310357" cy="1306068"/>
          </a:xfrm>
          <a:prstGeom prst="rect">
            <a:avLst/>
          </a:prstGeom>
        </p:spPr>
        <p:txBody>
          <a:bodyPr>
            <a:normAutofit/>
          </a:bodyPr>
          <a:lstStyle>
            <a:lvl1pPr marL="184722" marR="0" indent="-184722" algn="l" defTabSz="478774" rtl="0" eaLnBrk="1" fontAlgn="auto" latinLnBrk="0" hangingPunct="1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aseline="0"/>
            </a:lvl1pPr>
            <a:lvl2pPr marL="161968" marR="0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200">
                <a:latin typeface="+mn-ea"/>
                <a:ea typeface="+mn-ea"/>
              </a:defRPr>
            </a:lvl2pPr>
            <a:lvl3pPr marL="161968" indent="-161968">
              <a:spcBef>
                <a:spcPts val="309"/>
              </a:spcBef>
              <a:buFont typeface="Arial" panose="020B0604020202020204" pitchFamily="34" charset="0"/>
              <a:buChar char="•"/>
              <a:defRPr sz="120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3pPr>
            <a:lvl4pPr marL="161968" indent="-161968">
              <a:spcBef>
                <a:spcPts val="309"/>
              </a:spcBef>
              <a:buFont typeface="Arial"/>
              <a:buChar char="•"/>
              <a:defRPr sz="120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4pPr>
            <a:lvl5pPr marL="161968" indent="-161968">
              <a:spcBef>
                <a:spcPts val="309"/>
              </a:spcBef>
              <a:buFont typeface="Arial"/>
              <a:buChar char="•"/>
              <a:defRPr sz="120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5pPr>
          </a:lstStyle>
          <a:p>
            <a:pPr marL="184722" marR="0" lvl="0" indent="-184722" algn="l" defTabSz="478774" rtl="0" eaLnBrk="1" fontAlgn="auto" latinLnBrk="0" hangingPunct="1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noProof="0"/>
              <a:t>소제목</a:t>
            </a:r>
            <a:r>
              <a:rPr lang="en-US" altLang="ko-KR" noProof="0"/>
              <a:t> option3 : 13 </a:t>
            </a:r>
            <a:r>
              <a:rPr lang="en-US" altLang="ko-KR" noProof="0" err="1"/>
              <a:t>pt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</a:t>
            </a:r>
            <a:endParaRPr lang="en-US" altLang="ko-KR" noProof="0"/>
          </a:p>
        </p:txBody>
      </p:sp>
      <p:sp>
        <p:nvSpPr>
          <p:cNvPr id="23" name="Textplatzhalter 19"/>
          <p:cNvSpPr>
            <a:spLocks noGrp="1"/>
          </p:cNvSpPr>
          <p:nvPr>
            <p:ph type="body" sz="quarter" idx="28" hasCustomPrompt="1"/>
          </p:nvPr>
        </p:nvSpPr>
        <p:spPr>
          <a:xfrm>
            <a:off x="326826" y="683989"/>
            <a:ext cx="9238345" cy="544207"/>
          </a:xfrm>
        </p:spPr>
        <p:txBody>
          <a:bodyPr/>
          <a:lstStyle>
            <a:lvl1pPr>
              <a:defRPr baseline="0">
                <a:latin typeface="+mn-ea"/>
                <a:ea typeface="+mn-ea"/>
              </a:defRPr>
            </a:lvl1pPr>
          </a:lstStyle>
          <a:p>
            <a:pPr lvl="0"/>
            <a:r>
              <a:rPr lang="ko-KR" altLang="en-US"/>
              <a:t>소제목 및 본문</a:t>
            </a:r>
            <a:endParaRPr lang="de-DE" altLang="ko-KR"/>
          </a:p>
        </p:txBody>
      </p:sp>
      <p:sp>
        <p:nvSpPr>
          <p:cNvPr id="24" name="Titelplatzhalter 1"/>
          <p:cNvSpPr>
            <a:spLocks noGrp="1"/>
          </p:cNvSpPr>
          <p:nvPr>
            <p:ph type="title"/>
          </p:nvPr>
        </p:nvSpPr>
        <p:spPr>
          <a:xfrm>
            <a:off x="326822" y="216487"/>
            <a:ext cx="9237720" cy="27753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667252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_Images_3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24"/>
          </p:nvPr>
        </p:nvSpPr>
        <p:spPr>
          <a:xfrm>
            <a:off x="1000475" y="6479036"/>
            <a:ext cx="1300618" cy="163258"/>
          </a:xfrm>
          <a:prstGeom prst="rect">
            <a:avLst/>
          </a:prstGeom>
        </p:spPr>
        <p:txBody>
          <a:bodyPr/>
          <a:lstStyle>
            <a:lvl1pPr>
              <a:defRPr>
                <a:latin typeface="현대산스 Head" panose="020B0600000101010101" pitchFamily="50" charset="-127"/>
                <a:ea typeface="현대산스 Head" panose="020B0600000101010101" pitchFamily="50" charset="-127"/>
              </a:defRPr>
            </a:lvl1pPr>
          </a:lstStyle>
          <a:p>
            <a:fld id="{BE8155E8-E1C8-45C3-9754-21D670EFB221}" type="datetime4">
              <a:rPr lang="en-US" altLang="ko-KR" smtClean="0">
                <a:solidFill>
                  <a:prstClr val="black"/>
                </a:solidFill>
              </a:rPr>
              <a:pPr/>
              <a:t>October 29, 2026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26"/>
          </p:nvPr>
        </p:nvSpPr>
        <p:spPr>
          <a:xfrm>
            <a:off x="333492" y="6478095"/>
            <a:ext cx="590280" cy="163258"/>
          </a:xfrm>
          <a:prstGeom prst="rect">
            <a:avLst/>
          </a:prstGeom>
        </p:spPr>
        <p:txBody>
          <a:bodyPr/>
          <a:lstStyle/>
          <a:p>
            <a:fld id="{DD317690-C5EB-F34F-B036-C349E52C6879}" type="slidenum">
              <a:rPr lang="de-DE" smtClean="0">
                <a:solidFill>
                  <a:prstClr val="black"/>
                </a:solidFill>
              </a:rPr>
              <a:pPr/>
              <a:t>‹#›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14" name="Bildplatzhalter 7"/>
          <p:cNvSpPr>
            <a:spLocks noGrp="1"/>
          </p:cNvSpPr>
          <p:nvPr>
            <p:ph type="pic" sz="quarter" idx="14"/>
          </p:nvPr>
        </p:nvSpPr>
        <p:spPr>
          <a:xfrm>
            <a:off x="333828" y="1556478"/>
            <a:ext cx="2951505" cy="196774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700" b="0">
                <a:latin typeface="현대산스 Head" panose="020B0600000101010101" pitchFamily="50" charset="-127"/>
              </a:defRPr>
            </a:lvl1pPr>
          </a:lstStyle>
          <a:p>
            <a:r>
              <a:rPr lang="ko-KR" altLang="en-US"/>
              <a:t>그림을 추가하려면 아이콘을 클릭하십시오</a:t>
            </a:r>
            <a:endParaRPr lang="de-DE"/>
          </a:p>
        </p:txBody>
      </p:sp>
      <p:sp>
        <p:nvSpPr>
          <p:cNvPr id="15" name="Textplatzhalter 8"/>
          <p:cNvSpPr>
            <a:spLocks noGrp="1"/>
          </p:cNvSpPr>
          <p:nvPr>
            <p:ph type="body" sz="quarter" idx="17" hasCustomPrompt="1"/>
          </p:nvPr>
        </p:nvSpPr>
        <p:spPr>
          <a:xfrm>
            <a:off x="333494" y="3690642"/>
            <a:ext cx="2951401" cy="244887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  <a:lvl2pPr marL="161968" marR="0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>
                <a:latin typeface="+mn-ea"/>
                <a:ea typeface="+mn-ea"/>
              </a:defRPr>
            </a:lvl2pPr>
            <a:lvl3pPr marL="161968" indent="-161968">
              <a:defRPr sz="140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3pPr>
            <a:lvl4pPr marL="161968" indent="-161968">
              <a:defRPr sz="140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4pPr>
            <a:lvl5pPr marL="161968" indent="-161968">
              <a:defRPr sz="140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5pPr>
          </a:lstStyle>
          <a:p>
            <a:pPr lvl="0"/>
            <a:r>
              <a:rPr lang="ko-KR" altLang="en-US" noProof="0"/>
              <a:t>소제목 </a:t>
            </a:r>
            <a:r>
              <a:rPr lang="en-US" altLang="ko-KR" noProof="0"/>
              <a:t>15pt</a:t>
            </a:r>
            <a:endParaRPr lang="en-US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</a:t>
            </a:r>
            <a:endParaRPr lang="en-US" altLang="ko-KR" noProof="0"/>
          </a:p>
        </p:txBody>
      </p:sp>
      <p:sp>
        <p:nvSpPr>
          <p:cNvPr id="16" name="Bildplatzhalter 7"/>
          <p:cNvSpPr>
            <a:spLocks noGrp="1"/>
          </p:cNvSpPr>
          <p:nvPr>
            <p:ph type="pic" sz="quarter" idx="20"/>
          </p:nvPr>
        </p:nvSpPr>
        <p:spPr>
          <a:xfrm>
            <a:off x="3479451" y="1556478"/>
            <a:ext cx="2951401" cy="196774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700" b="0">
                <a:latin typeface="현대산스 Head" panose="020B0600000101010101" pitchFamily="50" charset="-127"/>
              </a:defRPr>
            </a:lvl1pPr>
          </a:lstStyle>
          <a:p>
            <a:r>
              <a:rPr lang="ko-KR" altLang="en-US"/>
              <a:t>그림을 추가하려면 아이콘을 클릭하십시오</a:t>
            </a:r>
            <a:endParaRPr lang="de-DE"/>
          </a:p>
        </p:txBody>
      </p:sp>
      <p:sp>
        <p:nvSpPr>
          <p:cNvPr id="17" name="Bildplatzhalter 7"/>
          <p:cNvSpPr>
            <a:spLocks noGrp="1"/>
          </p:cNvSpPr>
          <p:nvPr>
            <p:ph type="pic" sz="quarter" idx="21"/>
          </p:nvPr>
        </p:nvSpPr>
        <p:spPr>
          <a:xfrm>
            <a:off x="6620669" y="1556478"/>
            <a:ext cx="2951506" cy="196774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700" b="0">
                <a:latin typeface="현대산스 Head" panose="020B0600000101010101" pitchFamily="50" charset="-127"/>
              </a:defRPr>
            </a:lvl1pPr>
          </a:lstStyle>
          <a:p>
            <a:r>
              <a:rPr lang="ko-KR" altLang="en-US"/>
              <a:t>그림을 추가하려면 아이콘을 클릭하십시오</a:t>
            </a:r>
            <a:endParaRPr lang="de-DE"/>
          </a:p>
        </p:txBody>
      </p:sp>
      <p:sp>
        <p:nvSpPr>
          <p:cNvPr id="18" name="Textplatzhalter 8"/>
          <p:cNvSpPr>
            <a:spLocks noGrp="1"/>
          </p:cNvSpPr>
          <p:nvPr>
            <p:ph type="body" sz="quarter" idx="22" hasCustomPrompt="1"/>
          </p:nvPr>
        </p:nvSpPr>
        <p:spPr>
          <a:xfrm>
            <a:off x="3479453" y="3692610"/>
            <a:ext cx="2951401" cy="244690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  <a:lvl2pPr marL="161968" marR="0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>
                <a:latin typeface="+mn-ea"/>
                <a:ea typeface="+mn-ea"/>
              </a:defRPr>
            </a:lvl2pPr>
            <a:lvl3pPr marL="161968" indent="-161968">
              <a:defRPr sz="140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3pPr>
            <a:lvl4pPr marL="161968" indent="-161968">
              <a:defRPr sz="140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4pPr>
            <a:lvl5pPr marL="161968" indent="-161968">
              <a:defRPr sz="140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5pPr>
          </a:lstStyle>
          <a:p>
            <a:pPr lvl="0"/>
            <a:r>
              <a:rPr lang="ko-KR" altLang="en-US" noProof="0"/>
              <a:t>소제목 </a:t>
            </a:r>
            <a:r>
              <a:rPr lang="en-US" altLang="ko-KR" noProof="0"/>
              <a:t>15pt</a:t>
            </a:r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</a:t>
            </a:r>
            <a:endParaRPr lang="en-US" altLang="ko-KR" noProof="0"/>
          </a:p>
        </p:txBody>
      </p:sp>
      <p:sp>
        <p:nvSpPr>
          <p:cNvPr id="19" name="Textplatzhalter 8"/>
          <p:cNvSpPr>
            <a:spLocks noGrp="1"/>
          </p:cNvSpPr>
          <p:nvPr>
            <p:ph type="body" sz="quarter" idx="23" hasCustomPrompt="1"/>
          </p:nvPr>
        </p:nvSpPr>
        <p:spPr>
          <a:xfrm>
            <a:off x="6620667" y="3686959"/>
            <a:ext cx="2951401" cy="24525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  <a:lvl2pPr marL="161968" marR="0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>
                <a:latin typeface="+mn-ea"/>
                <a:ea typeface="+mn-ea"/>
              </a:defRPr>
            </a:lvl2pPr>
            <a:lvl3pPr marL="161968" indent="-161968">
              <a:defRPr sz="140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3pPr>
            <a:lvl4pPr marL="161968" indent="-161968">
              <a:defRPr sz="140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4pPr>
            <a:lvl5pPr marL="161968" indent="-161968">
              <a:defRPr sz="1400">
                <a:latin typeface="현대산스 Text" panose="020B0600000101010101" pitchFamily="50" charset="-127"/>
                <a:ea typeface="현대산스 Text" panose="020B0600000101010101" pitchFamily="50" charset="-127"/>
              </a:defRPr>
            </a:lvl5pPr>
          </a:lstStyle>
          <a:p>
            <a:pPr lvl="0"/>
            <a:r>
              <a:rPr lang="ko-KR" altLang="en-US" noProof="0"/>
              <a:t>소제목 </a:t>
            </a:r>
            <a:r>
              <a:rPr lang="en-US" altLang="ko-KR" noProof="0"/>
              <a:t>15pt</a:t>
            </a:r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 </a:t>
            </a:r>
            <a:endParaRPr lang="en-US" altLang="ko-KR" noProof="0"/>
          </a:p>
          <a:p>
            <a:pPr marL="161968" marR="0" lvl="1" indent="-161968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ko-KR" altLang="en-US" noProof="0"/>
              <a:t>본문</a:t>
            </a:r>
            <a:endParaRPr lang="en-US" altLang="ko-KR" noProof="0"/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28" hasCustomPrompt="1"/>
          </p:nvPr>
        </p:nvSpPr>
        <p:spPr>
          <a:xfrm>
            <a:off x="326826" y="683989"/>
            <a:ext cx="9238345" cy="544207"/>
          </a:xfrm>
        </p:spPr>
        <p:txBody>
          <a:bodyPr/>
          <a:lstStyle>
            <a:lvl1pPr marL="0" marR="0" indent="0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baseline="0">
                <a:latin typeface="+mn-ea"/>
                <a:ea typeface="+mn-ea"/>
              </a:defRPr>
            </a:lvl1pPr>
          </a:lstStyle>
          <a:p>
            <a:pPr marL="0" marR="0" lvl="0" indent="0" algn="l" defTabSz="478774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/>
              <a:t>소제목 및 본문</a:t>
            </a:r>
            <a:endParaRPr lang="de-DE" altLang="ko-KR"/>
          </a:p>
          <a:p>
            <a:pPr lvl="0"/>
            <a:endParaRPr lang="de-DE"/>
          </a:p>
        </p:txBody>
      </p:sp>
      <p:sp>
        <p:nvSpPr>
          <p:cNvPr id="21" name="Titelplatzhalter 1"/>
          <p:cNvSpPr>
            <a:spLocks noGrp="1"/>
          </p:cNvSpPr>
          <p:nvPr>
            <p:ph type="title"/>
          </p:nvPr>
        </p:nvSpPr>
        <p:spPr>
          <a:xfrm>
            <a:off x="326822" y="216487"/>
            <a:ext cx="9237720" cy="27753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/>
            </a:lvl1pPr>
          </a:lstStyle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7489703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1EF3DD-694E-4F79-BE70-DF38AA4314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F5BAF24-1535-4239-B9A2-C9BB28316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386615-EE21-4D64-8205-53EE912E8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DF5ECB-0DD7-44F3-96B3-85EBD050FA00}" type="datetimeFigureOut">
              <a:rPr kumimoji="0" lang="ko-KR" altLang="en-US" sz="97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2026-10-29</a:t>
            </a:fld>
            <a:endParaRPr kumimoji="0" lang="ko-KR" altLang="en-US" sz="9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A6B721-0CE3-401F-9CC6-4AEF67FC6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D2FBD3-E119-4332-A0A1-86D698935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E845DD-6913-4468-94B9-32E0FD6DB945}" type="slidenum">
              <a:rPr kumimoji="0" lang="ko-KR" altLang="en-US" sz="97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9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02790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0E65FA-42C2-4611-898A-4C7010C9B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B1A540-DDB8-4108-8A1A-E594277C7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1A627C-0FC7-4838-9540-ABEF148C1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DF5ECB-0DD7-44F3-96B3-85EBD050FA00}" type="datetimeFigureOut">
              <a:rPr kumimoji="0" lang="ko-KR" altLang="en-US" sz="97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2026-10-29</a:t>
            </a:fld>
            <a:endParaRPr kumimoji="0" lang="ko-KR" altLang="en-US" sz="9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113D1E-5B9C-4E63-AAB7-40E46399C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426ED8-604F-432B-8A3B-CA59168F0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E845DD-6913-4468-94B9-32E0FD6DB945}" type="slidenum">
              <a:rPr kumimoji="0" lang="ko-KR" altLang="en-US" sz="97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9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199010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61A659-E349-4AC9-B0DB-DA93047C4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709739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745937-2064-43B8-BD31-AAE513121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50EAC0-BE92-487F-9FF4-77E53B734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DF5ECB-0DD7-44F3-96B3-85EBD050FA00}" type="datetimeFigureOut">
              <a:rPr kumimoji="0" lang="ko-KR" altLang="en-US" sz="97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2026-10-29</a:t>
            </a:fld>
            <a:endParaRPr kumimoji="0" lang="ko-KR" altLang="en-US" sz="9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12C666-DA0E-4A8F-851C-A1C79D336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4E503C-82AB-4D2D-9370-5252FFD1A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E845DD-6913-4468-94B9-32E0FD6DB945}" type="slidenum">
              <a:rPr kumimoji="0" lang="ko-KR" altLang="en-US" sz="97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9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936571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1B6F48-97F5-4BD9-B1A5-9D4DACC2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E05242-C2FE-4702-8921-3BCAAECD21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5D82EA-6C7C-4A21-9E91-3A390A68D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13F4CA-7011-4932-9039-6A920C061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DF5ECB-0DD7-44F3-96B3-85EBD050FA00}" type="datetimeFigureOut">
              <a:rPr kumimoji="0" lang="ko-KR" altLang="en-US" sz="97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2026-10-29</a:t>
            </a:fld>
            <a:endParaRPr kumimoji="0" lang="ko-KR" altLang="en-US" sz="9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B61CF1-5E0D-48D8-A0D7-E956D003F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A9AF9D-3F6D-4F9F-ACE9-6A1B1C69A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E845DD-6913-4468-94B9-32E0FD6DB945}" type="slidenum">
              <a:rPr kumimoji="0" lang="ko-KR" altLang="en-US" sz="97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9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162635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AE20C1-BDE1-44B6-A0D0-E091856B7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28A2C3-E4D2-4314-BCDA-3CEB32C2B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5CFB03-25AD-412F-8253-7B580CFD2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30038D-F69A-4874-A9DC-B866B17D83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0A30F04-8130-439C-B93F-626A2A9C5B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712987C-376D-4DA8-8E77-11AC6BBD6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DF5ECB-0DD7-44F3-96B3-85EBD050FA00}" type="datetimeFigureOut">
              <a:rPr kumimoji="0" lang="ko-KR" altLang="en-US" sz="97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2026-10-29</a:t>
            </a:fld>
            <a:endParaRPr kumimoji="0" lang="ko-KR" altLang="en-US" sz="9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CB776CD-EED3-4D42-B46C-CE3D138D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3D9BB3D-0972-4938-ADD0-64FF69EB1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E845DD-6913-4468-94B9-32E0FD6DB945}" type="slidenum">
              <a:rPr kumimoji="0" lang="ko-KR" altLang="en-US" sz="97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9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0826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B72BB5-98A8-4059-9101-D92A0AAB3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C1112A-AD80-4430-9162-5BF59670F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DF5ECB-0DD7-44F3-96B3-85EBD050FA00}" type="datetimeFigureOut">
              <a:rPr kumimoji="0" lang="ko-KR" altLang="en-US" sz="97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2026-10-29</a:t>
            </a:fld>
            <a:endParaRPr kumimoji="0" lang="ko-KR" altLang="en-US" sz="9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E3BC9DA-9D64-469A-A253-DB0140D49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EBBD8E6-5F07-4D6C-BB67-06BD4569A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E845DD-6913-4468-94B9-32E0FD6DB945}" type="slidenum">
              <a:rPr kumimoji="0" lang="ko-KR" altLang="en-US" sz="97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9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341159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F4CBF5C-78D2-4BF1-BAE5-27C5FA87A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DF5ECB-0DD7-44F3-96B3-85EBD050FA00}" type="datetimeFigureOut">
              <a:rPr kumimoji="0" lang="ko-KR" altLang="en-US" sz="97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2026-10-29</a:t>
            </a:fld>
            <a:endParaRPr kumimoji="0" lang="ko-KR" altLang="en-US" sz="9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D5545D7-F2EF-4C5B-B5F7-A296B12EA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3F7B24-B24D-4016-BB3E-3892C21EF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E845DD-6913-4468-94B9-32E0FD6DB945}" type="slidenum">
              <a:rPr kumimoji="0" lang="ko-KR" altLang="en-US" sz="97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9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622263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FFCEB7-8EB6-41E5-AA0C-3CC0E8197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186A63-82F0-4688-8229-FACA45DC8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51743E-F722-4714-94C6-4FC4074585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5CD3B8-3C38-4A37-9FA7-3ACAA48A3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DF5ECB-0DD7-44F3-96B3-85EBD050FA00}" type="datetimeFigureOut">
              <a:rPr kumimoji="0" lang="ko-KR" altLang="en-US" sz="97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2026-10-29</a:t>
            </a:fld>
            <a:endParaRPr kumimoji="0" lang="ko-KR" altLang="en-US" sz="9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410980D-17FB-4869-B17A-927E6226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3536F1-388B-44E6-9097-30A99D409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E845DD-6913-4468-94B9-32E0FD6DB945}" type="slidenum">
              <a:rPr kumimoji="0" lang="ko-KR" altLang="en-US" sz="97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9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092596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F4B8F6-0877-4F1B-8130-A2D9BEC87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BF90A8-9D4F-450E-BF9B-98E52FB8E0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043131-5BCF-47AA-ADC9-AB8A95CA4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62C34B-55B4-4DDC-9163-284B3F32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DF5ECB-0DD7-44F3-96B3-85EBD050FA00}" type="datetimeFigureOut">
              <a:rPr kumimoji="0" lang="ko-KR" altLang="en-US" sz="97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2026-10-29</a:t>
            </a:fld>
            <a:endParaRPr kumimoji="0" lang="ko-KR" altLang="en-US" sz="9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F027FD-263B-43A8-AE5E-257263070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621BB6-1A79-4F94-943F-A19115212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E845DD-6913-4468-94B9-32E0FD6DB945}" type="slidenum">
              <a:rPr kumimoji="0" lang="ko-KR" altLang="en-US" sz="97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9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171924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9238E0-CFF3-4548-9C69-AB9707BDE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69CC4A-1740-4BF1-A7B6-53F95F665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3C5E74-8827-4AE6-ACDE-52297E3E4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DF5ECB-0DD7-44F3-96B3-85EBD050FA00}" type="datetimeFigureOut">
              <a:rPr kumimoji="0" lang="ko-KR" altLang="en-US" sz="97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2026-10-29</a:t>
            </a:fld>
            <a:endParaRPr kumimoji="0" lang="ko-KR" altLang="en-US" sz="9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B08DC4-F2E1-406A-80BC-E615E34C8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DE2DFA-7F11-4832-A689-182A285EF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E845DD-6913-4468-94B9-32E0FD6DB945}" type="slidenum">
              <a:rPr kumimoji="0" lang="ko-KR" altLang="en-US" sz="97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9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403271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0987FBC-C8E4-4A1D-82D6-3CF6260ECA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F0C8F4E-0D0C-44C1-92D1-7976C06B2C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4E8692-CA86-4719-A780-B1B76314B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DF5ECB-0DD7-44F3-96B3-85EBD050FA00}" type="datetimeFigureOut">
              <a:rPr kumimoji="0" lang="ko-KR" altLang="en-US" sz="97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2026-10-29</a:t>
            </a:fld>
            <a:endParaRPr kumimoji="0" lang="ko-KR" altLang="en-US" sz="9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A08F15-ACDF-4BF4-9920-162CD9E88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A5BC1E-DAF7-4AB7-86AE-A1756917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E845DD-6913-4468-94B9-32E0FD6DB945}" type="slidenum">
              <a:rPr kumimoji="0" lang="ko-KR" altLang="en-US" sz="97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9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735880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9906000" cy="685656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 sz="700">
                <a:latin typeface="현대산스 Head" panose="020B0600000101010101" pitchFamily="50" charset="-127"/>
              </a:defRPr>
            </a:lvl1pPr>
          </a:lstStyle>
          <a:p>
            <a:r>
              <a:rPr lang="de-DE"/>
              <a:t>Bild auf Platzhalter ziehen oder durch Klicken auf Symbol hinzufügen</a:t>
            </a:r>
          </a:p>
        </p:txBody>
      </p:sp>
      <p:sp>
        <p:nvSpPr>
          <p:cNvPr id="8" name="Rechteck 7"/>
          <p:cNvSpPr/>
          <p:nvPr userDrawn="1"/>
        </p:nvSpPr>
        <p:spPr>
          <a:xfrm>
            <a:off x="2" y="1"/>
            <a:ext cx="9904703" cy="685685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5755" tIns="47878" rIns="95755" bIns="47878" rtlCol="0" anchor="ctr"/>
          <a:lstStyle/>
          <a:p>
            <a:pPr marL="0" marR="0" lvl="0" indent="0" algn="ctr" defTabSz="478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9" name="Bildplatzhalter 2"/>
          <p:cNvSpPr>
            <a:spLocks noGrp="1"/>
          </p:cNvSpPr>
          <p:nvPr>
            <p:ph type="pic" idx="13"/>
          </p:nvPr>
        </p:nvSpPr>
        <p:spPr>
          <a:xfrm>
            <a:off x="333492" y="0"/>
            <a:ext cx="9237720" cy="581200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700" b="0" i="0">
                <a:latin typeface="현대산스 Head" panose="020B0600000101010101" pitchFamily="50" charset="-127"/>
              </a:defRPr>
            </a:lvl1pPr>
            <a:lvl2pPr marL="478774" indent="0">
              <a:buNone/>
              <a:defRPr sz="2900"/>
            </a:lvl2pPr>
            <a:lvl3pPr marL="957548" indent="0">
              <a:buNone/>
              <a:defRPr sz="2500"/>
            </a:lvl3pPr>
            <a:lvl4pPr marL="1436322" indent="0">
              <a:buNone/>
              <a:defRPr sz="2100"/>
            </a:lvl4pPr>
            <a:lvl5pPr marL="1915097" indent="0">
              <a:buNone/>
              <a:defRPr sz="2100"/>
            </a:lvl5pPr>
            <a:lvl6pPr marL="2393869" indent="0">
              <a:buNone/>
              <a:defRPr sz="2100"/>
            </a:lvl6pPr>
            <a:lvl7pPr marL="2872644" indent="0">
              <a:buNone/>
              <a:defRPr sz="2100"/>
            </a:lvl7pPr>
            <a:lvl8pPr marL="3351420" indent="0">
              <a:buNone/>
              <a:defRPr sz="2100"/>
            </a:lvl8pPr>
            <a:lvl9pPr marL="3830193" indent="0">
              <a:buNone/>
              <a:defRPr sz="2100"/>
            </a:lvl9pPr>
          </a:lstStyle>
          <a:p>
            <a:r>
              <a:rPr lang="ko-KR" altLang="en-US" noProof="0"/>
              <a:t>그림을 추가하려면 아이콘을 클릭하십시오</a:t>
            </a:r>
            <a:endParaRPr lang="de-DE" noProof="0"/>
          </a:p>
        </p:txBody>
      </p:sp>
      <p:sp>
        <p:nvSpPr>
          <p:cNvPr id="14" name="Titel 1"/>
          <p:cNvSpPr>
            <a:spLocks noGrp="1"/>
          </p:cNvSpPr>
          <p:nvPr>
            <p:ph type="ctrTitle" hasCustomPrompt="1"/>
          </p:nvPr>
        </p:nvSpPr>
        <p:spPr>
          <a:xfrm>
            <a:off x="660315" y="1359129"/>
            <a:ext cx="8337292" cy="44644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4198"/>
              </a:lnSpc>
              <a:defRPr sz="3300" baseline="0">
                <a:latin typeface="+mj-lt"/>
              </a:defRPr>
            </a:lvl1pPr>
          </a:lstStyle>
          <a:p>
            <a:r>
              <a:rPr lang="en-US" noProof="0"/>
              <a:t>Standard title headline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66988" y="2555269"/>
            <a:ext cx="8336617" cy="2122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100" b="0">
                <a:solidFill>
                  <a:srgbClr val="000000"/>
                </a:solidFill>
                <a:latin typeface="+mn-lt"/>
                <a:ea typeface="+mn-ea"/>
              </a:defRPr>
            </a:lvl1pPr>
            <a:lvl2pPr marL="478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5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3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38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26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1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01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Month DD, YY</a:t>
            </a:r>
          </a:p>
        </p:txBody>
      </p:sp>
      <p:sp>
        <p:nvSpPr>
          <p:cNvPr id="16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660315" y="1814210"/>
            <a:ext cx="8337292" cy="414676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ts val="4198"/>
              </a:lnSpc>
              <a:spcBef>
                <a:spcPts val="0"/>
              </a:spcBef>
              <a:defRPr sz="2600" b="0" baseline="0">
                <a:latin typeface="+mn-lt"/>
                <a:ea typeface="현대산스 Head" panose="020B0600000101010101" pitchFamily="50" charset="-127"/>
              </a:defRPr>
            </a:lvl1pPr>
          </a:lstStyle>
          <a:p>
            <a:pPr lvl="0"/>
            <a:r>
              <a:rPr lang="en-US" noProof="0"/>
              <a:t>Optional second line</a:t>
            </a:r>
          </a:p>
        </p:txBody>
      </p:sp>
    </p:spTree>
    <p:extLst>
      <p:ext uri="{BB962C8B-B14F-4D97-AF65-F5344CB8AC3E}">
        <p14:creationId xmlns:p14="http://schemas.microsoft.com/office/powerpoint/2010/main" val="122159644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 userDrawn="1"/>
        </p:nvGrpSpPr>
        <p:grpSpPr bwMode="auto">
          <a:xfrm>
            <a:off x="273050" y="703263"/>
            <a:ext cx="9359900" cy="277812"/>
            <a:chOff x="329" y="1821"/>
            <a:chExt cx="6071" cy="0"/>
          </a:xfrm>
        </p:grpSpPr>
        <p:sp>
          <p:nvSpPr>
            <p:cNvPr id="5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제목 1"/>
          <p:cNvSpPr>
            <a:spLocks noGrp="1"/>
          </p:cNvSpPr>
          <p:nvPr>
            <p:ph type="ctrTitle"/>
          </p:nvPr>
        </p:nvSpPr>
        <p:spPr>
          <a:xfrm>
            <a:off x="454918" y="116632"/>
            <a:ext cx="6730330" cy="506486"/>
          </a:xfrm>
        </p:spPr>
        <p:txBody>
          <a:bodyPr/>
          <a:lstStyle>
            <a:lvl1pPr algn="l">
              <a:defRPr sz="2600"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2" name="부제목 2"/>
          <p:cNvSpPr>
            <a:spLocks noGrp="1"/>
          </p:cNvSpPr>
          <p:nvPr>
            <p:ph type="subTitle" idx="1"/>
          </p:nvPr>
        </p:nvSpPr>
        <p:spPr>
          <a:xfrm>
            <a:off x="590550" y="980728"/>
            <a:ext cx="3146274" cy="360040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>
                    <a:tint val="75000"/>
                  </a:schemeClr>
                </a:solidFill>
                <a:latin typeface="현대하모니 M" pitchFamily="18" charset="-127"/>
                <a:ea typeface="현대하모니 M" pitchFamily="18" charset="-127"/>
              </a:defRPr>
            </a:lvl1pPr>
            <a:lvl2pPr marL="478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6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5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2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1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9129713" y="328613"/>
            <a:ext cx="495300" cy="363537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pPr marL="0" marR="0" lvl="0" indent="0" algn="r" defTabSz="9578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6A353B-F3F7-42E1-A379-45FB515EEBD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itchFamily="18" charset="-127"/>
                <a:ea typeface="현대하모니 M" pitchFamily="18" charset="-127"/>
                <a:cs typeface="+mn-cs"/>
              </a:rPr>
              <a:pPr marL="0" marR="0" lvl="0" indent="0" algn="r" defTabSz="9578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하모니 M" pitchFamily="18" charset="-127"/>
              <a:ea typeface="현대하모니 M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937923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ekly_task_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 userDrawn="1"/>
        </p:nvSpPr>
        <p:spPr>
          <a:xfrm>
            <a:off x="640080" y="128016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5" name="Rectangle 34"/>
          <p:cNvSpPr/>
          <p:nvPr userDrawn="1"/>
        </p:nvSpPr>
        <p:spPr>
          <a:xfrm>
            <a:off x="1783080" y="128016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0" name="Rectangle 39"/>
          <p:cNvSpPr/>
          <p:nvPr userDrawn="1"/>
        </p:nvSpPr>
        <p:spPr>
          <a:xfrm>
            <a:off x="2926080" y="128016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5" name="Rectangle 44"/>
          <p:cNvSpPr/>
          <p:nvPr userDrawn="1"/>
        </p:nvSpPr>
        <p:spPr>
          <a:xfrm>
            <a:off x="4069080" y="128016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50" name="Rectangle 49"/>
          <p:cNvSpPr/>
          <p:nvPr userDrawn="1"/>
        </p:nvSpPr>
        <p:spPr>
          <a:xfrm>
            <a:off x="5212080" y="128016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55" name="Rectangle 54"/>
          <p:cNvSpPr/>
          <p:nvPr userDrawn="1"/>
        </p:nvSpPr>
        <p:spPr>
          <a:xfrm>
            <a:off x="6355080" y="128016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60" name="Rectangle 59"/>
          <p:cNvSpPr/>
          <p:nvPr userDrawn="1"/>
        </p:nvSpPr>
        <p:spPr>
          <a:xfrm>
            <a:off x="7498080" y="128016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65" name="Rectangle 64"/>
          <p:cNvSpPr/>
          <p:nvPr userDrawn="1"/>
        </p:nvSpPr>
        <p:spPr>
          <a:xfrm>
            <a:off x="8641080" y="128016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5" name="Line 10"/>
          <p:cNvSpPr>
            <a:spLocks noChangeShapeType="1"/>
          </p:cNvSpPr>
          <p:nvPr/>
        </p:nvSpPr>
        <p:spPr bwMode="auto">
          <a:xfrm>
            <a:off x="273050" y="703263"/>
            <a:ext cx="6990247" cy="0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Line 11"/>
          <p:cNvSpPr>
            <a:spLocks noChangeShapeType="1"/>
          </p:cNvSpPr>
          <p:nvPr/>
        </p:nvSpPr>
        <p:spPr bwMode="auto">
          <a:xfrm>
            <a:off x="7358884" y="703263"/>
            <a:ext cx="2274066" cy="0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제목 1"/>
          <p:cNvSpPr>
            <a:spLocks noGrp="1"/>
          </p:cNvSpPr>
          <p:nvPr userDrawn="1">
            <p:ph type="ctrTitle"/>
          </p:nvPr>
        </p:nvSpPr>
        <p:spPr>
          <a:xfrm>
            <a:off x="454918" y="116632"/>
            <a:ext cx="6730330" cy="506486"/>
          </a:xfrm>
        </p:spPr>
        <p:txBody>
          <a:bodyPr/>
          <a:lstStyle>
            <a:lvl1pPr algn="l">
              <a:defRPr sz="2600"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137160" y="1280160"/>
            <a:ext cx="457200" cy="96012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Sin Kai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3931920" y="731520"/>
            <a:ext cx="1011495" cy="215444"/>
          </a:xfrm>
          <a:prstGeom prst="rect">
            <a:avLst/>
          </a:prstGeom>
          <a:noFill/>
        </p:spPr>
        <p:txBody>
          <a:bodyPr wrap="none" lIns="0" tIns="45720" rIns="0" bIns="45720" rtlCol="0">
            <a:spAutoFit/>
          </a:bodyPr>
          <a:lstStyle/>
          <a:p>
            <a:r>
              <a:rPr lang="en-US" sz="800">
                <a:solidFill>
                  <a:srgbClr val="0000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MFG Seminar (17Oct)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6217920" y="731520"/>
            <a:ext cx="1090042" cy="21544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800">
                <a:solidFill>
                  <a:srgbClr val="0000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Leaders Forum (31Oct)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8686800" y="731520"/>
            <a:ext cx="1125308" cy="21544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800">
                <a:solidFill>
                  <a:srgbClr val="0000F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Grand Opening (21Nov)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2926080" y="1005840"/>
            <a:ext cx="1097280" cy="228600"/>
          </a:xfrm>
          <a:prstGeom prst="rect">
            <a:avLst/>
          </a:prstGeom>
          <a:solidFill>
            <a:srgbClr val="203864"/>
          </a:solidFill>
        </p:spPr>
        <p:txBody>
          <a:bodyPr wrap="square" lIns="0" r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Sprint 1 - (13Oct)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4069080" y="1005840"/>
            <a:ext cx="1097280" cy="228600"/>
          </a:xfrm>
          <a:prstGeom prst="rect">
            <a:avLst/>
          </a:prstGeom>
          <a:solidFill>
            <a:srgbClr val="203864"/>
          </a:solidFill>
        </p:spPr>
        <p:txBody>
          <a:bodyPr wrap="square" lIns="0" r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Sprint 2 - (20Oct)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5212080" y="1005840"/>
            <a:ext cx="1097280" cy="228600"/>
          </a:xfrm>
          <a:prstGeom prst="rect">
            <a:avLst/>
          </a:prstGeom>
          <a:solidFill>
            <a:srgbClr val="203864"/>
          </a:solidFill>
        </p:spPr>
        <p:txBody>
          <a:bodyPr wrap="square" lIns="0" r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Sprint 2 - (27Oct)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6355080" y="1005840"/>
            <a:ext cx="1097280" cy="228600"/>
          </a:xfrm>
          <a:prstGeom prst="rect">
            <a:avLst/>
          </a:prstGeom>
          <a:solidFill>
            <a:srgbClr val="203864"/>
          </a:solidFill>
        </p:spPr>
        <p:txBody>
          <a:bodyPr wrap="square" lIns="0" r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Sprint 2 - (3Nov)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7498080" y="1005840"/>
            <a:ext cx="1097280" cy="228600"/>
          </a:xfrm>
          <a:prstGeom prst="rect">
            <a:avLst/>
          </a:prstGeom>
          <a:solidFill>
            <a:srgbClr val="203864"/>
          </a:solidFill>
        </p:spPr>
        <p:txBody>
          <a:bodyPr wrap="square" lIns="0" r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Sprint 3 - (10Nov)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1783080" y="1005840"/>
            <a:ext cx="1097280" cy="228600"/>
          </a:xfrm>
          <a:prstGeom prst="rect">
            <a:avLst/>
          </a:prstGeom>
          <a:solidFill>
            <a:srgbClr val="203864"/>
          </a:solidFill>
        </p:spPr>
        <p:txBody>
          <a:bodyPr wrap="square" lIns="0" r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Sprint 1 - (6Oct)</a:t>
            </a:r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4050792" y="914400"/>
            <a:ext cx="0" cy="5760720"/>
          </a:xfrm>
          <a:prstGeom prst="line">
            <a:avLst/>
          </a:prstGeom>
          <a:ln w="19050">
            <a:solidFill>
              <a:srgbClr val="0000FF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>
            <a:off x="6336792" y="914400"/>
            <a:ext cx="0" cy="5760720"/>
          </a:xfrm>
          <a:prstGeom prst="line">
            <a:avLst/>
          </a:prstGeom>
          <a:ln w="19050">
            <a:solidFill>
              <a:srgbClr val="0000FF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 userDrawn="1"/>
        </p:nvSpPr>
        <p:spPr>
          <a:xfrm>
            <a:off x="8641080" y="1005840"/>
            <a:ext cx="1097280" cy="228600"/>
          </a:xfrm>
          <a:prstGeom prst="rect">
            <a:avLst/>
          </a:prstGeom>
          <a:solidFill>
            <a:srgbClr val="203864"/>
          </a:solidFill>
        </p:spPr>
        <p:txBody>
          <a:bodyPr wrap="square" lIns="0" r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Sprint 3 - (17Nov)</a:t>
            </a:r>
          </a:p>
        </p:txBody>
      </p:sp>
      <p:cxnSp>
        <p:nvCxnSpPr>
          <p:cNvPr id="24" name="Straight Connector 23"/>
          <p:cNvCxnSpPr/>
          <p:nvPr userDrawn="1"/>
        </p:nvCxnSpPr>
        <p:spPr>
          <a:xfrm>
            <a:off x="9765792" y="914400"/>
            <a:ext cx="0" cy="5760720"/>
          </a:xfrm>
          <a:prstGeom prst="line">
            <a:avLst/>
          </a:prstGeom>
          <a:ln w="19050">
            <a:solidFill>
              <a:srgbClr val="0000FF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 userDrawn="1"/>
        </p:nvSpPr>
        <p:spPr>
          <a:xfrm>
            <a:off x="640080" y="1005840"/>
            <a:ext cx="1097280" cy="228600"/>
          </a:xfrm>
          <a:prstGeom prst="rect">
            <a:avLst/>
          </a:prstGeom>
          <a:solidFill>
            <a:srgbClr val="203864"/>
          </a:solidFill>
        </p:spPr>
        <p:txBody>
          <a:bodyPr wrap="square" lIns="0" r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Sprint 1 - (29Sep)</a:t>
            </a:r>
          </a:p>
        </p:txBody>
      </p:sp>
      <p:sp>
        <p:nvSpPr>
          <p:cNvPr id="31" name="Rectangle 30"/>
          <p:cNvSpPr/>
          <p:nvPr userDrawn="1"/>
        </p:nvSpPr>
        <p:spPr>
          <a:xfrm>
            <a:off x="640080" y="228600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6" name="Rectangle 35"/>
          <p:cNvSpPr/>
          <p:nvPr userDrawn="1"/>
        </p:nvSpPr>
        <p:spPr>
          <a:xfrm>
            <a:off x="1783080" y="228600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1" name="Rectangle 40"/>
          <p:cNvSpPr/>
          <p:nvPr userDrawn="1"/>
        </p:nvSpPr>
        <p:spPr>
          <a:xfrm>
            <a:off x="2926080" y="228600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6" name="Rectangle 45"/>
          <p:cNvSpPr/>
          <p:nvPr userDrawn="1"/>
        </p:nvSpPr>
        <p:spPr>
          <a:xfrm>
            <a:off x="4069080" y="228600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51" name="Rectangle 50"/>
          <p:cNvSpPr/>
          <p:nvPr userDrawn="1"/>
        </p:nvSpPr>
        <p:spPr>
          <a:xfrm>
            <a:off x="5212080" y="228600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56" name="Rectangle 55"/>
          <p:cNvSpPr/>
          <p:nvPr userDrawn="1"/>
        </p:nvSpPr>
        <p:spPr>
          <a:xfrm>
            <a:off x="6355080" y="228600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61" name="Rectangle 60"/>
          <p:cNvSpPr/>
          <p:nvPr userDrawn="1"/>
        </p:nvSpPr>
        <p:spPr>
          <a:xfrm>
            <a:off x="7498080" y="228600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66" name="Rectangle 65"/>
          <p:cNvSpPr/>
          <p:nvPr userDrawn="1"/>
        </p:nvSpPr>
        <p:spPr>
          <a:xfrm>
            <a:off x="8641080" y="228600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6" name="Rectangle 25"/>
          <p:cNvSpPr/>
          <p:nvPr userDrawn="1"/>
        </p:nvSpPr>
        <p:spPr>
          <a:xfrm>
            <a:off x="137160" y="2286000"/>
            <a:ext cx="457200" cy="96012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err="1">
                <a:solidFill>
                  <a:prstClr val="whit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Taesoo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32" name="Rectangle 31"/>
          <p:cNvSpPr/>
          <p:nvPr userDrawn="1"/>
        </p:nvSpPr>
        <p:spPr>
          <a:xfrm>
            <a:off x="640080" y="329184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7" name="Rectangle 36"/>
          <p:cNvSpPr/>
          <p:nvPr userDrawn="1"/>
        </p:nvSpPr>
        <p:spPr>
          <a:xfrm>
            <a:off x="1783080" y="329184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2" name="Rectangle 41"/>
          <p:cNvSpPr/>
          <p:nvPr userDrawn="1"/>
        </p:nvSpPr>
        <p:spPr>
          <a:xfrm>
            <a:off x="2926080" y="329184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7" name="Rectangle 46"/>
          <p:cNvSpPr/>
          <p:nvPr userDrawn="1"/>
        </p:nvSpPr>
        <p:spPr>
          <a:xfrm>
            <a:off x="4069080" y="329184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52" name="Rectangle 51"/>
          <p:cNvSpPr/>
          <p:nvPr userDrawn="1"/>
        </p:nvSpPr>
        <p:spPr>
          <a:xfrm>
            <a:off x="5212080" y="329184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57" name="Rectangle 56"/>
          <p:cNvSpPr/>
          <p:nvPr userDrawn="1"/>
        </p:nvSpPr>
        <p:spPr>
          <a:xfrm>
            <a:off x="6355080" y="329184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62" name="Rectangle 61"/>
          <p:cNvSpPr/>
          <p:nvPr userDrawn="1"/>
        </p:nvSpPr>
        <p:spPr>
          <a:xfrm>
            <a:off x="7498080" y="329184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67" name="Rectangle 66"/>
          <p:cNvSpPr/>
          <p:nvPr userDrawn="1"/>
        </p:nvSpPr>
        <p:spPr>
          <a:xfrm>
            <a:off x="8641080" y="329184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7" name="Rectangle 26"/>
          <p:cNvSpPr/>
          <p:nvPr userDrawn="1"/>
        </p:nvSpPr>
        <p:spPr>
          <a:xfrm>
            <a:off x="137160" y="3291840"/>
            <a:ext cx="457200" cy="96012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err="1">
                <a:solidFill>
                  <a:prstClr val="whit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Chih</a:t>
            </a:r>
            <a:r>
              <a:rPr lang="en-US" sz="800">
                <a:solidFill>
                  <a:prstClr val="whit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br>
              <a:rPr lang="en-US" sz="800">
                <a:solidFill>
                  <a:prstClr val="whit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</a:br>
            <a:r>
              <a:rPr lang="en-US" sz="800" err="1">
                <a:solidFill>
                  <a:prstClr val="whit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Chieh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3" name="Rectangle 32"/>
          <p:cNvSpPr/>
          <p:nvPr userDrawn="1"/>
        </p:nvSpPr>
        <p:spPr>
          <a:xfrm>
            <a:off x="640080" y="429768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4" name="Rectangle 33"/>
          <p:cNvSpPr/>
          <p:nvPr userDrawn="1"/>
        </p:nvSpPr>
        <p:spPr>
          <a:xfrm>
            <a:off x="640080" y="530352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8" name="Rectangle 37"/>
          <p:cNvSpPr/>
          <p:nvPr userDrawn="1"/>
        </p:nvSpPr>
        <p:spPr>
          <a:xfrm>
            <a:off x="1783080" y="429768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9" name="Rectangle 38"/>
          <p:cNvSpPr/>
          <p:nvPr userDrawn="1"/>
        </p:nvSpPr>
        <p:spPr>
          <a:xfrm>
            <a:off x="1783080" y="530352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3" name="Rectangle 42"/>
          <p:cNvSpPr/>
          <p:nvPr userDrawn="1"/>
        </p:nvSpPr>
        <p:spPr>
          <a:xfrm>
            <a:off x="2926080" y="429768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4" name="Rectangle 43"/>
          <p:cNvSpPr/>
          <p:nvPr userDrawn="1"/>
        </p:nvSpPr>
        <p:spPr>
          <a:xfrm>
            <a:off x="2926080" y="530352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8" name="Rectangle 47"/>
          <p:cNvSpPr/>
          <p:nvPr userDrawn="1"/>
        </p:nvSpPr>
        <p:spPr>
          <a:xfrm>
            <a:off x="4069080" y="429768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9" name="Rectangle 48"/>
          <p:cNvSpPr/>
          <p:nvPr userDrawn="1"/>
        </p:nvSpPr>
        <p:spPr>
          <a:xfrm>
            <a:off x="4069080" y="530352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53" name="Rectangle 52"/>
          <p:cNvSpPr/>
          <p:nvPr userDrawn="1"/>
        </p:nvSpPr>
        <p:spPr>
          <a:xfrm>
            <a:off x="5212080" y="429768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54" name="Rectangle 53"/>
          <p:cNvSpPr/>
          <p:nvPr userDrawn="1"/>
        </p:nvSpPr>
        <p:spPr>
          <a:xfrm>
            <a:off x="5212080" y="530352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58" name="Rectangle 57"/>
          <p:cNvSpPr/>
          <p:nvPr userDrawn="1"/>
        </p:nvSpPr>
        <p:spPr>
          <a:xfrm>
            <a:off x="6355080" y="429768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59" name="Rectangle 58"/>
          <p:cNvSpPr/>
          <p:nvPr userDrawn="1"/>
        </p:nvSpPr>
        <p:spPr>
          <a:xfrm>
            <a:off x="6355080" y="530352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63" name="Rectangle 62"/>
          <p:cNvSpPr/>
          <p:nvPr userDrawn="1"/>
        </p:nvSpPr>
        <p:spPr>
          <a:xfrm>
            <a:off x="7498080" y="429768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64" name="Rectangle 63"/>
          <p:cNvSpPr/>
          <p:nvPr userDrawn="1"/>
        </p:nvSpPr>
        <p:spPr>
          <a:xfrm>
            <a:off x="7498080" y="530352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68" name="Rectangle 67"/>
          <p:cNvSpPr/>
          <p:nvPr userDrawn="1"/>
        </p:nvSpPr>
        <p:spPr>
          <a:xfrm>
            <a:off x="8641080" y="429768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69" name="Rectangle 68"/>
          <p:cNvSpPr/>
          <p:nvPr userDrawn="1"/>
        </p:nvSpPr>
        <p:spPr>
          <a:xfrm>
            <a:off x="8641080" y="5303520"/>
            <a:ext cx="1097280" cy="960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lvl="0" latinLnBrk="0">
              <a:defRPr/>
            </a:pPr>
            <a:endParaRPr lang="en-US" sz="7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8" name="Rectangle 27"/>
          <p:cNvSpPr/>
          <p:nvPr userDrawn="1"/>
        </p:nvSpPr>
        <p:spPr>
          <a:xfrm>
            <a:off x="137160" y="4297680"/>
            <a:ext cx="457200" cy="96012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noProof="0">
                <a:solidFill>
                  <a:prstClr val="whit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Calvin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9" name="Rectangle 28"/>
          <p:cNvSpPr/>
          <p:nvPr userDrawn="1"/>
        </p:nvSpPr>
        <p:spPr>
          <a:xfrm>
            <a:off x="137160" y="5303520"/>
            <a:ext cx="457200" cy="96012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Renke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6465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37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23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55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58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70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1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83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72.xml"/><Relationship Id="rId16" Type="http://schemas.openxmlformats.org/officeDocument/2006/relationships/tags" Target="../tags/tag1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5" Type="http://schemas.openxmlformats.org/officeDocument/2006/relationships/theme" Target="../theme/theme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B366B4-29F0-C071-AA55-9AEEFABF896D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85391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document is legally protected as confidential information of Hyundai Motor and is subject to non-disclosure agreements with your company and applicable laws.</a:t>
            </a:r>
          </a:p>
        </p:txBody>
      </p:sp>
    </p:spTree>
    <p:extLst>
      <p:ext uri="{BB962C8B-B14F-4D97-AF65-F5344CB8AC3E}">
        <p14:creationId xmlns:p14="http://schemas.microsoft.com/office/powerpoint/2010/main" val="3202748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12" r:id="rId1"/>
    <p:sldLayoutId id="2147483686" r:id="rId2"/>
    <p:sldLayoutId id="2147483687" r:id="rId3"/>
    <p:sldLayoutId id="2147483688" r:id="rId4"/>
    <p:sldLayoutId id="2147483690" r:id="rId5"/>
    <p:sldLayoutId id="2147483865" r:id="rId6"/>
    <p:sldLayoutId id="2147483866" r:id="rId7"/>
    <p:sldLayoutId id="2147483935" r:id="rId8"/>
    <p:sldLayoutId id="2147483959" r:id="rId9"/>
    <p:sldLayoutId id="2147483965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4231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Hyundai Sans Text KR Medium" panose="020B0600000101010101" pitchFamily="34" charset="-127"/>
          <a:ea typeface="Hyundai Sans Text KR Medium" panose="020B0600000101010101" pitchFamily="34" charset="-127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EE91C8-4BA5-4325-90E4-E72DB74AD356}" type="datetimeFigureOut">
              <a:rPr lang="en-SG" smtClean="0"/>
              <a:t>29/10/2026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96F2FA-4883-4D52-8044-054B3BA1BAC1}" type="slidenum">
              <a:rPr lang="en-SG" smtClean="0"/>
              <a:t>‹#›</a:t>
            </a:fld>
            <a:endParaRPr lang="en-S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3C468D-ECE5-E7A0-E09E-8F88E5279803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85391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document is legally protected as confidential information of Hyundai Motor and is subject to non-disclosure agreements with your company and applicable laws.</a:t>
            </a:r>
          </a:p>
        </p:txBody>
      </p:sp>
    </p:spTree>
    <p:extLst>
      <p:ext uri="{BB962C8B-B14F-4D97-AF65-F5344CB8AC3E}">
        <p14:creationId xmlns:p14="http://schemas.microsoft.com/office/powerpoint/2010/main" val="1383796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  <p:sldLayoutId id="2147483905" r:id="rId13"/>
    <p:sldLayoutId id="2147483906" r:id="rId14"/>
    <p:sldLayoutId id="2147483907" r:id="rId15"/>
    <p:sldLayoutId id="2147483908" r:id="rId16"/>
    <p:sldLayoutId id="2147483909" r:id="rId17"/>
    <p:sldLayoutId id="2147483910" r:id="rId18"/>
    <p:sldLayoutId id="2147483911" r:id="rId19"/>
    <p:sldLayoutId id="2147483912" r:id="rId20"/>
    <p:sldLayoutId id="2147483913" r:id="rId21"/>
    <p:sldLayoutId id="2147483763" r:id="rId22"/>
    <p:sldLayoutId id="2147483764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9C7D32-F9F3-76C4-4EDB-A1D323345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45D4F-A571-3F84-D80B-DD8DD1301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74A09-AF56-8347-30FC-C1E908C6FF2E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85391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document is legally protected as confidential information of Hyundai Motor and is subject to non-disclosure agreements with your company and applicable laws.</a:t>
            </a:r>
          </a:p>
        </p:txBody>
      </p:sp>
    </p:spTree>
    <p:extLst>
      <p:ext uri="{BB962C8B-B14F-4D97-AF65-F5344CB8AC3E}">
        <p14:creationId xmlns:p14="http://schemas.microsoft.com/office/powerpoint/2010/main" val="4152194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6" r:id="rId12"/>
    <p:sldLayoutId id="2147483927" r:id="rId13"/>
    <p:sldLayoutId id="2147483928" r:id="rId14"/>
    <p:sldLayoutId id="2147483929" r:id="rId15"/>
    <p:sldLayoutId id="2147483930" r:id="rId16"/>
    <p:sldLayoutId id="2147483931" r:id="rId17"/>
    <p:sldLayoutId id="2147483933" r:id="rId18"/>
    <p:sldLayoutId id="2147483934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Dharmony M" panose="02020603020101020101" pitchFamily="18" charset="-127"/>
          <a:ea typeface="HDharmony M" panose="0202060302010102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Dharmony M" panose="02020603020101020101" pitchFamily="18" charset="-127"/>
          <a:ea typeface="HDharmony M" panose="02020603020101020101" pitchFamily="18" charset="-127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Dharmony M" panose="02020603020101020101" pitchFamily="18" charset="-127"/>
          <a:ea typeface="HDharmony M" panose="02020603020101020101" pitchFamily="18" charset="-127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Dharmony M" panose="02020603020101020101" pitchFamily="18" charset="-127"/>
          <a:ea typeface="HDharmony M" panose="02020603020101020101" pitchFamily="18" charset="-127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Dharmony M" panose="02020603020101020101" pitchFamily="18" charset="-127"/>
          <a:ea typeface="HDharmony M" panose="02020603020101020101" pitchFamily="18" charset="-127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Dharmony M" panose="02020603020101020101" pitchFamily="18" charset="-127"/>
          <a:ea typeface="HDharmony M" panose="02020603020101020101" pitchFamily="18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Gerade Verbindung 13"/>
          <p:cNvCxnSpPr/>
          <p:nvPr/>
        </p:nvCxnSpPr>
        <p:spPr>
          <a:xfrm flipV="1">
            <a:off x="332357" y="6389964"/>
            <a:ext cx="9237720" cy="2637"/>
          </a:xfrm>
          <a:prstGeom prst="line">
            <a:avLst/>
          </a:prstGeom>
          <a:ln w="6350" cmpd="sng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15"/>
          <p:cNvCxnSpPr/>
          <p:nvPr/>
        </p:nvCxnSpPr>
        <p:spPr>
          <a:xfrm flipV="1">
            <a:off x="332357" y="642811"/>
            <a:ext cx="9237720" cy="776"/>
          </a:xfrm>
          <a:prstGeom prst="line">
            <a:avLst/>
          </a:prstGeom>
          <a:ln w="6350" cmpd="sng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Bild 18" descr="Hyundai_Logo.png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6627" y="6535766"/>
            <a:ext cx="1329352" cy="180251"/>
          </a:xfrm>
          <a:prstGeom prst="rect">
            <a:avLst/>
          </a:prstGeom>
        </p:spPr>
      </p:pic>
      <p:sp>
        <p:nvSpPr>
          <p:cNvPr id="20" name="Textplatzhalter 2"/>
          <p:cNvSpPr>
            <a:spLocks noGrp="1"/>
          </p:cNvSpPr>
          <p:nvPr>
            <p:ph type="body" idx="1"/>
          </p:nvPr>
        </p:nvSpPr>
        <p:spPr>
          <a:xfrm>
            <a:off x="333492" y="1567281"/>
            <a:ext cx="9237720" cy="457123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ko-KR" altLang="en-US" noProof="0"/>
              <a:t>소제목</a:t>
            </a:r>
            <a:r>
              <a:rPr lang="en-US" noProof="0"/>
              <a:t> </a:t>
            </a:r>
            <a:r>
              <a:rPr lang="ko-KR" altLang="en-US" noProof="0"/>
              <a:t> </a:t>
            </a:r>
            <a:endParaRPr lang="en-US" noProof="0"/>
          </a:p>
          <a:p>
            <a:pPr lvl="2"/>
            <a:r>
              <a:rPr lang="ko-KR" altLang="en-US" noProof="0"/>
              <a:t>본문</a:t>
            </a:r>
            <a:endParaRPr lang="en-US" altLang="ko-KR" noProof="0"/>
          </a:p>
          <a:p>
            <a:pPr lvl="2"/>
            <a:r>
              <a:rPr lang="ko-KR" altLang="en-US" noProof="0"/>
              <a:t>본문 </a:t>
            </a:r>
            <a:endParaRPr lang="en-US" altLang="ko-KR" noProof="0"/>
          </a:p>
          <a:p>
            <a:pPr lvl="2"/>
            <a:r>
              <a:rPr lang="ko-KR" altLang="en-US" noProof="0"/>
              <a:t>본문 </a:t>
            </a:r>
            <a:endParaRPr lang="en-US" altLang="ko-KR" noProof="0"/>
          </a:p>
          <a:p>
            <a:pPr lvl="2"/>
            <a:r>
              <a:rPr lang="ko-KR" altLang="en-US" noProof="0"/>
              <a:t>본문</a:t>
            </a:r>
            <a:endParaRPr lang="en-US" noProof="0"/>
          </a:p>
        </p:txBody>
      </p:sp>
      <p:sp>
        <p:nvSpPr>
          <p:cNvPr id="21" name="Datumsplatzhalter 3"/>
          <p:cNvSpPr>
            <a:spLocks noGrp="1"/>
          </p:cNvSpPr>
          <p:nvPr>
            <p:ph type="dt" sz="half" idx="2"/>
          </p:nvPr>
        </p:nvSpPr>
        <p:spPr>
          <a:xfrm>
            <a:off x="1000479" y="6487165"/>
            <a:ext cx="1293749" cy="12958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 kern="400" baseline="0">
                <a:solidFill>
                  <a:schemeClr val="tx1"/>
                </a:solidFill>
                <a:latin typeface="현대산스 Head" panose="020B0600000101010101" pitchFamily="50" charset="-127"/>
                <a:ea typeface="현대산스 Head" panose="020B0600000101010101" pitchFamily="50" charset="-127"/>
                <a:cs typeface="현대산스 Head" panose="020B0600000101010101" pitchFamily="50" charset="-127"/>
              </a:defRPr>
            </a:lvl1pPr>
          </a:lstStyle>
          <a:p>
            <a:pPr defTabSz="478774" latinLnBrk="0"/>
            <a:fld id="{A1FB7EC4-F664-4115-B1DE-93522EE7D5B8}" type="datetime4">
              <a:rPr lang="en-US" altLang="ko-KR" smtClean="0">
                <a:solidFill>
                  <a:prstClr val="black"/>
                </a:solidFill>
              </a:rPr>
              <a:pPr defTabSz="478774" latinLnBrk="0"/>
              <a:t>October 29, 2026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2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33496" y="6487165"/>
            <a:ext cx="587163" cy="12958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 kern="400" baseline="0">
                <a:solidFill>
                  <a:schemeClr val="tx1"/>
                </a:solidFill>
                <a:latin typeface="현대산스 Head Medium" panose="020B0600000101010101" pitchFamily="50" charset="-127"/>
                <a:ea typeface="현대산스 Head Medium" panose="020B0600000101010101" pitchFamily="50" charset="-127"/>
                <a:cs typeface="현대산스 Head Medium" panose="020B0600000101010101" pitchFamily="50" charset="-127"/>
              </a:defRPr>
            </a:lvl1pPr>
          </a:lstStyle>
          <a:p>
            <a:pPr defTabSz="478774" latinLnBrk="0"/>
            <a:fld id="{DD317690-C5EB-F34F-B036-C349E52C6879}" type="slidenum">
              <a:rPr lang="de-DE" smtClean="0">
                <a:solidFill>
                  <a:prstClr val="black"/>
                </a:solidFill>
              </a:rPr>
              <a:pPr defTabSz="478774" latinLnBrk="0"/>
              <a:t>‹#›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24" name="Titelplatzhalter 1"/>
          <p:cNvSpPr>
            <a:spLocks noGrp="1"/>
          </p:cNvSpPr>
          <p:nvPr>
            <p:ph type="title"/>
          </p:nvPr>
        </p:nvSpPr>
        <p:spPr>
          <a:xfrm>
            <a:off x="326822" y="216487"/>
            <a:ext cx="9237720" cy="27753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ko-KR" altLang="en-US" noProof="0"/>
              <a:t>제목</a:t>
            </a:r>
            <a:r>
              <a:rPr lang="en-US" altLang="ko-KR" noProof="0"/>
              <a:t> </a:t>
            </a:r>
            <a:endParaRPr lang="en-US" noProof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21036C-A738-04C5-83C7-C2C0123640A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54276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document is protected as Hyundai Motor's intellectual property under relevant laws and regulations</a:t>
            </a:r>
          </a:p>
        </p:txBody>
      </p:sp>
    </p:spTree>
    <p:extLst>
      <p:ext uri="{BB962C8B-B14F-4D97-AF65-F5344CB8AC3E}">
        <p14:creationId xmlns:p14="http://schemas.microsoft.com/office/powerpoint/2010/main" val="3670650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4200" r:id="rId2"/>
    <p:sldLayoutId id="2147484201" r:id="rId3"/>
    <p:sldLayoutId id="2147484202" r:id="rId4"/>
    <p:sldLayoutId id="2147484203" r:id="rId5"/>
    <p:sldLayoutId id="2147484204" r:id="rId6"/>
    <p:sldLayoutId id="2147484205" r:id="rId7"/>
    <p:sldLayoutId id="2147484206" r:id="rId8"/>
    <p:sldLayoutId id="2147484207" r:id="rId9"/>
    <p:sldLayoutId id="2147484208" r:id="rId10"/>
    <p:sldLayoutId id="2147484209" r:id="rId11"/>
    <p:sldLayoutId id="2147484210" r:id="rId12"/>
  </p:sldLayoutIdLst>
  <p:hf hdr="0"/>
  <p:txStyles>
    <p:titleStyle>
      <a:lvl1pPr algn="l" defTabSz="478774" rtl="0" eaLnBrk="1" latinLnBrk="1" hangingPunct="1">
        <a:spcBef>
          <a:spcPct val="0"/>
        </a:spcBef>
        <a:buNone/>
        <a:defRPr sz="2200" b="0" i="0" kern="400" baseline="0">
          <a:solidFill>
            <a:schemeClr val="tx1"/>
          </a:solidFill>
          <a:latin typeface="+mj-ea"/>
          <a:ea typeface="+mj-ea"/>
          <a:cs typeface="현대산스 Head Medium" panose="020B0600000101010101" pitchFamily="50" charset="-127"/>
        </a:defRPr>
      </a:lvl1pPr>
    </p:titleStyle>
    <p:bodyStyle>
      <a:lvl1pPr marL="0" indent="0" algn="l" defTabSz="478774" rtl="0" eaLnBrk="1" latinLnBrk="1" hangingPunct="1">
        <a:spcBef>
          <a:spcPct val="20000"/>
        </a:spcBef>
        <a:buFontTx/>
        <a:buNone/>
        <a:defRPr sz="1800" b="0" i="0" kern="400" baseline="0">
          <a:solidFill>
            <a:schemeClr val="tx1"/>
          </a:solidFill>
          <a:latin typeface="+mj-ea"/>
          <a:ea typeface="+mj-ea"/>
          <a:cs typeface="HyundaiSans Head KR OTF Medium" pitchFamily="34" charset="-127"/>
        </a:defRPr>
      </a:lvl1pPr>
      <a:lvl2pPr marL="261132" indent="-261132" algn="l" defTabSz="478774" rtl="0" eaLnBrk="1" latinLnBrk="1" hangingPunct="1">
        <a:spcBef>
          <a:spcPct val="20000"/>
        </a:spcBef>
        <a:buFont typeface="Arial"/>
        <a:buChar char="•"/>
        <a:defRPr sz="1800" b="0" i="0" kern="400" baseline="0">
          <a:solidFill>
            <a:schemeClr val="tx1"/>
          </a:solidFill>
          <a:latin typeface="현대산스 Text" panose="020B0600000101010101" pitchFamily="50" charset="-127"/>
          <a:ea typeface="현대산스 Text" panose="020B0600000101010101" pitchFamily="50" charset="-127"/>
          <a:cs typeface="현대산스 Text" panose="020B0600000101010101" pitchFamily="50" charset="-127"/>
        </a:defRPr>
      </a:lvl2pPr>
      <a:lvl3pPr marL="261132" indent="-261132" algn="l" defTabSz="478774" rtl="0" eaLnBrk="1" latinLnBrk="1" hangingPunct="1">
        <a:spcBef>
          <a:spcPct val="20000"/>
        </a:spcBef>
        <a:buFont typeface="Arial" panose="020B0604020202020204" pitchFamily="34" charset="0"/>
        <a:buChar char="•"/>
        <a:defRPr sz="1800" b="0" i="0" kern="400" baseline="0">
          <a:solidFill>
            <a:schemeClr val="tx1"/>
          </a:solidFill>
          <a:latin typeface="+mn-ea"/>
          <a:ea typeface="+mn-ea"/>
          <a:cs typeface="현대산스 Head" panose="020B0600000101010101" pitchFamily="50" charset="-127"/>
        </a:defRPr>
      </a:lvl3pPr>
      <a:lvl4pPr marL="261132" indent="-261132" algn="l" defTabSz="478774" rtl="0" eaLnBrk="1" latinLnBrk="1" hangingPunct="1">
        <a:spcBef>
          <a:spcPct val="20000"/>
        </a:spcBef>
        <a:buFont typeface="Arial"/>
        <a:buChar char="•"/>
        <a:defRPr sz="1800" b="0" i="0" kern="400" baseline="0">
          <a:solidFill>
            <a:schemeClr val="tx1"/>
          </a:solidFill>
          <a:latin typeface="현대산스 Text" panose="020B0600000101010101" pitchFamily="50" charset="-127"/>
          <a:ea typeface="현대산스 Text" panose="020B0600000101010101" pitchFamily="50" charset="-127"/>
          <a:cs typeface="현대산스 Text" panose="020B0600000101010101" pitchFamily="50" charset="-127"/>
        </a:defRPr>
      </a:lvl4pPr>
      <a:lvl5pPr marL="261132" indent="-261132" algn="l" defTabSz="478774" rtl="0" eaLnBrk="1" latinLnBrk="1" hangingPunct="1">
        <a:spcBef>
          <a:spcPct val="20000"/>
        </a:spcBef>
        <a:buFont typeface="Arial"/>
        <a:buChar char="•"/>
        <a:defRPr sz="1800" b="0" i="0" kern="400" baseline="0">
          <a:solidFill>
            <a:schemeClr val="tx1"/>
          </a:solidFill>
          <a:latin typeface="현대산스 Text" panose="020B0600000101010101" pitchFamily="50" charset="-127"/>
          <a:ea typeface="현대산스 Text" panose="020B0600000101010101" pitchFamily="50" charset="-127"/>
          <a:cs typeface="현대산스 Text" panose="020B0600000101010101" pitchFamily="50" charset="-127"/>
        </a:defRPr>
      </a:lvl5pPr>
      <a:lvl6pPr marL="2633258" indent="-239387" algn="l" defTabSz="478774" rtl="0" eaLnBrk="1" latinLnBrk="1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031" indent="-239387" algn="l" defTabSz="478774" rtl="0" eaLnBrk="1" latinLnBrk="1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0806" indent="-239387" algn="l" defTabSz="478774" rtl="0" eaLnBrk="1" latinLnBrk="1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69581" indent="-239387" algn="l" defTabSz="478774" rtl="0" eaLnBrk="1" latinLnBrk="1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7877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774" algn="l" defTabSz="47877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548" algn="l" defTabSz="47877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322" algn="l" defTabSz="47877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097" algn="l" defTabSz="47877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3869" algn="l" defTabSz="47877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2644" algn="l" defTabSz="47877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1420" algn="l" defTabSz="47877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0193" algn="l" defTabSz="47877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/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41041454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425" imgH="426" progId="TCLayout.ActiveDocument.1">
                  <p:embed/>
                </p:oleObj>
              </mc:Choice>
              <mc:Fallback>
                <p:oleObj name="think-cell Slide" r:id="rId17" imgW="425" imgH="426" progId="TCLayout.ActiveDocument.1">
                  <p:embed/>
                  <p:pic>
                    <p:nvPicPr>
                      <p:cNvPr id="8" name="think-cell data - do not delete" hidden="1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AA27C92-D357-42F2-B100-27888EFEE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072349-8723-484A-B358-CD626BD41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F66E0E-75CF-40D8-8549-7EC9629B1E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DF5ECB-0DD7-44F3-96B3-85EBD050FA00}" type="datetimeFigureOut">
              <a:rPr kumimoji="0" lang="ko-KR" altLang="en-US" sz="97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2026-10-29</a:t>
            </a:fld>
            <a:endParaRPr kumimoji="0" lang="ko-KR" altLang="en-US" sz="9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56642F-7796-4F78-BE8F-E2678E7D6E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3E9102-101B-4611-9B82-80C724BA5B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E845DD-6913-4468-94B9-32E0FD6DB945}" type="slidenum">
              <a:rPr kumimoji="0" lang="ko-KR" altLang="en-US" sz="97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9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0BF8D6-228C-D6E7-B5D9-CF696CBC185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85391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</a:rPr>
              <a:t>This document is legally protected as confidential information of Hyundai Motor and is subject to non-disclosure agreements with your company and applicable laws.</a:t>
            </a:r>
          </a:p>
        </p:txBody>
      </p:sp>
    </p:spTree>
    <p:extLst>
      <p:ext uri="{BB962C8B-B14F-4D97-AF65-F5344CB8AC3E}">
        <p14:creationId xmlns:p14="http://schemas.microsoft.com/office/powerpoint/2010/main" val="2155465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4" r:id="rId1"/>
    <p:sldLayoutId id="2147484235" r:id="rId2"/>
    <p:sldLayoutId id="2147484236" r:id="rId3"/>
    <p:sldLayoutId id="2147484237" r:id="rId4"/>
    <p:sldLayoutId id="2147484238" r:id="rId5"/>
    <p:sldLayoutId id="2147484239" r:id="rId6"/>
    <p:sldLayoutId id="2147484240" r:id="rId7"/>
    <p:sldLayoutId id="2147484241" r:id="rId8"/>
    <p:sldLayoutId id="2147484242" r:id="rId9"/>
    <p:sldLayoutId id="2147484243" r:id="rId10"/>
    <p:sldLayoutId id="2147484244" r:id="rId11"/>
    <p:sldLayoutId id="2147484245" r:id="rId12"/>
    <p:sldLayoutId id="2147484246" r:id="rId13"/>
    <p:sldLayoutId id="2147484247" r:id="rId14"/>
  </p:sldLayoutIdLst>
  <p:txStyles>
    <p:titleStyle>
      <a:lvl1pPr algn="l" defTabSz="742950" rtl="0" eaLnBrk="1" latinLnBrk="1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1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notesSlide" Target="../notesSlides/notesSlide7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slideLayout" Target="../slideLayouts/slideLayout6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image" Target="../media/image11.emf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oleObject" Target="../embeddings/oleObject3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4.x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3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hyundaimotorapac.sharepoint.com/:x:/s/TIG/EcMA5vxXH8hEnRN7h6NKdrwB2dNPUZvYIyF8OsWW9nLlrA?e=zJryZV" TargetMode="Externa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83.xml"/><Relationship Id="rId1" Type="http://schemas.openxmlformats.org/officeDocument/2006/relationships/tags" Target="../tags/tag15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4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0.png"/><Relationship Id="rId3" Type="http://schemas.openxmlformats.org/officeDocument/2006/relationships/notesSlide" Target="../notesSlides/notesSlide15.xml"/><Relationship Id="rId7" Type="http://schemas.openxmlformats.org/officeDocument/2006/relationships/hyperlink" Target="https://hyundaimotorapac.sharepoint.com/:x:/s/SDFProcess/EVNmTDqdjWlCgrs-Qt0G978BA07kGeEl9ZoNjnhUx1Es6Q?e=AyHFGc" TargetMode="External"/><Relationship Id="rId12" Type="http://schemas.openxmlformats.org/officeDocument/2006/relationships/image" Target="../media/image19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6.xml"/><Relationship Id="rId6" Type="http://schemas.openxmlformats.org/officeDocument/2006/relationships/image" Target="../media/image15.png"/><Relationship Id="rId11" Type="http://schemas.openxmlformats.org/officeDocument/2006/relationships/image" Target="../media/image18.png"/><Relationship Id="rId5" Type="http://schemas.openxmlformats.org/officeDocument/2006/relationships/image" Target="../media/image11.emf"/><Relationship Id="rId10" Type="http://schemas.openxmlformats.org/officeDocument/2006/relationships/image" Target="../media/image17.png"/><Relationship Id="rId4" Type="http://schemas.openxmlformats.org/officeDocument/2006/relationships/oleObject" Target="../embeddings/oleObject5.bin"/><Relationship Id="rId9" Type="http://schemas.openxmlformats.org/officeDocument/2006/relationships/hyperlink" Target="http://10.107.108.136/Thingworx/Runtime/index.html#master=A61&amp;mashup=A61_OEE_V9" TargetMode="Externa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hyperlink" Target="https://hyundaimotorapac.sharepoint.com/:w:/r/sites/MobileRobotTIG/_layouts/15/Doc.aspx?sourcedoc=%7BB9F032FF-0FF9-498C-BE3C-37E91DF96F0D%7D&amp;file=R06.2%20User%20Guide.docx&amp;action=default&amp;mobileredirect=true" TargetMode="External"/><Relationship Id="rId7" Type="http://schemas.openxmlformats.org/officeDocument/2006/relationships/oleObject" Target="../embeddings/oleObject6.bin"/><Relationship Id="rId12" Type="http://schemas.openxmlformats.org/officeDocument/2006/relationships/image" Target="../media/image27.emf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jpeg"/><Relationship Id="rId11" Type="http://schemas.openxmlformats.org/officeDocument/2006/relationships/oleObject" Target="../embeddings/oleObject8.bin"/><Relationship Id="rId5" Type="http://schemas.openxmlformats.org/officeDocument/2006/relationships/image" Target="../media/image23.jpeg"/><Relationship Id="rId10" Type="http://schemas.openxmlformats.org/officeDocument/2006/relationships/image" Target="../media/image26.emf"/><Relationship Id="rId4" Type="http://schemas.openxmlformats.org/officeDocument/2006/relationships/image" Target="../media/image22.png"/><Relationship Id="rId9" Type="http://schemas.openxmlformats.org/officeDocument/2006/relationships/oleObject" Target="../embeddings/oleObject7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hyperlink" Target="https://hyundaimotorapac.sharepoint.com/:w:/s/AssemblyTFT/EZFqZVC6NNVFpkVSVH_-TXABNkJwSkh7dfN5jIDeIzphrQ?e=8roGc9" TargetMode="External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29.png"/><Relationship Id="rId12" Type="http://schemas.openxmlformats.org/officeDocument/2006/relationships/hyperlink" Target="https://hyundaimotorapac.sharepoint.com/:w:/s/AssemblyTFT/EQcQ7kvID9pEuhh8kmv51gsBi0tTTrCJ9Fl3t0O54Kk4aw?e=knlW1W" TargetMode="Externa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11.emf"/><Relationship Id="rId15" Type="http://schemas.openxmlformats.org/officeDocument/2006/relationships/hyperlink" Target="https://hyundaimotorapac.sharepoint.com/sites/SDFProcess" TargetMode="External"/><Relationship Id="rId10" Type="http://schemas.openxmlformats.org/officeDocument/2006/relationships/image" Target="../media/image32.png"/><Relationship Id="rId4" Type="http://schemas.openxmlformats.org/officeDocument/2006/relationships/oleObject" Target="../embeddings/oleObject5.bin"/><Relationship Id="rId9" Type="http://schemas.openxmlformats.org/officeDocument/2006/relationships/image" Target="../media/image31.png"/><Relationship Id="rId14" Type="http://schemas.openxmlformats.org/officeDocument/2006/relationships/hyperlink" Target="https://hyundaimotorapac.sharepoint.com/:w:/s/AssemblyTFT/EdZRJF-oOVFFhZO7W243_7gBjky1HzSm57bSKJj--16lPw?e=63wMP8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34.emf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8.xml"/><Relationship Id="rId6" Type="http://schemas.openxmlformats.org/officeDocument/2006/relationships/package" Target="../embeddings/Microsoft_Excel_Worksheet_81EB8624.xlsx"/><Relationship Id="rId5" Type="http://schemas.openxmlformats.org/officeDocument/2006/relationships/image" Target="../media/image11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D5CDC9-11C4-9487-C2B5-3D4BDBB4F8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510" y="6411899"/>
            <a:ext cx="3411209" cy="324181"/>
          </a:xfrm>
        </p:spPr>
        <p:txBody>
          <a:bodyPr/>
          <a:lstStyle/>
          <a:p>
            <a:r>
              <a:rPr lang="en-US"/>
              <a:t>SDF Transformation Center</a:t>
            </a:r>
            <a:endParaRPr lang="en-SG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455139E-3C19-BCD8-B0A8-255B1CA630C8}"/>
              </a:ext>
            </a:extLst>
          </p:cNvPr>
          <p:cNvSpPr txBox="1">
            <a:spLocks/>
          </p:cNvSpPr>
          <p:nvPr/>
        </p:nvSpPr>
        <p:spPr>
          <a:xfrm>
            <a:off x="102037" y="2204720"/>
            <a:ext cx="9701926" cy="140468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>
                    <a:lumMod val="95000"/>
                  </a:schemeClr>
                </a:solidFill>
                <a:latin typeface="Hyundai Sans Text KR Bold" panose="020B0600000101010101" pitchFamily="34" charset="-127"/>
                <a:ea typeface="Hyundai Sans Text KR Bold" panose="020B0600000101010101" pitchFamily="34" charset="-127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Hyundai Sans Head KR Bold" panose="020B0600000101010101" pitchFamily="34" charset="-127"/>
                <a:ea typeface="Hyundai Sans Head KR Bold" panose="020B0600000101010101" pitchFamily="34" charset="-127"/>
                <a:cs typeface="+mj-cs"/>
              </a:rPr>
              <a:t>SDF Stage Gate </a:t>
            </a:r>
            <a:r>
              <a:rPr lang="en-US" sz="4800">
                <a:solidFill>
                  <a:prstClr val="white">
                    <a:lumMod val="95000"/>
                  </a:prstClr>
                </a:solidFill>
                <a:latin typeface="Hyundai Sans Head KR Bold" panose="020B0600000101010101" pitchFamily="34" charset="-127"/>
                <a:ea typeface="Hyundai Sans Head KR Bold" panose="020B0600000101010101" pitchFamily="34" charset="-127"/>
              </a:rPr>
              <a:t>Document</a:t>
            </a:r>
            <a:endParaRPr kumimoji="0" lang="en-SG" sz="28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Hyundai Sans Head KR Bold" panose="020B0600000101010101" pitchFamily="34" charset="-127"/>
              <a:ea typeface="Hyundai Sans Head KR Bold" panose="020B0600000101010101" pitchFamily="34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16768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58C6F-EA75-A3B8-4891-620A37AA9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B16563-DD3E-1551-EAD3-468347286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48" y="271681"/>
            <a:ext cx="9732272" cy="405179"/>
          </a:xfrm>
        </p:spPr>
        <p:txBody>
          <a:bodyPr/>
          <a:lstStyle/>
          <a:p>
            <a:r>
              <a:rPr lang="en-US" sz="2400">
                <a:latin typeface="HDharmony B" panose="02020603020101020101" pitchFamily="18" charset="-127"/>
                <a:ea typeface="HDharmony B" panose="02020603020101020101" pitchFamily="18" charset="-127"/>
              </a:rPr>
              <a:t>App stage-gating checklist</a:t>
            </a:r>
            <a:endParaRPr lang="en-SG" sz="2400">
              <a:latin typeface="HDharmony B" panose="02020603020101020101" pitchFamily="18" charset="-127"/>
              <a:ea typeface="HDharmony B" panose="02020603020101020101" pitchFamily="18" charset="-127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668B00-2AC3-63FC-9D92-87D57F4646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448" y="66130"/>
            <a:ext cx="3648075" cy="238125"/>
          </a:xfrm>
        </p:spPr>
        <p:txBody>
          <a:bodyPr/>
          <a:lstStyle/>
          <a:p>
            <a:r>
              <a:rPr lang="en-US"/>
              <a:t>CHECKLIST</a:t>
            </a:r>
          </a:p>
        </p:txBody>
      </p:sp>
      <p:graphicFrame>
        <p:nvGraphicFramePr>
          <p:cNvPr id="2" name="Group 77">
            <a:extLst>
              <a:ext uri="{FF2B5EF4-FFF2-40B4-BE49-F238E27FC236}">
                <a16:creationId xmlns:a16="http://schemas.microsoft.com/office/drawing/2014/main" id="{54D755E8-049C-EC38-0D45-BCF0B22338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653234"/>
              </p:ext>
            </p:extLst>
          </p:nvPr>
        </p:nvGraphicFramePr>
        <p:xfrm>
          <a:off x="46085" y="676860"/>
          <a:ext cx="9813830" cy="6144402"/>
        </p:xfrm>
        <a:graphic>
          <a:graphicData uri="http://schemas.openxmlformats.org/drawingml/2006/table">
            <a:tbl>
              <a:tblPr/>
              <a:tblGrid>
                <a:gridCol w="395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4988">
                  <a:extLst>
                    <a:ext uri="{9D8B030D-6E8A-4147-A177-3AD203B41FA5}">
                      <a16:colId xmlns:a16="http://schemas.microsoft.com/office/drawing/2014/main" val="575288337"/>
                    </a:ext>
                  </a:extLst>
                </a:gridCol>
                <a:gridCol w="316675">
                  <a:extLst>
                    <a:ext uri="{9D8B030D-6E8A-4147-A177-3AD203B41FA5}">
                      <a16:colId xmlns:a16="http://schemas.microsoft.com/office/drawing/2014/main" val="1009336077"/>
                    </a:ext>
                  </a:extLst>
                </a:gridCol>
                <a:gridCol w="6016836">
                  <a:extLst>
                    <a:ext uri="{9D8B030D-6E8A-4147-A177-3AD203B41FA5}">
                      <a16:colId xmlns:a16="http://schemas.microsoft.com/office/drawing/2014/main" val="1295048421"/>
                    </a:ext>
                  </a:extLst>
                </a:gridCol>
                <a:gridCol w="780169">
                  <a:extLst>
                    <a:ext uri="{9D8B030D-6E8A-4147-A177-3AD203B41FA5}">
                      <a16:colId xmlns:a16="http://schemas.microsoft.com/office/drawing/2014/main" val="1853853296"/>
                    </a:ext>
                  </a:extLst>
                </a:gridCol>
                <a:gridCol w="829331">
                  <a:extLst>
                    <a:ext uri="{9D8B030D-6E8A-4147-A177-3AD203B41FA5}">
                      <a16:colId xmlns:a16="http://schemas.microsoft.com/office/drawing/2014/main" val="2713186653"/>
                    </a:ext>
                  </a:extLst>
                </a:gridCol>
              </a:tblGrid>
              <a:tr h="25415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1" lang="en-US" altLang="ko-KR" sz="1000" kern="400" spc="-3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Level</a:t>
                      </a:r>
                      <a:endParaRPr kumimoji="1" lang="ko-KR" altLang="en-US" sz="1000" kern="400" spc="-3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1" lang="en-US" altLang="ko-KR" sz="1000" kern="400" spc="-3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Stage</a:t>
                      </a:r>
                      <a:endParaRPr kumimoji="1" lang="ko-KR" altLang="en-US" sz="1000" kern="400" spc="-3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1" lang="en-US" altLang="ko-KR" sz="1000" kern="400" spc="-3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No</a:t>
                      </a:r>
                      <a:endParaRPr kumimoji="1" lang="ko-KR" altLang="en-US" sz="1000" kern="400" spc="-3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1" lang="en-US" altLang="ko-KR" sz="1000" kern="400" spc="-3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Deliverables</a:t>
                      </a:r>
                      <a:endParaRPr kumimoji="1" lang="ko-KR" altLang="en-US" sz="1000" kern="400" spc="-3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1" lang="en-US" altLang="ko-KR" sz="1000" kern="400" spc="-3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Checklist</a:t>
                      </a:r>
                      <a:endParaRPr kumimoji="1" lang="ko-KR" altLang="en-US" sz="1000" kern="400" spc="-3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1" lang="en-US" altLang="ko-KR" sz="1000" kern="400" spc="-3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Status</a:t>
                      </a:r>
                      <a:endParaRPr kumimoji="1" lang="ko-KR" altLang="en-US" sz="1000" kern="400" spc="-3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005968"/>
                  </a:ext>
                </a:extLst>
              </a:tr>
              <a:tr h="173411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400" b="1" kern="400" spc="-3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060"/>
                          </a:solidFill>
                          <a:latin typeface="+mn-ea"/>
                          <a:ea typeface="+mn-ea"/>
                          <a:cs typeface="+mn-cs"/>
                        </a:rPr>
                        <a:t>L0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400" b="1" kern="400" spc="-3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060"/>
                          </a:solidFill>
                          <a:latin typeface="+mn-ea"/>
                          <a:ea typeface="+mn-ea"/>
                          <a:cs typeface="+mn-cs"/>
                        </a:rPr>
                        <a:t>Project Ideation</a:t>
                      </a:r>
                      <a:endParaRPr kumimoji="1" lang="en-US" altLang="ko-KR" sz="1400" kern="400" spc="-3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kern="400" spc="-3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kern="400" spc="-2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1-pager for title &amp; description, pain points, solution, </a:t>
                      </a:r>
                      <a:r>
                        <a:rPr kumimoji="1" lang="en-US" altLang="ko-KR" sz="1000" kern="400" spc="-20" baseline="0" noProof="0" err="1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etc</a:t>
                      </a:r>
                      <a:r>
                        <a:rPr kumimoji="1" lang="en-US" altLang="ko-KR" sz="1000" kern="400" spc="-2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 for an use case idea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400" cap="none" spc="-30" normalizeH="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4EA72E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●</a:t>
                      </a: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400" cap="none" spc="-30" normalizeH="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4EA72E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Pass</a:t>
                      </a:r>
                    </a:p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400" cap="none" spc="-30" normalizeH="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4EA72E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en-US" altLang="ko-KR" sz="1000" b="0" i="0" u="none" strike="noStrike" kern="400" cap="none" spc="-30" normalizeH="0" baseline="3000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4EA72E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nd</a:t>
                      </a:r>
                      <a:r>
                        <a:rPr kumimoji="1" lang="en-US" altLang="ko-KR" sz="1000" b="0" i="0" u="none" strike="noStrike" kern="400" cap="none" spc="-30" normalizeH="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4EA72E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Jan 2025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001713"/>
                  </a:ext>
                </a:extLst>
              </a:tr>
              <a:tr h="17341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400" b="1" kern="400" spc="-3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2060"/>
                        </a:solidFill>
                        <a:latin typeface="Hyundai Sans Text Pro Regular" panose="020B0504040000000000" pitchFamily="34" charset="-127"/>
                        <a:ea typeface="Hyundai Sans Text Pro Regular" panose="020B0504040000000000" pitchFamily="34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400" kern="400" spc="-3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FF"/>
                        </a:solidFill>
                        <a:latin typeface="Hyundai Sans Text Pro Regular" panose="020B0504040000000000" pitchFamily="34" charset="-127"/>
                        <a:ea typeface="Hyundai Sans Text Pro Regular" panose="020B0504040000000000" pitchFamily="34" charset="-127"/>
                        <a:cs typeface="+mn-cs"/>
                      </a:endParaRPr>
                    </a:p>
                  </a:txBody>
                  <a:tcPr marL="0" marR="7200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kern="400" spc="-3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kern="400" spc="-2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Area of Impact in the Value Stream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3350339"/>
                  </a:ext>
                </a:extLst>
              </a:tr>
              <a:tr h="17341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400" b="1" kern="400" spc="-3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2060"/>
                        </a:solidFill>
                        <a:latin typeface="Hyundai Sans Text Pro Regular" panose="020B0504040000000000" pitchFamily="34" charset="-127"/>
                        <a:ea typeface="Hyundai Sans Text Pro Regular" panose="020B0504040000000000" pitchFamily="34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400" kern="400" spc="-3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FF"/>
                        </a:solidFill>
                        <a:latin typeface="Hyundai Sans Text Pro Regular" panose="020B0504040000000000" pitchFamily="34" charset="-127"/>
                        <a:ea typeface="Hyundai Sans Text Pro Regular" panose="020B0504040000000000" pitchFamily="34" charset="-127"/>
                        <a:cs typeface="+mn-cs"/>
                      </a:endParaRPr>
                    </a:p>
                  </a:txBody>
                  <a:tcPr marL="0" marR="7200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kern="400" spc="-3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kern="400" spc="-2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Estimated Financial Impact [Top-Down: P&amp;L </a:t>
                      </a:r>
                      <a:r>
                        <a:rPr kumimoji="1" lang="en-US" altLang="ko-KR" sz="1000" b="0" kern="400" spc="-2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  <a:sym typeface="Wingdings" panose="05000000000000000000" pitchFamily="2" charset="2"/>
                        </a:rPr>
                        <a:t> KPI Tree  Cost]</a:t>
                      </a:r>
                      <a:endParaRPr kumimoji="1" lang="en-US" altLang="ko-KR" sz="1000" b="0" kern="400" spc="-2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2C5F"/>
                        </a:solidFill>
                        <a:latin typeface="+mn-lt"/>
                        <a:ea typeface="Hyundai Sans Text Pro Regular" panose="020B0504040000000000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000737"/>
                  </a:ext>
                </a:extLst>
              </a:tr>
              <a:tr h="173411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400" b="1" kern="400" spc="-3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060"/>
                          </a:solidFill>
                          <a:latin typeface="+mn-ea"/>
                          <a:ea typeface="+mn-ea"/>
                          <a:cs typeface="+mn-cs"/>
                        </a:rPr>
                        <a:t>L1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400" b="1" kern="400" spc="-3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060"/>
                          </a:solidFill>
                          <a:latin typeface="+mn-ea"/>
                          <a:ea typeface="+mn-ea"/>
                          <a:cs typeface="+mn-cs"/>
                        </a:rPr>
                        <a:t>Project Governance</a:t>
                      </a:r>
                      <a:endParaRPr kumimoji="1" lang="en-US" altLang="ko-KR" sz="1400" kern="400" spc="-3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kern="400" spc="-3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kern="400" spc="-2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Project Team [Champion, Leader(s), Members, Process Owners and Finance]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400" cap="none" spc="-30" normalizeH="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4EA72E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Pass</a:t>
                      </a:r>
                    </a:p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400" cap="none" spc="-30" normalizeH="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4EA72E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kumimoji="1" lang="en-US" altLang="ko-KR" sz="1000" b="0" i="0" u="none" strike="noStrike" kern="400" cap="none" spc="-30" normalizeH="0" baseline="3000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4EA72E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th</a:t>
                      </a:r>
                      <a:r>
                        <a:rPr kumimoji="1" lang="en-US" altLang="ko-KR" sz="1000" b="0" i="0" u="none" strike="noStrike" kern="400" cap="none" spc="-30" normalizeH="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4EA72E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Feb 2025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kern="400" spc="-3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kern="400" spc="-2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Key stakeholders in HMG and Third parties (Eg; Glovis, etc)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3A7D23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059909"/>
                  </a:ext>
                </a:extLst>
              </a:tr>
              <a:tr h="2077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kern="400" spc="-3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kern="400" spc="-2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Project Path to L3 stage gating [Schedule and deliverables]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615970"/>
                  </a:ext>
                </a:extLst>
              </a:tr>
              <a:tr h="173411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400" b="1" kern="400" spc="-3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060"/>
                          </a:solidFill>
                          <a:latin typeface="+mn-ea"/>
                          <a:ea typeface="+mn-ea"/>
                          <a:cs typeface="+mn-cs"/>
                        </a:rPr>
                        <a:t>L2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400" b="1" kern="400" spc="-3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060"/>
                          </a:solidFill>
                          <a:latin typeface="+mn-ea"/>
                          <a:ea typeface="+mn-ea"/>
                          <a:cs typeface="+mn-cs"/>
                        </a:rPr>
                        <a:t>Problem statement &amp;</a:t>
                      </a:r>
                    </a:p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400" b="1" kern="400" spc="-3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060"/>
                          </a:solidFill>
                          <a:latin typeface="+mn-ea"/>
                          <a:ea typeface="+mn-ea"/>
                          <a:cs typeface="+mn-cs"/>
                        </a:rPr>
                        <a:t>Impact</a:t>
                      </a:r>
                      <a:endParaRPr lang="ko-KR" altLang="en-US" sz="1400" kern="1200">
                        <a:ln>
                          <a:solidFill>
                            <a:prstClr val="white">
                              <a:lumMod val="50000"/>
                              <a:alpha val="0"/>
                            </a:prstClr>
                          </a:solidFill>
                        </a:ln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kern="400" spc="-3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kern="400" spc="-2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As-is process map(s) documentation (including pain-point list with financial impact and systems used)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3A7D23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400" cap="none" spc="-30" normalizeH="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4EA72E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Scheduled</a:t>
                      </a:r>
                    </a:p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400" cap="none" spc="-30" normalizeH="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4EA72E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kumimoji="1" lang="en-US" altLang="ko-KR" sz="1000" b="0" i="0" u="none" strike="noStrike" kern="400" cap="none" spc="-30" normalizeH="0" baseline="3000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4EA72E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th</a:t>
                      </a:r>
                      <a:r>
                        <a:rPr kumimoji="1" lang="en-US" altLang="ko-KR" sz="1000" b="0" i="0" u="none" strike="noStrike" kern="400" cap="none" spc="-30" normalizeH="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4EA72E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Mac 2025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392430"/>
                  </a:ext>
                </a:extLst>
              </a:tr>
              <a:tr h="173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kern="400" spc="-3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kern="400" spc="-2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To-be process map(s) documentation (including stakeholder map, solution coverage, design choices, etc.)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708474"/>
                  </a:ext>
                </a:extLst>
              </a:tr>
              <a:tr h="173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kern="400" spc="-3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kern="400" spc="-2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User Stories documentation mapped to ‘To-be’ process map(s)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3A7D23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029973"/>
                  </a:ext>
                </a:extLst>
              </a:tr>
              <a:tr h="173411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kern="400" spc="-3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kern="400" spc="-2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Technology assessment (connectivity test, existing asset inventory, etc.)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770572"/>
                  </a:ext>
                </a:extLst>
              </a:tr>
              <a:tr h="173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kern="400" spc="-3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kern="400" spc="-2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Business Implications (aligned with key stakeholders)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958585"/>
                  </a:ext>
                </a:extLst>
              </a:tr>
              <a:tr h="173411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400" b="1" kern="400" spc="-3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060"/>
                          </a:solidFill>
                          <a:latin typeface="+mn-ea"/>
                          <a:ea typeface="+mn-ea"/>
                          <a:cs typeface="+mn-cs"/>
                        </a:rPr>
                        <a:t>L3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400" b="1" kern="400" spc="-3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060"/>
                          </a:solidFill>
                          <a:latin typeface="+mn-ea"/>
                          <a:ea typeface="+mn-ea"/>
                          <a:cs typeface="+mn-cs"/>
                        </a:rPr>
                        <a:t>Planning</a:t>
                      </a:r>
                    </a:p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Formal Presentation at investment review meeting (if needed)</a:t>
                      </a:r>
                      <a:endParaRPr lang="ko-KR" altLang="en-US" sz="1000" kern="1200">
                        <a:ln>
                          <a:solidFill>
                            <a:prstClr val="white">
                              <a:lumMod val="50000"/>
                              <a:alpha val="0"/>
                            </a:prstClr>
                          </a:solidFill>
                        </a:ln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kern="400" spc="-3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kern="400" spc="-2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Solution architecture design - Conceptual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3A7D23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400" cap="none" spc="-30" normalizeH="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4EA72E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Scheduled</a:t>
                      </a:r>
                    </a:p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400" cap="none" spc="-30" normalizeH="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4EA72E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  <a:r>
                        <a:rPr kumimoji="1" lang="en-US" altLang="ko-KR" sz="1000" b="0" i="0" u="none" strike="noStrike" kern="400" cap="none" spc="-30" normalizeH="0" baseline="3000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4EA72E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th</a:t>
                      </a:r>
                      <a:r>
                        <a:rPr kumimoji="1" lang="en-US" altLang="ko-KR" sz="1000" b="0" i="0" u="none" strike="noStrike" kern="400" cap="none" spc="-30" normalizeH="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4EA72E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April 2025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719823"/>
                  </a:ext>
                </a:extLst>
              </a:tr>
              <a:tr h="173411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kern="400" spc="-3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kern="400" spc="-2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Solution architecture design - Logical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710069"/>
                  </a:ext>
                </a:extLst>
              </a:tr>
              <a:tr h="173411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kern="400" spc="-3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kern="400" spc="-2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Solution architecture design - Physical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699045"/>
                  </a:ext>
                </a:extLst>
              </a:tr>
              <a:tr h="173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kern="400" spc="-3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kern="400" spc="-2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Cost of implementation (one-time &amp; recurring cost)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3A7D23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444007"/>
                  </a:ext>
                </a:extLst>
              </a:tr>
              <a:tr h="173411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kern="400" spc="-3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kern="400" spc="-20" baseline="0" noProof="0" err="1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RoI</a:t>
                      </a:r>
                      <a:r>
                        <a:rPr kumimoji="1" lang="en-US" altLang="ko-KR" sz="1000" b="0" kern="400" spc="-2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 estimate (Target: 6-12 months)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331016"/>
                  </a:ext>
                </a:extLst>
              </a:tr>
              <a:tr h="173589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kern="400" spc="-3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kern="400" spc="-2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Implementation plan (Process / Technology / Organization sprints)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169276"/>
                  </a:ext>
                </a:extLst>
              </a:tr>
              <a:tr h="173411">
                <a:tc rowSpan="9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400" b="1" kern="400" spc="-3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060"/>
                          </a:solidFill>
                          <a:latin typeface="+mn-ea"/>
                          <a:ea typeface="+mn-ea"/>
                          <a:cs typeface="+mn-cs"/>
                        </a:rPr>
                        <a:t>L4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400" b="1" kern="400" spc="-3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060"/>
                          </a:solidFill>
                          <a:latin typeface="+mn-ea"/>
                          <a:ea typeface="+mn-ea"/>
                          <a:cs typeface="+mn-cs"/>
                        </a:rPr>
                        <a:t>Development &amp; Deployment in a factory</a:t>
                      </a:r>
                    </a:p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Formal Presentation at</a:t>
                      </a:r>
                    </a:p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completion reporting</a:t>
                      </a:r>
                    </a:p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>
                          <a:ln>
                            <a:solidFill>
                              <a:prstClr val="white">
                                <a:lumMod val="50000"/>
                                <a:alpha val="0"/>
                              </a:prstClr>
                            </a:solidFill>
                          </a:ln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(if needed)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kern="400" spc="-3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kern="400" spc="-2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Deployment effort (people, vendors, </a:t>
                      </a:r>
                      <a:r>
                        <a:rPr kumimoji="1" lang="en-US" altLang="ko-KR" sz="1000" b="0" kern="400" spc="-20" baseline="0" noProof="0" err="1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etc</a:t>
                      </a:r>
                      <a:r>
                        <a:rPr kumimoji="1" lang="en-US" altLang="ko-KR" sz="1000" b="0" kern="400" spc="-2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3A7D23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400" cap="none" spc="-30" normalizeH="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4EA72E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Scheduled </a:t>
                      </a:r>
                    </a:p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400" cap="none" spc="-30" normalizeH="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4EA72E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r>
                        <a:rPr kumimoji="1" lang="en-US" altLang="ko-KR" sz="1000" b="0" i="0" u="none" strike="noStrike" kern="400" cap="none" spc="-30" normalizeH="0" baseline="3000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4EA72E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th</a:t>
                      </a:r>
                      <a:r>
                        <a:rPr kumimoji="1" lang="en-US" altLang="ko-KR" sz="1000" b="0" i="0" u="none" strike="noStrike" kern="400" cap="none" spc="-30" normalizeH="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4EA72E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May 2025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048648"/>
                  </a:ext>
                </a:extLst>
              </a:tr>
              <a:tr h="173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kern="400" spc="-3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kern="400" spc="-2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Deployment infrastructure (digital architecture adapted for the use-case)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3A7D23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973726"/>
                  </a:ext>
                </a:extLst>
              </a:tr>
              <a:tr h="173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kern="400" spc="-3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kern="400" spc="-2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Deployment Approach (how user uses new technology / revises processes)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3A7D23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001668"/>
                  </a:ext>
                </a:extLst>
              </a:tr>
              <a:tr h="173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kern="400" spc="-3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kern="400" spc="-2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Process: Final review of to-be process documentation, solution architecture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2799886"/>
                  </a:ext>
                </a:extLst>
              </a:tr>
              <a:tr h="5353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kern="400" spc="-3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kern="400" spc="-2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Technology: Alpha checkpoint document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ko-KR" sz="1000" b="0" kern="400" spc="-2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(User test plan &amp; solution validation. Involving early users and real data to validate solution developed. Issue collections and bug fixing)</a:t>
                      </a:r>
                      <a:r>
                        <a:rPr lang="en-US" altLang="ko-KR" sz="1000" b="0" kern="400" spc="-2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 </a:t>
                      </a:r>
                      <a:endParaRPr kumimoji="1" lang="en-US" altLang="ko-KR" sz="1000" b="0" kern="400" spc="-2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2C5F"/>
                        </a:solidFill>
                        <a:latin typeface="+mn-lt"/>
                        <a:ea typeface="Hyundai Sans Text Pro Regular" panose="020B0504040000000000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29847"/>
                  </a:ext>
                </a:extLst>
              </a:tr>
              <a:tr h="3543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kern="400" spc="-3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kern="400" spc="-2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Organization: Beta checkpoint document</a:t>
                      </a:r>
                    </a:p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kern="400" spc="-2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(Users training, onboarding and signoff). Performance and business process discussion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624554"/>
                  </a:ext>
                </a:extLst>
              </a:tr>
              <a:tr h="173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kern="400" spc="-3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kern="400" spc="-2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Deployment Value Capture (measurement of improved KPI)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3A7D23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131066"/>
                  </a:ext>
                </a:extLst>
              </a:tr>
              <a:tr h="173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kern="400" spc="-3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kern="400" spc="-2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Product release to customer (management signoff)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7923441"/>
                  </a:ext>
                </a:extLst>
              </a:tr>
              <a:tr h="1734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kern="400" spc="-3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kern="400" spc="-2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Hyper-care support plan (period and PICs)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3A7D23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4EA72E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4489387"/>
                  </a:ext>
                </a:extLst>
              </a:tr>
              <a:tr h="34525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400" b="1" kern="400" spc="-3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060"/>
                          </a:solidFill>
                          <a:latin typeface="+mn-ea"/>
                          <a:ea typeface="+mn-ea"/>
                          <a:cs typeface="+mn-cs"/>
                        </a:rPr>
                        <a:t>L5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400" b="1" kern="400" spc="-3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060"/>
                          </a:solidFill>
                          <a:latin typeface="+mn-ea"/>
                          <a:ea typeface="+mn-ea"/>
                          <a:cs typeface="+mn-cs"/>
                        </a:rPr>
                        <a:t>Impact verification</a:t>
                      </a:r>
                    </a:p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kern="400" spc="-3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060"/>
                          </a:solidFill>
                          <a:latin typeface="+mn-ea"/>
                          <a:ea typeface="+mn-ea"/>
                          <a:cs typeface="+mn-cs"/>
                        </a:rPr>
                        <a:t>(mainly by Finance)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kern="400" spc="-3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kern="400" spc="-2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Actual financial impact captured after deployment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400" cap="none" spc="-30" normalizeH="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E8E8E8">
                              <a:lumMod val="90000"/>
                            </a:srgb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● </a:t>
                      </a:r>
                      <a:r>
                        <a:rPr kumimoji="1" lang="en-US" altLang="ko-KR" sz="1000" b="0" i="0" u="none" strike="noStrike" kern="400" cap="none" spc="-30" normalizeH="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E8E8E8">
                              <a:lumMod val="90000"/>
                            </a:srgb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(to be released)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400" cap="none" spc="-30" normalizeH="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E8E8E8">
                              <a:lumMod val="90000"/>
                            </a:srgb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Scheduled</a:t>
                      </a:r>
                    </a:p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400" cap="none" spc="-30" normalizeH="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E8E8E8">
                              <a:lumMod val="90000"/>
                            </a:srgb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r>
                        <a:rPr kumimoji="1" lang="en-US" altLang="ko-KR" sz="1000" b="0" i="0" u="none" strike="noStrike" kern="400" cap="none" spc="-30" normalizeH="0" baseline="3000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E8E8E8">
                              <a:lumMod val="90000"/>
                            </a:srgb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th</a:t>
                      </a:r>
                      <a:r>
                        <a:rPr kumimoji="1" lang="en-US" altLang="ko-KR" sz="1000" b="0" i="0" u="none" strike="noStrike" kern="400" cap="none" spc="-30" normalizeH="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E8E8E8">
                              <a:lumMod val="90000"/>
                            </a:srgb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June 2025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793503"/>
                  </a:ext>
                </a:extLst>
              </a:tr>
              <a:tr h="3969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kern="400" spc="-3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kern="400" spc="-2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2C5F"/>
                          </a:solidFill>
                          <a:latin typeface="+mn-lt"/>
                          <a:ea typeface="Hyundai Sans Text Pro Regular" panose="020B0504040000000000"/>
                          <a:cs typeface="+mn-cs"/>
                        </a:rPr>
                        <a:t>App recipe (how to capture value)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400" cap="none" spc="-30" normalizeH="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E8E8E8">
                              <a:lumMod val="90000"/>
                            </a:srgb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● </a:t>
                      </a:r>
                      <a:r>
                        <a:rPr kumimoji="1" lang="en-US" altLang="ko-KR" sz="1000" b="0" i="0" u="none" strike="noStrike" kern="400" cap="none" spc="-30" normalizeH="0" baseline="0" noProof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E8E8E8">
                              <a:lumMod val="90000"/>
                            </a:srgb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(to be released)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400" cap="none" spc="-30" normalizeH="0" baseline="0" noProof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E8E8E8">
                            <a:lumMod val="90000"/>
                          </a:srgb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986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2930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3FB45-23B9-4C98-A9DE-0A74EB75C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646829-3553-2692-DDE7-5A8405C63D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SG"/>
              <a:t>Stage name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85CB07-872A-6194-A2BB-D7DECE0361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8435" y="992407"/>
            <a:ext cx="3974490" cy="1059964"/>
          </a:xfrm>
        </p:spPr>
        <p:txBody>
          <a:bodyPr/>
          <a:lstStyle/>
          <a:p>
            <a:r>
              <a:rPr lang="en-SG"/>
              <a:t>LX</a:t>
            </a:r>
          </a:p>
        </p:txBody>
      </p:sp>
    </p:spTree>
    <p:extLst>
      <p:ext uri="{BB962C8B-B14F-4D97-AF65-F5344CB8AC3E}">
        <p14:creationId xmlns:p14="http://schemas.microsoft.com/office/powerpoint/2010/main" val="12350404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47937-085F-DF58-674B-31A204014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823C940-CD06-0463-D7DD-0BB3E514A8A5}"/>
              </a:ext>
            </a:extLst>
          </p:cNvPr>
          <p:cNvSpPr/>
          <p:nvPr/>
        </p:nvSpPr>
        <p:spPr>
          <a:xfrm>
            <a:off x="0" y="6421120"/>
            <a:ext cx="9906000" cy="436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86C413D-AD66-A511-4298-78E02ABAFC2D}"/>
              </a:ext>
            </a:extLst>
          </p:cNvPr>
          <p:cNvGrpSpPr/>
          <p:nvPr/>
        </p:nvGrpSpPr>
        <p:grpSpPr>
          <a:xfrm>
            <a:off x="330358" y="1669400"/>
            <a:ext cx="9108845" cy="4674267"/>
            <a:chOff x="855774" y="1746853"/>
            <a:chExt cx="8522726" cy="4674267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88611AE-0155-AB5A-95A1-09FA8387D859}"/>
                </a:ext>
              </a:extLst>
            </p:cNvPr>
            <p:cNvSpPr/>
            <p:nvPr/>
          </p:nvSpPr>
          <p:spPr>
            <a:xfrm>
              <a:off x="6670979" y="2448482"/>
              <a:ext cx="2707521" cy="39726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200" b="0" i="0" u="none" strike="noStrike" kern="1200" cap="none" spc="0" normalizeH="0" baseline="0" noProof="0">
                <a:ln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C2365D1-3940-6350-AE8E-82722DAE336F}"/>
                </a:ext>
              </a:extLst>
            </p:cNvPr>
            <p:cNvSpPr txBox="1"/>
            <p:nvPr/>
          </p:nvSpPr>
          <p:spPr>
            <a:xfrm>
              <a:off x="855774" y="1984038"/>
              <a:ext cx="2611427" cy="221599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ctr" defTabSz="494019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GB" altLang="ko-KR" sz="1600" b="0" i="0" u="none" strike="noStrike" kern="1200" cap="none" spc="0" normalizeH="0" baseline="0" noProof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002060"/>
                  </a:solidFill>
                  <a:effectLst/>
                  <a:uLnTx/>
                  <a:uFillTx/>
                  <a:latin typeface="HDharmony B" panose="02020603020101020101" pitchFamily="18" charset="-127"/>
                  <a:ea typeface="HDharmony B" panose="02020603020101020101" pitchFamily="18" charset="-127"/>
                  <a:sym typeface="+mn-lt"/>
                </a:rPr>
                <a:t>XXX</a:t>
              </a: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12800B28-A84B-4BFB-64F4-0289E9486B6C}"/>
                </a:ext>
              </a:extLst>
            </p:cNvPr>
            <p:cNvSpPr/>
            <p:nvPr/>
          </p:nvSpPr>
          <p:spPr>
            <a:xfrm>
              <a:off x="901813" y="1746853"/>
              <a:ext cx="2680282" cy="533053"/>
            </a:xfrm>
            <a:custGeom>
              <a:avLst/>
              <a:gdLst>
                <a:gd name="connsiteX0" fmla="*/ 0 w 2001520"/>
                <a:gd name="connsiteY0" fmla="*/ 254000 h 254000"/>
                <a:gd name="connsiteX1" fmla="*/ 2001520 w 2001520"/>
                <a:gd name="connsiteY1" fmla="*/ 254000 h 254000"/>
                <a:gd name="connsiteX2" fmla="*/ 1849120 w 2001520"/>
                <a:gd name="connsiteY2" fmla="*/ 0 h 254000"/>
                <a:gd name="connsiteX0" fmla="*/ 0 w 2001520"/>
                <a:gd name="connsiteY0" fmla="*/ 254000 h 254000"/>
                <a:gd name="connsiteX1" fmla="*/ 2001520 w 2001520"/>
                <a:gd name="connsiteY1" fmla="*/ 254000 h 254000"/>
                <a:gd name="connsiteX2" fmla="*/ 1902633 w 2001520"/>
                <a:gd name="connsiteY2" fmla="*/ 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01520" h="254000">
                  <a:moveTo>
                    <a:pt x="0" y="254000"/>
                  </a:moveTo>
                  <a:lnTo>
                    <a:pt x="2001520" y="254000"/>
                  </a:lnTo>
                  <a:cubicBezTo>
                    <a:pt x="1950720" y="169333"/>
                    <a:pt x="1953433" y="84667"/>
                    <a:pt x="1902633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BC276F17-132C-6C3C-D416-0F3E8ED47B7C}"/>
                </a:ext>
              </a:extLst>
            </p:cNvPr>
            <p:cNvSpPr/>
            <p:nvPr/>
          </p:nvSpPr>
          <p:spPr>
            <a:xfrm>
              <a:off x="874576" y="2448482"/>
              <a:ext cx="2707521" cy="397263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200" b="0" i="0" u="none" strike="noStrike" kern="1200" cap="none" spc="0" normalizeH="0" baseline="0" noProof="0">
                <a:ln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0E93609-64F5-EE30-96BA-82DD2A230E38}"/>
                </a:ext>
              </a:extLst>
            </p:cNvPr>
            <p:cNvSpPr txBox="1"/>
            <p:nvPr/>
          </p:nvSpPr>
          <p:spPr>
            <a:xfrm>
              <a:off x="1071120" y="2591636"/>
              <a:ext cx="2322204" cy="313932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marL="171450" marR="0" lvl="0" indent="-171450" algn="l" defTabSz="494019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endParaRPr kumimoji="1" lang="en-US" altLang="ko-KR" sz="1600" b="0" i="0" u="none" strike="noStrike" kern="1200" cap="none" spc="0" normalizeH="0" baseline="0" noProof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  <a:sym typeface="+mn-lt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21FD89D-4295-B79F-EE8C-E1B6C945E474}"/>
                </a:ext>
              </a:extLst>
            </p:cNvPr>
            <p:cNvSpPr txBox="1"/>
            <p:nvPr/>
          </p:nvSpPr>
          <p:spPr>
            <a:xfrm>
              <a:off x="3800015" y="1984037"/>
              <a:ext cx="2464286" cy="221599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ctr" defTabSz="494019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GB" altLang="ko-KR" sz="1600" b="0" i="0" u="none" strike="noStrike" kern="1200" cap="none" spc="0" normalizeH="0" baseline="0" noProof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002060"/>
                  </a:solidFill>
                  <a:effectLst/>
                  <a:uLnTx/>
                  <a:uFillTx/>
                  <a:latin typeface="HDharmony B" panose="02020603020101020101" pitchFamily="18" charset="-127"/>
                  <a:ea typeface="HDharmony B" panose="02020603020101020101" pitchFamily="18" charset="-127"/>
                  <a:cs typeface="+mn-cs"/>
                  <a:sym typeface="+mn-lt"/>
                </a:rPr>
                <a:t>XXX</a:t>
              </a: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48D5F46-B9DB-0BD8-7D61-590611E8F21C}"/>
                </a:ext>
              </a:extLst>
            </p:cNvPr>
            <p:cNvSpPr/>
            <p:nvPr/>
          </p:nvSpPr>
          <p:spPr>
            <a:xfrm>
              <a:off x="3800015" y="1746853"/>
              <a:ext cx="2680282" cy="533053"/>
            </a:xfrm>
            <a:custGeom>
              <a:avLst/>
              <a:gdLst>
                <a:gd name="connsiteX0" fmla="*/ 0 w 2001520"/>
                <a:gd name="connsiteY0" fmla="*/ 254000 h 254000"/>
                <a:gd name="connsiteX1" fmla="*/ 2001520 w 2001520"/>
                <a:gd name="connsiteY1" fmla="*/ 254000 h 254000"/>
                <a:gd name="connsiteX2" fmla="*/ 1849120 w 2001520"/>
                <a:gd name="connsiteY2" fmla="*/ 0 h 254000"/>
                <a:gd name="connsiteX0" fmla="*/ 0 w 2001520"/>
                <a:gd name="connsiteY0" fmla="*/ 254000 h 254000"/>
                <a:gd name="connsiteX1" fmla="*/ 2001520 w 2001520"/>
                <a:gd name="connsiteY1" fmla="*/ 254000 h 254000"/>
                <a:gd name="connsiteX2" fmla="*/ 1902633 w 2001520"/>
                <a:gd name="connsiteY2" fmla="*/ 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01520" h="254000">
                  <a:moveTo>
                    <a:pt x="0" y="254000"/>
                  </a:moveTo>
                  <a:lnTo>
                    <a:pt x="2001520" y="254000"/>
                  </a:lnTo>
                  <a:cubicBezTo>
                    <a:pt x="1950720" y="169333"/>
                    <a:pt x="1953433" y="84667"/>
                    <a:pt x="1902633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Dharmony B" panose="02020603020101020101" pitchFamily="18" charset="-127"/>
                <a:ea typeface="HDharmony B" panose="02020603020101020101" pitchFamily="18" charset="-127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31CFAB5-F84A-3ABA-AD8A-2DEEBC12D8F6}"/>
                </a:ext>
              </a:extLst>
            </p:cNvPr>
            <p:cNvSpPr/>
            <p:nvPr/>
          </p:nvSpPr>
          <p:spPr>
            <a:xfrm>
              <a:off x="3772778" y="2448482"/>
              <a:ext cx="2707521" cy="39726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200" b="0" i="0" u="none" strike="noStrike" kern="1200" cap="none" spc="0" normalizeH="0" baseline="0" noProof="0">
                <a:ln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2B6D737-6316-1D38-8ACD-42FFE3504199}"/>
                </a:ext>
              </a:extLst>
            </p:cNvPr>
            <p:cNvSpPr txBox="1"/>
            <p:nvPr/>
          </p:nvSpPr>
          <p:spPr>
            <a:xfrm>
              <a:off x="6704679" y="1984038"/>
              <a:ext cx="2404046" cy="221599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ctr" defTabSz="494019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GB" altLang="ko-KR" sz="1600" b="0" i="0" u="none" strike="noStrike" kern="1200" cap="none" spc="0" normalizeH="0" baseline="0" noProof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002060"/>
                  </a:solidFill>
                  <a:effectLst/>
                  <a:uLnTx/>
                  <a:uFillTx/>
                  <a:latin typeface="HDharmony B" panose="02020603020101020101" pitchFamily="18" charset="-127"/>
                  <a:ea typeface="HDharmony B" panose="02020603020101020101" pitchFamily="18" charset="-127"/>
                  <a:sym typeface="+mn-lt"/>
                </a:rPr>
                <a:t>XXX</a:t>
              </a: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686E3EB-C23A-E9FC-2B5D-5A498FC5375B}"/>
                </a:ext>
              </a:extLst>
            </p:cNvPr>
            <p:cNvSpPr/>
            <p:nvPr/>
          </p:nvSpPr>
          <p:spPr>
            <a:xfrm>
              <a:off x="6698217" y="1746853"/>
              <a:ext cx="2680282" cy="533053"/>
            </a:xfrm>
            <a:custGeom>
              <a:avLst/>
              <a:gdLst>
                <a:gd name="connsiteX0" fmla="*/ 0 w 2001520"/>
                <a:gd name="connsiteY0" fmla="*/ 254000 h 254000"/>
                <a:gd name="connsiteX1" fmla="*/ 2001520 w 2001520"/>
                <a:gd name="connsiteY1" fmla="*/ 254000 h 254000"/>
                <a:gd name="connsiteX2" fmla="*/ 1849120 w 2001520"/>
                <a:gd name="connsiteY2" fmla="*/ 0 h 254000"/>
                <a:gd name="connsiteX0" fmla="*/ 0 w 2001520"/>
                <a:gd name="connsiteY0" fmla="*/ 254000 h 254000"/>
                <a:gd name="connsiteX1" fmla="*/ 2001520 w 2001520"/>
                <a:gd name="connsiteY1" fmla="*/ 254000 h 254000"/>
                <a:gd name="connsiteX2" fmla="*/ 1902633 w 2001520"/>
                <a:gd name="connsiteY2" fmla="*/ 0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01520" h="254000">
                  <a:moveTo>
                    <a:pt x="0" y="254000"/>
                  </a:moveTo>
                  <a:lnTo>
                    <a:pt x="2001520" y="254000"/>
                  </a:lnTo>
                  <a:cubicBezTo>
                    <a:pt x="1950720" y="169333"/>
                    <a:pt x="1953433" y="84667"/>
                    <a:pt x="1902633" y="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3477E97-6687-E2E2-3DC1-1A2A754D90AE}"/>
                </a:ext>
              </a:extLst>
            </p:cNvPr>
            <p:cNvSpPr txBox="1"/>
            <p:nvPr/>
          </p:nvSpPr>
          <p:spPr>
            <a:xfrm>
              <a:off x="6867523" y="2517091"/>
              <a:ext cx="2322204" cy="221599"/>
            </a:xfrm>
            <a:prstGeom prst="rect">
              <a:avLst/>
            </a:prstGeom>
            <a:noFill/>
          </p:spPr>
          <p:txBody>
            <a:bodyPr wrap="square" lIns="91440" tIns="0" rIns="91440" bIns="0" anchor="t">
              <a:spAutoFit/>
            </a:bodyPr>
            <a:lstStyle/>
            <a:p>
              <a:pPr marL="0" marR="0" lvl="0" indent="0" algn="l" defTabSz="494019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600" b="0" i="0" u="none" strike="noStrike" kern="1200" cap="none" spc="0" normalizeH="0" baseline="0" noProof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  <a:sym typeface="+mn-lt"/>
              </a:endParaRPr>
            </a:p>
          </p:txBody>
        </p:sp>
      </p:grpSp>
      <p:sp>
        <p:nvSpPr>
          <p:cNvPr id="7" name="제목 1">
            <a:extLst>
              <a:ext uri="{FF2B5EF4-FFF2-40B4-BE49-F238E27FC236}">
                <a16:creationId xmlns:a16="http://schemas.microsoft.com/office/drawing/2014/main" id="{1469E202-5ECB-1084-D4B4-560BD65F3902}"/>
              </a:ext>
            </a:extLst>
          </p:cNvPr>
          <p:cNvSpPr txBox="1">
            <a:spLocks/>
          </p:cNvSpPr>
          <p:nvPr/>
        </p:nvSpPr>
        <p:spPr>
          <a:xfrm>
            <a:off x="274320" y="228600"/>
            <a:ext cx="6309360" cy="457200"/>
          </a:xfrm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>
            <a:lvl1pPr algn="l" defTabSz="474933" rtl="0" eaLnBrk="1" latinLnBrk="1" hangingPunct="1">
              <a:spcBef>
                <a:spcPct val="0"/>
              </a:spcBef>
              <a:buNone/>
              <a:defRPr sz="2600" b="0" i="0" kern="400" baseline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  <a:cs typeface="현대산스 Head Medium" panose="020B0600000101010101" pitchFamily="50" charset="-127"/>
              </a:defRPr>
            </a:lvl1pPr>
          </a:lstStyle>
          <a:p>
            <a:pPr marL="0" marR="0" lvl="0" indent="0" algn="l" defTabSz="49401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rPr>
              <a:t>Insert Title here</a:t>
            </a:r>
            <a:endParaRPr kumimoji="1" lang="en-US" altLang="ko-KR" sz="2400" i="0" u="none" strike="noStrike" kern="400" cap="none" spc="0" normalizeH="0" baseline="0" noProof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060"/>
              </a:solidFill>
              <a:effectLst/>
              <a:uLnTx/>
              <a:uFillTx/>
              <a:latin typeface="현대하모니 B" panose="02020603020101020101" pitchFamily="18" charset="-127"/>
              <a:ea typeface="현대하모니 B" panose="02020603020101020101" pitchFamily="18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F0E7C2-268F-5B0C-F098-1D7EA6E83119}"/>
              </a:ext>
            </a:extLst>
          </p:cNvPr>
          <p:cNvSpPr txBox="1"/>
          <p:nvPr/>
        </p:nvSpPr>
        <p:spPr>
          <a:xfrm>
            <a:off x="457200" y="868680"/>
            <a:ext cx="9154915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defTabSz="494019">
              <a:lnSpc>
                <a:spcPct val="120000"/>
              </a:lnSpc>
              <a:spcBef>
                <a:spcPct val="0"/>
              </a:spcBef>
              <a:defRPr/>
            </a:pPr>
            <a:r>
              <a:rPr kumimoji="1" lang="en-GB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HDharmony B" panose="02020603020101020101" pitchFamily="18" charset="-127"/>
                <a:ea typeface="HDharmony B"/>
                <a:sym typeface="+mn-lt"/>
              </a:rPr>
              <a:t>Page Brief description</a:t>
            </a:r>
            <a:endParaRPr lang="en-US">
              <a:solidFill>
                <a:srgbClr val="002060"/>
              </a:solidFill>
            </a:endParaRPr>
          </a:p>
        </p:txBody>
      </p:sp>
      <p:sp>
        <p:nvSpPr>
          <p:cNvPr id="8" name="직사각형 75803">
            <a:extLst>
              <a:ext uri="{FF2B5EF4-FFF2-40B4-BE49-F238E27FC236}">
                <a16:creationId xmlns:a16="http://schemas.microsoft.com/office/drawing/2014/main" id="{A4898950-16D2-1BBD-F78D-5A990FF079B9}"/>
              </a:ext>
            </a:extLst>
          </p:cNvPr>
          <p:cNvSpPr/>
          <p:nvPr/>
        </p:nvSpPr>
        <p:spPr>
          <a:xfrm>
            <a:off x="274320" y="822960"/>
            <a:ext cx="72566" cy="526369"/>
          </a:xfrm>
          <a:prstGeom prst="rect">
            <a:avLst/>
          </a:prstGeom>
          <a:solidFill>
            <a:srgbClr val="00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100" b="0" i="0" u="none" strike="noStrike" kern="1200" cap="none" spc="0" normalizeH="0" baseline="0" noProof="0">
              <a:ln>
                <a:solidFill>
                  <a:srgbClr val="4F81BD">
                    <a:shade val="95000"/>
                    <a:satMod val="105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Hyundai Sans Head KR Light" panose="020B0600000101010101" pitchFamily="34" charset="-127"/>
              <a:ea typeface="Hyundai Sans Head KR Light" panose="020B0600000101010101" pitchFamily="34" charset="-127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393706A-0CBD-F473-5A85-11F961828DF9}"/>
              </a:ext>
            </a:extLst>
          </p:cNvPr>
          <p:cNvSpPr txBox="1"/>
          <p:nvPr/>
        </p:nvSpPr>
        <p:spPr>
          <a:xfrm>
            <a:off x="6751389" y="2521434"/>
            <a:ext cx="2481905" cy="193899"/>
          </a:xfrm>
          <a:prstGeom prst="rect">
            <a:avLst/>
          </a:prstGeom>
          <a:noFill/>
        </p:spPr>
        <p:txBody>
          <a:bodyPr wrap="square" lIns="91440" tIns="0" rIns="91440" bIns="0" anchor="t">
            <a:spAutoFit/>
          </a:bodyPr>
          <a:lstStyle/>
          <a:p>
            <a:pPr marL="171450" indent="-171450" defTabSz="494019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kumimoji="1" lang="en-US" altLang="ko-KR" sz="1400" b="0" i="0" u="none" strike="noStrike" kern="1200" cap="none" spc="0" normalizeH="0" baseline="0" noProof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C5F"/>
                </a:solidFill>
                <a:effectLst/>
                <a:uLnTx/>
                <a:uFillTx/>
                <a:latin typeface="HDharmony M" panose="02020603020101020101" pitchFamily="18" charset="-127"/>
                <a:ea typeface="HDharmony M"/>
                <a:sym typeface="+mn-lt"/>
              </a:rPr>
              <a:t>Step X – Step Description</a:t>
            </a:r>
            <a:endParaRPr kumimoji="1" lang="en-GB" altLang="ko-KR" sz="1400" b="0" i="0" u="none" strike="noStrike" kern="1200" cap="none" spc="0" normalizeH="0" baseline="0" noProof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C5F"/>
              </a:solidFill>
              <a:effectLst/>
              <a:uLnTx/>
              <a:uFillTx/>
              <a:latin typeface="HDharmony M" panose="02020603020101020101" pitchFamily="18" charset="-127"/>
              <a:ea typeface="HDharmony M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A3779ED-4241-403D-4268-10B8BACFADF5}"/>
              </a:ext>
            </a:extLst>
          </p:cNvPr>
          <p:cNvSpPr txBox="1"/>
          <p:nvPr/>
        </p:nvSpPr>
        <p:spPr>
          <a:xfrm>
            <a:off x="501612" y="2527542"/>
            <a:ext cx="2481905" cy="193899"/>
          </a:xfrm>
          <a:prstGeom prst="rect">
            <a:avLst/>
          </a:prstGeom>
          <a:noFill/>
        </p:spPr>
        <p:txBody>
          <a:bodyPr wrap="square" lIns="91440" tIns="0" rIns="91440" bIns="0" anchor="t">
            <a:spAutoFit/>
          </a:bodyPr>
          <a:lstStyle/>
          <a:p>
            <a:pPr marL="171450" indent="-171450" defTabSz="494019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kumimoji="1" lang="en-US" altLang="ko-KR" sz="1400" b="0" i="0" u="none" strike="noStrike" kern="1200" cap="none" spc="0" normalizeH="0" baseline="0" noProof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C5F"/>
                </a:solidFill>
                <a:effectLst/>
                <a:uLnTx/>
                <a:uFillTx/>
                <a:latin typeface="HDharmony M" panose="02020603020101020101" pitchFamily="18" charset="-127"/>
                <a:ea typeface="HDharmony M"/>
                <a:sym typeface="+mn-lt"/>
              </a:rPr>
              <a:t>Step X</a:t>
            </a:r>
            <a:r>
              <a:rPr kumimoji="1" lang="en-US" altLang="ko-KR" sz="14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C5F"/>
                </a:solidFill>
                <a:latin typeface="HDharmony M" panose="02020603020101020101" pitchFamily="18" charset="-127"/>
                <a:ea typeface="HDharmony M"/>
                <a:sym typeface="+mn-lt"/>
              </a:rPr>
              <a:t> – Step Description</a:t>
            </a:r>
            <a:endParaRPr lang="en-US" altLang="ko-KR" sz="1400" b="0" i="0" u="none" strike="noStrike" kern="1200" cap="none" spc="0" normalizeH="0" baseline="0" noProof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C5F"/>
              </a:solidFill>
              <a:effectLst/>
              <a:uLnTx/>
              <a:uFillTx/>
              <a:latin typeface="HDharmony M" panose="02020603020101020101" pitchFamily="18" charset="-127"/>
              <a:ea typeface="HDharmony M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0DC502-AFA4-B4B3-9592-A09FE6210741}"/>
              </a:ext>
            </a:extLst>
          </p:cNvPr>
          <p:cNvSpPr txBox="1"/>
          <p:nvPr/>
        </p:nvSpPr>
        <p:spPr>
          <a:xfrm>
            <a:off x="3599821" y="2527542"/>
            <a:ext cx="2481905" cy="193899"/>
          </a:xfrm>
          <a:prstGeom prst="rect">
            <a:avLst/>
          </a:prstGeom>
          <a:noFill/>
        </p:spPr>
        <p:txBody>
          <a:bodyPr wrap="square" lIns="91440" tIns="0" rIns="91440" bIns="0" anchor="t">
            <a:spAutoFit/>
          </a:bodyPr>
          <a:lstStyle/>
          <a:p>
            <a:pPr marL="171450" indent="-171450" defTabSz="494019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kumimoji="1" lang="en-US" altLang="ko-KR" sz="1400" b="0" i="0" u="none" strike="noStrike" kern="1200" cap="none" spc="0" normalizeH="0" baseline="0" noProof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C5F"/>
                </a:solidFill>
                <a:effectLst/>
                <a:uLnTx/>
                <a:uFillTx/>
                <a:latin typeface="HDharmony M" panose="02020603020101020101" pitchFamily="18" charset="-127"/>
                <a:ea typeface="HDharmony M"/>
                <a:sym typeface="+mn-lt"/>
              </a:rPr>
              <a:t>Step X</a:t>
            </a:r>
            <a:r>
              <a:rPr kumimoji="1" lang="en-US" altLang="ko-KR" sz="14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C5F"/>
                </a:solidFill>
                <a:latin typeface="HDharmony M" panose="02020603020101020101" pitchFamily="18" charset="-127"/>
                <a:ea typeface="HDharmony M"/>
                <a:sym typeface="+mn-lt"/>
              </a:rPr>
              <a:t> – Step Description</a:t>
            </a:r>
            <a:endParaRPr lang="en-US" altLang="ko-KR" sz="1400" b="0" i="0" u="none" strike="noStrike" kern="1200" cap="none" spc="0" normalizeH="0" baseline="0" noProof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C5F"/>
              </a:solidFill>
              <a:effectLst/>
              <a:uLnTx/>
              <a:uFillTx/>
              <a:latin typeface="HDharmony M" panose="02020603020101020101" pitchFamily="18" charset="-127"/>
              <a:ea typeface="HDharmony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4872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20607AC-D153-32DC-5D1E-28BA444AEF80}"/>
              </a:ext>
            </a:extLst>
          </p:cNvPr>
          <p:cNvSpPr/>
          <p:nvPr/>
        </p:nvSpPr>
        <p:spPr>
          <a:xfrm>
            <a:off x="4953000" y="1497361"/>
            <a:ext cx="4601849" cy="390744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SG" sz="140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D3E5DC-3DA9-5645-E0AD-BD440E297BF4}"/>
              </a:ext>
            </a:extLst>
          </p:cNvPr>
          <p:cNvSpPr/>
          <p:nvPr/>
        </p:nvSpPr>
        <p:spPr>
          <a:xfrm>
            <a:off x="207390" y="1498957"/>
            <a:ext cx="4636418" cy="3907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SG" sz="140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0949AF4-56FF-DCBB-8B5E-0E1581BDD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390" y="247159"/>
            <a:ext cx="9398492" cy="405179"/>
          </a:xfrm>
        </p:spPr>
        <p:txBody>
          <a:bodyPr vert="horz" wrap="none" lIns="0" tIns="0" rIns="0" bIns="0" rtlCol="0" anchor="ctr">
            <a:noAutofit/>
          </a:bodyPr>
          <a:lstStyle/>
          <a:p>
            <a:pPr defTabSz="494019">
              <a:lnSpc>
                <a:spcPct val="100000"/>
              </a:lnSpc>
              <a:spcBef>
                <a:spcPts val="1200"/>
              </a:spcBef>
            </a:pPr>
            <a:r>
              <a:rPr kumimoji="1" lang="en-US" sz="2400" b="1" kern="4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rPr>
              <a:t>Insert Title here</a:t>
            </a:r>
            <a:endParaRPr kumimoji="1" lang="en-SG" sz="2400" b="1" kern="40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060"/>
              </a:solidFill>
              <a:latin typeface="HDharmony M" panose="02020603020101020101" pitchFamily="18" charset="-127"/>
              <a:ea typeface="HDharmony M" panose="02020603020101020101" pitchFamily="18" charset="-127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AD6670-D101-AECC-D081-FD943813CF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7389" y="63514"/>
            <a:ext cx="3648075" cy="238125"/>
          </a:xfrm>
        </p:spPr>
        <p:txBody>
          <a:bodyPr lIns="0" rIns="0"/>
          <a:lstStyle/>
          <a:p>
            <a:r>
              <a:rPr lang="en-US"/>
              <a:t>1 Pager</a:t>
            </a:r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3E833C-E2BB-DFF7-4DFC-4F200D193939}"/>
              </a:ext>
            </a:extLst>
          </p:cNvPr>
          <p:cNvSpPr/>
          <p:nvPr/>
        </p:nvSpPr>
        <p:spPr>
          <a:xfrm>
            <a:off x="207391" y="635340"/>
            <a:ext cx="1383284" cy="476356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+mj-lt"/>
              </a:rPr>
              <a:t>Business Case</a:t>
            </a:r>
            <a:endParaRPr lang="en-SG" sz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7439DA-D3B2-0ACA-96E4-05EE7BEE835D}"/>
              </a:ext>
            </a:extLst>
          </p:cNvPr>
          <p:cNvSpPr/>
          <p:nvPr/>
        </p:nvSpPr>
        <p:spPr>
          <a:xfrm>
            <a:off x="1589401" y="635340"/>
            <a:ext cx="4601849" cy="476356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solidFill>
                  <a:schemeClr val="tx1"/>
                </a:solidFill>
              </a:rPr>
              <a:t>Describe the business case for the </a:t>
            </a:r>
            <a:r>
              <a:rPr lang="en-SG" sz="1200">
                <a:solidFill>
                  <a:schemeClr val="tx1"/>
                </a:solidFill>
              </a:rPr>
              <a:t>opportunity</a:t>
            </a:r>
            <a:r>
              <a:rPr lang="en-SG" sz="1200"/>
              <a:t>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1348B7-E931-92CE-1671-231684B9130C}"/>
              </a:ext>
            </a:extLst>
          </p:cNvPr>
          <p:cNvSpPr/>
          <p:nvPr/>
        </p:nvSpPr>
        <p:spPr>
          <a:xfrm>
            <a:off x="207390" y="1154505"/>
            <a:ext cx="4636418" cy="31077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+mj-lt"/>
              </a:rPr>
              <a:t>As-Is</a:t>
            </a:r>
            <a:endParaRPr lang="en-SG" sz="14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457309-C222-C871-6C0D-73936CEEF1D8}"/>
              </a:ext>
            </a:extLst>
          </p:cNvPr>
          <p:cNvSpPr/>
          <p:nvPr/>
        </p:nvSpPr>
        <p:spPr>
          <a:xfrm>
            <a:off x="4953000" y="1154505"/>
            <a:ext cx="4601849" cy="310777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+mj-lt"/>
              </a:rPr>
              <a:t>To-Be</a:t>
            </a:r>
            <a:endParaRPr lang="en-SG" sz="14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629B4C1-7760-F709-0C8F-7A6FE2D2C664}"/>
              </a:ext>
            </a:extLst>
          </p:cNvPr>
          <p:cNvSpPr/>
          <p:nvPr/>
        </p:nvSpPr>
        <p:spPr>
          <a:xfrm>
            <a:off x="281381" y="1563539"/>
            <a:ext cx="4488435" cy="3722836"/>
          </a:xfrm>
          <a:prstGeom prst="roundRect">
            <a:avLst>
              <a:gd name="adj" fmla="val 403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>
                <a:solidFill>
                  <a:schemeClr val="tx1"/>
                </a:solidFill>
                <a:ea typeface="HDharmony L" panose="02020603020101020101" pitchFamily="18" charset="-127"/>
              </a:rPr>
              <a:t>Guide questions to answer: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>
              <a:solidFill>
                <a:schemeClr val="tx1"/>
              </a:solidFill>
              <a:ea typeface="HDharmony L" panose="02020603020101020101" pitchFamily="18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>
                <a:solidFill>
                  <a:schemeClr val="tx1"/>
                </a:solidFill>
                <a:ea typeface="HDharmony L" panose="02020603020101020101" pitchFamily="18" charset="-127"/>
              </a:rPr>
              <a:t>XXX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FA494E1-CEBE-1FAB-2453-5081F1E772BC}"/>
              </a:ext>
            </a:extLst>
          </p:cNvPr>
          <p:cNvSpPr/>
          <p:nvPr/>
        </p:nvSpPr>
        <p:spPr>
          <a:xfrm>
            <a:off x="4994048" y="1563539"/>
            <a:ext cx="4519751" cy="3722836"/>
          </a:xfrm>
          <a:prstGeom prst="roundRect">
            <a:avLst>
              <a:gd name="adj" fmla="val 403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>
                <a:solidFill>
                  <a:schemeClr val="tx1"/>
                </a:solidFill>
                <a:ea typeface="HDharmony L" panose="02020603020101020101" pitchFamily="18" charset="-127"/>
              </a:rPr>
              <a:t>Guide questions to answer: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>
              <a:solidFill>
                <a:schemeClr val="tx1"/>
              </a:solidFill>
              <a:ea typeface="HDharmony L" panose="02020603020101020101" pitchFamily="18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ea typeface="HDharmony L" panose="02020603020101020101" pitchFamily="18" charset="-127"/>
              </a:rPr>
              <a:t>XXX</a:t>
            </a:r>
          </a:p>
          <a:p>
            <a:endParaRPr lang="en-SG" sz="1200">
              <a:solidFill>
                <a:schemeClr val="tx1"/>
              </a:solidFill>
              <a:ea typeface="HDharmony L" panose="02020603020101020101" pitchFamily="18" charset="-127"/>
            </a:endParaRP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21312FE5-0895-9416-68EE-28FE775D93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879539"/>
              </p:ext>
            </p:extLst>
          </p:nvPr>
        </p:nvGraphicFramePr>
        <p:xfrm>
          <a:off x="7304629" y="5623356"/>
          <a:ext cx="2209170" cy="798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941">
                  <a:extLst>
                    <a:ext uri="{9D8B030D-6E8A-4147-A177-3AD203B41FA5}">
                      <a16:colId xmlns:a16="http://schemas.microsoft.com/office/drawing/2014/main" val="3031353968"/>
                    </a:ext>
                  </a:extLst>
                </a:gridCol>
                <a:gridCol w="1165229">
                  <a:extLst>
                    <a:ext uri="{9D8B030D-6E8A-4147-A177-3AD203B41FA5}">
                      <a16:colId xmlns:a16="http://schemas.microsoft.com/office/drawing/2014/main" val="4232061958"/>
                    </a:ext>
                  </a:extLst>
                </a:gridCol>
              </a:tblGrid>
              <a:tr h="266312">
                <a:tc>
                  <a:txBody>
                    <a:bodyPr/>
                    <a:lstStyle/>
                    <a:p>
                      <a:r>
                        <a:rPr lang="en-US" sz="900" b="1">
                          <a:solidFill>
                            <a:schemeClr val="tx1"/>
                          </a:solidFill>
                          <a:latin typeface="+mn-lt"/>
                        </a:rPr>
                        <a:t>Project Leader</a:t>
                      </a:r>
                      <a:endParaRPr lang="en-SG" sz="9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9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940296"/>
                  </a:ext>
                </a:extLst>
              </a:tr>
              <a:tr h="266312">
                <a:tc>
                  <a:txBody>
                    <a:bodyPr/>
                    <a:lstStyle/>
                    <a:p>
                      <a:r>
                        <a:rPr lang="en-US" sz="900" b="1">
                          <a:solidFill>
                            <a:schemeClr val="tx1"/>
                          </a:solidFill>
                          <a:latin typeface="+mn-lt"/>
                        </a:rPr>
                        <a:t>Project Sponsor</a:t>
                      </a:r>
                      <a:endParaRPr lang="en-SG" sz="9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9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142890"/>
                  </a:ext>
                </a:extLst>
              </a:tr>
              <a:tr h="266312">
                <a:tc>
                  <a:txBody>
                    <a:bodyPr/>
                    <a:lstStyle/>
                    <a:p>
                      <a:r>
                        <a:rPr lang="en-US" sz="900" b="1">
                          <a:solidFill>
                            <a:schemeClr val="tx1"/>
                          </a:solidFill>
                          <a:latin typeface="+mn-lt"/>
                        </a:rPr>
                        <a:t>Factory in scope</a:t>
                      </a:r>
                      <a:endParaRPr lang="en-SG" sz="9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9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341636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5275756-AE93-2D38-45C8-890F94D1BE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703385"/>
              </p:ext>
            </p:extLst>
          </p:nvPr>
        </p:nvGraphicFramePr>
        <p:xfrm>
          <a:off x="251538" y="5470983"/>
          <a:ext cx="3419731" cy="1228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9410">
                  <a:extLst>
                    <a:ext uri="{9D8B030D-6E8A-4147-A177-3AD203B41FA5}">
                      <a16:colId xmlns:a16="http://schemas.microsoft.com/office/drawing/2014/main" val="3031353968"/>
                    </a:ext>
                  </a:extLst>
                </a:gridCol>
                <a:gridCol w="718683">
                  <a:extLst>
                    <a:ext uri="{9D8B030D-6E8A-4147-A177-3AD203B41FA5}">
                      <a16:colId xmlns:a16="http://schemas.microsoft.com/office/drawing/2014/main" val="1471770724"/>
                    </a:ext>
                  </a:extLst>
                </a:gridCol>
                <a:gridCol w="520085">
                  <a:extLst>
                    <a:ext uri="{9D8B030D-6E8A-4147-A177-3AD203B41FA5}">
                      <a16:colId xmlns:a16="http://schemas.microsoft.com/office/drawing/2014/main" val="4232061958"/>
                    </a:ext>
                  </a:extLst>
                </a:gridCol>
                <a:gridCol w="577274">
                  <a:extLst>
                    <a:ext uri="{9D8B030D-6E8A-4147-A177-3AD203B41FA5}">
                      <a16:colId xmlns:a16="http://schemas.microsoft.com/office/drawing/2014/main" val="2331121844"/>
                    </a:ext>
                  </a:extLst>
                </a:gridCol>
                <a:gridCol w="744279">
                  <a:extLst>
                    <a:ext uri="{9D8B030D-6E8A-4147-A177-3AD203B41FA5}">
                      <a16:colId xmlns:a16="http://schemas.microsoft.com/office/drawing/2014/main" val="2269937011"/>
                    </a:ext>
                  </a:extLst>
                </a:gridCol>
              </a:tblGrid>
              <a:tr h="322500">
                <a:tc rowSpan="2"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chemeClr val="tx1"/>
                          </a:solidFill>
                          <a:latin typeface="+mn-lt"/>
                        </a:rPr>
                        <a:t>P&amp;L Line Item</a:t>
                      </a:r>
                      <a:endParaRPr lang="en-SG" sz="8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tx1"/>
                          </a:solidFill>
                          <a:latin typeface="+mn-lt"/>
                        </a:rPr>
                        <a:t>Operational KPI</a:t>
                      </a:r>
                      <a:endParaRPr lang="en-SG" sz="8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tx1"/>
                          </a:solidFill>
                          <a:latin typeface="+mn-lt"/>
                        </a:rPr>
                        <a:t>Cost Impact Sizing</a:t>
                      </a:r>
                      <a:endParaRPr lang="en-SG" sz="8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G" sz="9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G" sz="9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94029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SG" sz="9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SG" sz="9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chemeClr val="tx1"/>
                          </a:solidFill>
                          <a:latin typeface="+mn-lt"/>
                        </a:rPr>
                        <a:t>High</a:t>
                      </a:r>
                      <a:endParaRPr lang="en-SG" sz="8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D4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chemeClr val="tx1"/>
                          </a:solidFill>
                          <a:latin typeface="+mn-lt"/>
                        </a:rPr>
                        <a:t>Medium</a:t>
                      </a:r>
                      <a:endParaRPr lang="en-SG" sz="8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D4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chemeClr val="tx1"/>
                          </a:solidFill>
                          <a:latin typeface="+mn-lt"/>
                        </a:rPr>
                        <a:t>Low</a:t>
                      </a:r>
                      <a:endParaRPr lang="en-SG" sz="8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D4">
                        <a:alpha val="4392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943936"/>
                  </a:ext>
                </a:extLst>
              </a:tr>
              <a:tr h="346175">
                <a:tc>
                  <a:txBody>
                    <a:bodyPr/>
                    <a:lstStyle/>
                    <a:p>
                      <a:endParaRPr lang="en-SG" sz="9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9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9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9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9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142890"/>
                  </a:ext>
                </a:extLst>
              </a:tr>
              <a:tr h="346175">
                <a:tc>
                  <a:txBody>
                    <a:bodyPr/>
                    <a:lstStyle/>
                    <a:p>
                      <a:endParaRPr lang="en-SG" sz="9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9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9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9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9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8973775"/>
                  </a:ext>
                </a:extLst>
              </a:tr>
            </a:tbl>
          </a:graphicData>
        </a:graphic>
      </p:graphicFrame>
      <p:graphicFrame>
        <p:nvGraphicFramePr>
          <p:cNvPr id="36" name="Group 268">
            <a:extLst>
              <a:ext uri="{FF2B5EF4-FFF2-40B4-BE49-F238E27FC236}">
                <a16:creationId xmlns:a16="http://schemas.microsoft.com/office/drawing/2014/main" id="{F8774A6A-5905-9F15-417A-9433467853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374549"/>
              </p:ext>
            </p:extLst>
          </p:nvPr>
        </p:nvGraphicFramePr>
        <p:xfrm>
          <a:off x="6294757" y="635341"/>
          <a:ext cx="3190864" cy="476355"/>
        </p:xfrm>
        <a:graphic>
          <a:graphicData uri="http://schemas.openxmlformats.org/drawingml/2006/table">
            <a:tbl>
              <a:tblPr/>
              <a:tblGrid>
                <a:gridCol w="797716">
                  <a:extLst>
                    <a:ext uri="{9D8B030D-6E8A-4147-A177-3AD203B41FA5}">
                      <a16:colId xmlns:a16="http://schemas.microsoft.com/office/drawing/2014/main" val="2517271436"/>
                    </a:ext>
                  </a:extLst>
                </a:gridCol>
                <a:gridCol w="797716">
                  <a:extLst>
                    <a:ext uri="{9D8B030D-6E8A-4147-A177-3AD203B41FA5}">
                      <a16:colId xmlns:a16="http://schemas.microsoft.com/office/drawing/2014/main" val="1255869939"/>
                    </a:ext>
                  </a:extLst>
                </a:gridCol>
                <a:gridCol w="797716">
                  <a:extLst>
                    <a:ext uri="{9D8B030D-6E8A-4147-A177-3AD203B41FA5}">
                      <a16:colId xmlns:a16="http://schemas.microsoft.com/office/drawing/2014/main" val="2930421413"/>
                    </a:ext>
                  </a:extLst>
                </a:gridCol>
                <a:gridCol w="797716">
                  <a:extLst>
                    <a:ext uri="{9D8B030D-6E8A-4147-A177-3AD203B41FA5}">
                      <a16:colId xmlns:a16="http://schemas.microsoft.com/office/drawing/2014/main" val="2528531255"/>
                    </a:ext>
                  </a:extLst>
                </a:gridCol>
              </a:tblGrid>
              <a:tr h="2661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1" lang="en-SG" altLang="ko-KR" sz="1050" b="1" kern="1200" spc="0">
                          <a:ln w="9525" cap="flat" cmpd="sng" algn="ctr">
                            <a:solidFill>
                              <a:srgbClr val="FFC000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Impact 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1" lang="en-SG" altLang="ko-KR" sz="600" b="0" kern="1200" spc="0">
                          <a:ln w="9525" cap="flat" cmpd="sng" algn="ctr">
                            <a:solidFill>
                              <a:srgbClr val="FFC000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(1,000 EURO)</a:t>
                      </a:r>
                      <a:endParaRPr kumimoji="1" lang="en-US" altLang="ko-KR" sz="800" b="0" kern="1200" spc="0">
                        <a:ln w="9525" cap="flat" cmpd="sng" algn="ctr">
                          <a:solidFill>
                            <a:srgbClr val="FFC000">
                              <a:alpha val="0"/>
                            </a:srgbClr>
                          </a:solidFill>
                          <a:prstDash val="solid"/>
                          <a:round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1" lang="en-SG" altLang="ko-KR" sz="1050" b="1" kern="1200" spc="0">
                          <a:ln w="9525" cap="flat" cmpd="sng" algn="ctr">
                            <a:solidFill>
                              <a:srgbClr val="FFC000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Investment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1" lang="en-SG" altLang="ko-KR" sz="600" b="0" i="0" u="none" strike="noStrike" kern="1200" cap="none" spc="0" normalizeH="0" baseline="0" noProof="0">
                          <a:ln w="9525" cap="flat" cmpd="sng" algn="ctr">
                            <a:solidFill>
                              <a:srgbClr val="FFC000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(1,000 EURO)</a:t>
                      </a:r>
                      <a:endParaRPr kumimoji="1" lang="en-US" altLang="ko-KR" sz="1000" b="1" kern="1200" spc="0">
                        <a:ln w="9525" cap="flat" cmpd="sng" algn="ctr">
                          <a:solidFill>
                            <a:srgbClr val="FFC000">
                              <a:alpha val="0"/>
                            </a:srgbClr>
                          </a:solidFill>
                          <a:prstDash val="solid"/>
                          <a:round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1" lang="en-US" altLang="ko-KR" sz="1050" b="1" kern="1200" spc="0" err="1">
                          <a:ln w="9525" cap="flat" cmpd="sng" algn="ctr">
                            <a:solidFill>
                              <a:srgbClr val="FFC000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RoI</a:t>
                      </a:r>
                      <a:endParaRPr kumimoji="1" lang="en-US" altLang="ko-KR" sz="1050" b="1" kern="1200" spc="0">
                        <a:ln w="9525" cap="flat" cmpd="sng" algn="ctr">
                          <a:solidFill>
                            <a:srgbClr val="FFC000">
                              <a:alpha val="0"/>
                            </a:srgbClr>
                          </a:solidFill>
                          <a:prstDash val="solid"/>
                          <a:round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1" lang="en-SG" altLang="ko-KR" sz="600" b="0" i="0" u="none" strike="noStrike" kern="1200" cap="none" spc="0" normalizeH="0" baseline="0" noProof="0">
                          <a:ln w="9525" cap="flat" cmpd="sng" algn="ctr">
                            <a:solidFill>
                              <a:srgbClr val="FFC000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(Month)</a:t>
                      </a:r>
                      <a:endParaRPr kumimoji="1" lang="en-US" altLang="ko-KR" sz="1000" b="1" i="0" u="none" strike="noStrike" kern="1200" cap="none" spc="0" normalizeH="0" baseline="0" noProof="0">
                        <a:ln w="9525" cap="flat" cmpd="sng" algn="ctr">
                          <a:solidFill>
                            <a:srgbClr val="FFC000">
                              <a:alpha val="0"/>
                            </a:srgbClr>
                          </a:solidFill>
                          <a:prstDash val="solid"/>
                          <a:round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1" lang="en-US" altLang="ko-KR" sz="1050" b="1" kern="1200" spc="0">
                          <a:ln w="9525" cap="flat" cmpd="sng" algn="ctr">
                            <a:solidFill>
                              <a:srgbClr val="FFC000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Feasibility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1" lang="en-SG" altLang="ko-KR" sz="600" b="0" i="0" u="none" strike="noStrike" kern="1200" cap="none" spc="0" normalizeH="0" baseline="0" noProof="0">
                          <a:ln w="9525" cap="flat" cmpd="sng" algn="ctr">
                            <a:solidFill>
                              <a:srgbClr val="FFC000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(Low</a:t>
                      </a:r>
                      <a:r>
                        <a:rPr kumimoji="1" lang="ko-KR" altLang="en-US" sz="600" b="0" i="0" u="none" strike="noStrike" kern="1200" cap="none" spc="0" normalizeH="0" baseline="0" noProof="0">
                          <a:ln w="9525" cap="flat" cmpd="sng" algn="ctr">
                            <a:solidFill>
                              <a:srgbClr val="FFC000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SG" altLang="ko-KR" sz="600" b="0" i="0" u="none" strike="noStrike" kern="1200" cap="none" spc="0" normalizeH="0" baseline="0" noProof="0">
                          <a:ln w="9525" cap="flat" cmpd="sng" algn="ctr">
                            <a:solidFill>
                              <a:srgbClr val="FFC000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1 - High :5)</a:t>
                      </a:r>
                      <a:endParaRPr kumimoji="1" lang="en-US" altLang="ko-KR" sz="1000" b="1" i="0" u="none" strike="noStrike" kern="1200" cap="none" spc="0" normalizeH="0" baseline="0" noProof="0">
                        <a:ln w="9525" cap="flat" cmpd="sng" algn="ctr">
                          <a:solidFill>
                            <a:srgbClr val="FFC000">
                              <a:alpha val="0"/>
                            </a:srgbClr>
                          </a:solidFill>
                          <a:prstDash val="solid"/>
                          <a:round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2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en-SG" sz="1100" kern="1200" spc="0">
                          <a:ln w="9525" cap="flat" cmpd="sng" algn="ctr">
                            <a:solidFill>
                              <a:srgbClr val="FFC000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00206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X</a:t>
                      </a:r>
                      <a:endParaRPr kumimoji="1" sz="1100" kern="1200" spc="0">
                        <a:ln w="9525" cap="flat" cmpd="sng" algn="ctr">
                          <a:solidFill>
                            <a:srgbClr val="FFC000">
                              <a:alpha val="0"/>
                            </a:srgbClr>
                          </a:solidFill>
                          <a:prstDash val="solid"/>
                          <a:round/>
                        </a:ln>
                        <a:solidFill>
                          <a:srgbClr val="00206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en-SG" sz="1100" kern="1200" spc="0">
                          <a:ln w="9525" cap="flat" cmpd="sng" algn="ctr">
                            <a:solidFill>
                              <a:srgbClr val="FFC000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00206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en-US" sz="1100" kern="1200" spc="0">
                          <a:ln w="9525" cap="flat" cmpd="sng" algn="ctr">
                            <a:solidFill>
                              <a:srgbClr val="FFC000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00206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X</a:t>
                      </a:r>
                      <a:endParaRPr kumimoji="1" sz="1100" kern="1200" spc="0">
                        <a:ln w="9525" cap="flat" cmpd="sng" algn="ctr">
                          <a:solidFill>
                            <a:srgbClr val="FFC000">
                              <a:alpha val="0"/>
                            </a:srgbClr>
                          </a:solidFill>
                          <a:prstDash val="solid"/>
                          <a:round/>
                        </a:ln>
                        <a:solidFill>
                          <a:srgbClr val="00206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en-US" sz="1100" kern="1200" spc="0">
                          <a:ln w="9525" cap="flat" cmpd="sng" algn="ctr">
                            <a:solidFill>
                              <a:srgbClr val="FFC000">
                                <a:alpha val="0"/>
                              </a:srgbClr>
                            </a:solidFill>
                            <a:prstDash val="solid"/>
                            <a:round/>
                          </a:ln>
                          <a:solidFill>
                            <a:srgbClr val="00206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X</a:t>
                      </a:r>
                      <a:endParaRPr kumimoji="1" sz="1100" kern="1200" spc="0">
                        <a:ln w="9525" cap="flat" cmpd="sng" algn="ctr">
                          <a:solidFill>
                            <a:srgbClr val="FFC000">
                              <a:alpha val="0"/>
                            </a:srgbClr>
                          </a:solidFill>
                          <a:prstDash val="solid"/>
                          <a:round/>
                        </a:ln>
                        <a:solidFill>
                          <a:srgbClr val="00206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087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4031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526A9-2E39-9FBF-D028-FC02218D0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Arrow: Pentagon 71">
            <a:extLst>
              <a:ext uri="{FF2B5EF4-FFF2-40B4-BE49-F238E27FC236}">
                <a16:creationId xmlns:a16="http://schemas.microsoft.com/office/drawing/2014/main" id="{19323CD0-772F-26AF-3166-EB9FD957FF45}"/>
              </a:ext>
            </a:extLst>
          </p:cNvPr>
          <p:cNvSpPr/>
          <p:nvPr/>
        </p:nvSpPr>
        <p:spPr>
          <a:xfrm rot="5400000">
            <a:off x="8732840" y="1194824"/>
            <a:ext cx="532287" cy="1613183"/>
          </a:xfrm>
          <a:prstGeom prst="homePlate">
            <a:avLst>
              <a:gd name="adj" fmla="val 27679"/>
            </a:avLst>
          </a:prstGeom>
          <a:solidFill>
            <a:schemeClr val="bg2">
              <a:lumMod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200" b="1" i="0" u="none" strike="noStrike" kern="1200" cap="none" spc="0" normalizeH="0" baseline="0" noProof="0">
              <a:ln>
                <a:solidFill>
                  <a:prstClr val="black">
                    <a:lumMod val="50000"/>
                    <a:lumOff val="50000"/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HDharmony M" panose="02020603020101020101" pitchFamily="18" charset="-127"/>
              <a:ea typeface="HDharmony M" panose="02020603020101020101" pitchFamily="18" charset="-127"/>
              <a:cs typeface="+mn-cs"/>
            </a:endParaRPr>
          </a:p>
        </p:txBody>
      </p:sp>
      <p:sp>
        <p:nvSpPr>
          <p:cNvPr id="71" name="Arrow: Pentagon 70">
            <a:extLst>
              <a:ext uri="{FF2B5EF4-FFF2-40B4-BE49-F238E27FC236}">
                <a16:creationId xmlns:a16="http://schemas.microsoft.com/office/drawing/2014/main" id="{CB6B1640-7443-A675-50FF-32D874ED1416}"/>
              </a:ext>
            </a:extLst>
          </p:cNvPr>
          <p:cNvSpPr/>
          <p:nvPr/>
        </p:nvSpPr>
        <p:spPr>
          <a:xfrm rot="5400000">
            <a:off x="8417560" y="2313329"/>
            <a:ext cx="1162850" cy="1613183"/>
          </a:xfrm>
          <a:prstGeom prst="homePlate">
            <a:avLst>
              <a:gd name="adj" fmla="val 27679"/>
            </a:avLst>
          </a:prstGeom>
          <a:solidFill>
            <a:schemeClr val="bg2">
              <a:lumMod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200" b="1" i="0" u="none" strike="noStrike" kern="1200" cap="none" spc="0" normalizeH="0" baseline="0" noProof="0">
              <a:ln>
                <a:solidFill>
                  <a:prstClr val="black">
                    <a:lumMod val="50000"/>
                    <a:lumOff val="50000"/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HDharmony M" panose="02020603020101020101" pitchFamily="18" charset="-127"/>
              <a:ea typeface="HDharmony M" panose="02020603020101020101" pitchFamily="18" charset="-127"/>
              <a:cs typeface="+mn-cs"/>
            </a:endParaRPr>
          </a:p>
        </p:txBody>
      </p:sp>
      <p:sp>
        <p:nvSpPr>
          <p:cNvPr id="70" name="Arrow: Pentagon 69">
            <a:extLst>
              <a:ext uri="{FF2B5EF4-FFF2-40B4-BE49-F238E27FC236}">
                <a16:creationId xmlns:a16="http://schemas.microsoft.com/office/drawing/2014/main" id="{4AEB2179-5658-C6CF-EF6F-A4BC41E58D81}"/>
              </a:ext>
            </a:extLst>
          </p:cNvPr>
          <p:cNvSpPr/>
          <p:nvPr/>
        </p:nvSpPr>
        <p:spPr>
          <a:xfrm rot="5400000">
            <a:off x="7866451" y="4140360"/>
            <a:ext cx="2265068" cy="1613183"/>
          </a:xfrm>
          <a:prstGeom prst="homePlate">
            <a:avLst>
              <a:gd name="adj" fmla="val 27679"/>
            </a:avLst>
          </a:prstGeom>
          <a:solidFill>
            <a:schemeClr val="bg2">
              <a:lumMod val="5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200" b="1" i="0" u="none" strike="noStrike" kern="1200" cap="none" spc="0" normalizeH="0" baseline="0" noProof="0">
              <a:ln>
                <a:solidFill>
                  <a:prstClr val="black">
                    <a:lumMod val="50000"/>
                    <a:lumOff val="50000"/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HDharmony M" panose="02020603020101020101" pitchFamily="18" charset="-127"/>
              <a:ea typeface="HDharmony M" panose="02020603020101020101" pitchFamily="18" charset="-127"/>
              <a:cs typeface="+mn-cs"/>
            </a:endParaRPr>
          </a:p>
        </p:txBody>
      </p:sp>
      <p:sp>
        <p:nvSpPr>
          <p:cNvPr id="5" name="Text Box 38">
            <a:extLst>
              <a:ext uri="{FF2B5EF4-FFF2-40B4-BE49-F238E27FC236}">
                <a16:creationId xmlns:a16="http://schemas.microsoft.com/office/drawing/2014/main" id="{4DDCD0E5-BBD7-7899-1A16-EE3C49CD80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7100" y="70615"/>
            <a:ext cx="1368366" cy="2095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lIns="83969" tIns="41985" rIns="83969" bIns="41985"/>
          <a:lstStyle>
            <a:lvl1pPr defTabSz="838200" eaLnBrk="0" hangingPunct="0">
              <a:spcBef>
                <a:spcPct val="20000"/>
              </a:spcBef>
              <a:buFont typeface="Arial" pitchFamily="34" charset="0"/>
              <a:buChar char="•"/>
              <a:defRPr sz="3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defTabSz="838200" eaLnBrk="0" hangingPunct="0">
              <a:spcBef>
                <a:spcPct val="20000"/>
              </a:spcBef>
              <a:buFont typeface="Arial" pitchFamily="34" charset="0"/>
              <a:buChar char="–"/>
              <a:defRPr sz="29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defTabSz="838200" eaLnBrk="0" hangingPunct="0">
              <a:spcBef>
                <a:spcPct val="20000"/>
              </a:spcBef>
              <a:buFont typeface="Arial" pitchFamily="34" charset="0"/>
              <a:buChar char="•"/>
              <a:defRPr sz="2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defTabSz="838200" eaLnBrk="0" hangingPunct="0">
              <a:spcBef>
                <a:spcPct val="20000"/>
              </a:spcBef>
              <a:buFont typeface="Arial" pitchFamily="34" charset="0"/>
              <a:buChar char="–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defTabSz="838200" eaLnBrk="0" hangingPunct="0">
              <a:spcBef>
                <a:spcPct val="20000"/>
              </a:spcBef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ctr" defTabSz="838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현대하모니 M" pitchFamily="18" charset="-127"/>
                <a:ea typeface="현대하모니 M" pitchFamily="18" charset="-127"/>
                <a:cs typeface="+mn-cs"/>
              </a:rPr>
              <a:t>사내한 </a:t>
            </a:r>
            <a:r>
              <a:rPr kumimoji="1" lang="en-US" altLang="ko-KR" sz="900" b="0" i="0" u="none" strike="noStrike" kern="1200" cap="none" spc="0" normalizeH="0" baseline="0" noProof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현대하모니 M" pitchFamily="18" charset="-127"/>
                <a:ea typeface="현대하모니 M" pitchFamily="18" charset="-127"/>
                <a:cs typeface="+mn-cs"/>
              </a:rPr>
              <a:t>(Restricted)</a:t>
            </a:r>
            <a:endParaRPr kumimoji="1" lang="ko-KR" altLang="en-US" sz="900" b="0" i="0" u="none" strike="noStrike" kern="1200" cap="none" spc="0" normalizeH="0" baseline="0" noProof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FF0000"/>
              </a:solidFill>
              <a:effectLst/>
              <a:uLnTx/>
              <a:uFillTx/>
              <a:latin typeface="현대하모니 M" pitchFamily="18" charset="-127"/>
              <a:ea typeface="현대하모니 M" pitchFamily="18" charset="-127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511273-F557-7B2C-BBEA-7859F075148D}"/>
              </a:ext>
            </a:extLst>
          </p:cNvPr>
          <p:cNvSpPr/>
          <p:nvPr/>
        </p:nvSpPr>
        <p:spPr>
          <a:xfrm>
            <a:off x="0" y="6421120"/>
            <a:ext cx="9906000" cy="436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0E3F8CD-869A-BD74-D36F-B4280B8FC794}"/>
              </a:ext>
            </a:extLst>
          </p:cNvPr>
          <p:cNvGrpSpPr/>
          <p:nvPr/>
        </p:nvGrpSpPr>
        <p:grpSpPr>
          <a:xfrm>
            <a:off x="2744456" y="1713372"/>
            <a:ext cx="5259097" cy="5051317"/>
            <a:chOff x="3539797" y="1713371"/>
            <a:chExt cx="5960418" cy="505131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11F4968-67D8-F4AF-E3EC-4DE9706AA65D}"/>
                </a:ext>
              </a:extLst>
            </p:cNvPr>
            <p:cNvSpPr/>
            <p:nvPr/>
          </p:nvSpPr>
          <p:spPr>
            <a:xfrm>
              <a:off x="3539799" y="1713371"/>
              <a:ext cx="5923692" cy="5322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D39BD7F-0C62-879E-D09F-D05C81293AFD}"/>
                </a:ext>
              </a:extLst>
            </p:cNvPr>
            <p:cNvSpPr txBox="1"/>
            <p:nvPr/>
          </p:nvSpPr>
          <p:spPr>
            <a:xfrm>
              <a:off x="3539799" y="1749707"/>
              <a:ext cx="5960416" cy="43088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182563" marR="0" lvl="0" indent="-182563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HDharmony M" panose="02020603020101020101" pitchFamily="18" charset="-127"/>
                  <a:cs typeface="+mn-cs"/>
                </a:rPr>
                <a:t>Capture </a:t>
              </a: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HDharmony M" panose="02020603020101020101" pitchFamily="18" charset="-127"/>
                  <a:cs typeface="+mn-cs"/>
                </a:rPr>
                <a:t>actual process steps</a:t>
              </a: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HDharmony M" panose="02020603020101020101" pitchFamily="18" charset="-127"/>
                  <a:cs typeface="+mn-cs"/>
                </a:rPr>
                <a:t>, and fully align across all stakeholders</a:t>
              </a:r>
            </a:p>
            <a:p>
              <a:pPr marL="182563" marR="0" lvl="0" indent="-182563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HDharmony M" panose="02020603020101020101" pitchFamily="18" charset="-127"/>
                  <a:cs typeface="+mn-cs"/>
                </a:rPr>
                <a:t>Identify specific </a:t>
              </a: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HDharmony M" panose="02020603020101020101" pitchFamily="18" charset="-127"/>
                  <a:cs typeface="+mn-cs"/>
                </a:rPr>
                <a:t>process challenges </a:t>
              </a: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HDharmony M" panose="02020603020101020101" pitchFamily="18" charset="-127"/>
                  <a:cs typeface="+mn-cs"/>
                </a:rPr>
                <a:t>to be addressed by the app</a:t>
              </a:r>
              <a:endParaRPr kumimoji="0" lang="en-SG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HDharmony M" panose="02020603020101020101" pitchFamily="18" charset="-127"/>
                <a:cs typeface="+mn-cs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5896A1C-A961-A2C5-478A-066C93FC9BDC}"/>
                </a:ext>
              </a:extLst>
            </p:cNvPr>
            <p:cNvSpPr/>
            <p:nvPr/>
          </p:nvSpPr>
          <p:spPr>
            <a:xfrm>
              <a:off x="3539797" y="2394780"/>
              <a:ext cx="5923692" cy="5322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852B2CC-A4D5-05A9-442F-88C9ABBE0F86}"/>
                </a:ext>
              </a:extLst>
            </p:cNvPr>
            <p:cNvSpPr txBox="1"/>
            <p:nvPr/>
          </p:nvSpPr>
          <p:spPr>
            <a:xfrm>
              <a:off x="3539797" y="2447372"/>
              <a:ext cx="5732231" cy="43088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182563" marR="0" lvl="0" indent="-182563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HDharmony M" panose="02020603020101020101" pitchFamily="18" charset="-127"/>
                  <a:cs typeface="+mn-cs"/>
                </a:rPr>
                <a:t>Design </a:t>
              </a: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HDharmony M" panose="02020603020101020101" pitchFamily="18" charset="-127"/>
                  <a:cs typeface="+mn-cs"/>
                </a:rPr>
                <a:t>future-state process </a:t>
              </a: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HDharmony M" panose="02020603020101020101" pitchFamily="18" charset="-127"/>
                  <a:cs typeface="+mn-cs"/>
                </a:rPr>
                <a:t>to address pain points from As-Is analysis</a:t>
              </a:r>
            </a:p>
            <a:p>
              <a:pPr marL="182563" marR="0" lvl="0" indent="-182563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HDharmony M" panose="02020603020101020101" pitchFamily="18" charset="-127"/>
                  <a:cs typeface="+mn-cs"/>
                </a:rPr>
                <a:t>Identify where and how the app needs to </a:t>
              </a: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HDharmony M" panose="02020603020101020101" pitchFamily="18" charset="-127"/>
                  <a:cs typeface="+mn-cs"/>
                </a:rPr>
                <a:t>support new process</a:t>
              </a:r>
              <a:endParaRPr kumimoji="0" lang="en-SG" sz="11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HDharmony M" panose="02020603020101020101" pitchFamily="18" charset="-127"/>
                <a:cs typeface="+mn-cs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D3C3251-BF72-83E8-423F-D8845C01661F}"/>
                </a:ext>
              </a:extLst>
            </p:cNvPr>
            <p:cNvSpPr/>
            <p:nvPr/>
          </p:nvSpPr>
          <p:spPr>
            <a:xfrm>
              <a:off x="3539797" y="3082406"/>
              <a:ext cx="5923691" cy="5322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DD3F983-2484-4595-4D12-319832375EF3}"/>
                </a:ext>
              </a:extLst>
            </p:cNvPr>
            <p:cNvSpPr txBox="1"/>
            <p:nvPr/>
          </p:nvSpPr>
          <p:spPr>
            <a:xfrm>
              <a:off x="3539798" y="3151842"/>
              <a:ext cx="5835490" cy="40126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182563" marR="0" lvl="0" indent="-182563" algn="l" defTabSz="4572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HDharmony M" panose="02020603020101020101" pitchFamily="18" charset="-127"/>
                  <a:cs typeface="+mn-cs"/>
                </a:rPr>
                <a:t>Pre-define stories </a:t>
              </a: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HDharmony M" panose="02020603020101020101" pitchFamily="18" charset="-127"/>
                  <a:cs typeface="+mn-cs"/>
                </a:rPr>
                <a:t>based on roles of users in the to-be process</a:t>
              </a:r>
              <a:endParaRPr kumimoji="0" lang="en-SG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HDharmony M" panose="02020603020101020101" pitchFamily="18" charset="-127"/>
                <a:cs typeface="+mn-cs"/>
              </a:endParaRPr>
            </a:p>
            <a:p>
              <a:pPr marL="182563" marR="0" lvl="0" indent="-182563" algn="l" defTabSz="4572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HDharmony M" panose="02020603020101020101" pitchFamily="18" charset="-127"/>
                  <a:cs typeface="+mn-cs"/>
                </a:rPr>
                <a:t>Complement the stories with </a:t>
              </a: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HDharmony M" panose="02020603020101020101" pitchFamily="18" charset="-127"/>
                  <a:cs typeface="+mn-cs"/>
                </a:rPr>
                <a:t>specific user needs </a:t>
              </a: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HDharmony M" panose="02020603020101020101" pitchFamily="18" charset="-127"/>
                  <a:cs typeface="+mn-cs"/>
                </a:rPr>
                <a:t>in the process</a:t>
              </a:r>
              <a:endParaRPr kumimoji="0" lang="en-SG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HDharmony M" panose="02020603020101020101" pitchFamily="18" charset="-127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46EF45F-0FD6-352C-4095-8FA2E10B0ECF}"/>
                </a:ext>
              </a:extLst>
            </p:cNvPr>
            <p:cNvSpPr/>
            <p:nvPr/>
          </p:nvSpPr>
          <p:spPr>
            <a:xfrm>
              <a:off x="3539799" y="4459817"/>
              <a:ext cx="5923689" cy="4814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E62AE12-E193-2C87-D968-BA2191B3F45A}"/>
                </a:ext>
              </a:extLst>
            </p:cNvPr>
            <p:cNvSpPr txBox="1"/>
            <p:nvPr/>
          </p:nvSpPr>
          <p:spPr>
            <a:xfrm>
              <a:off x="3539797" y="4475458"/>
              <a:ext cx="5923689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marL="182563" marR="0" lvl="0" indent="-182563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HDharmony M" panose="02020603020101020101" pitchFamily="18" charset="-127"/>
                  <a:cs typeface="+mn-cs"/>
                </a:rPr>
                <a:t>Evolve to-be process and user-stories into a </a:t>
              </a: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HDharmony M" panose="02020603020101020101" pitchFamily="18" charset="-127"/>
                  <a:cs typeface="+mn-cs"/>
                </a:rPr>
                <a:t>UX/UI flow</a:t>
              </a:r>
            </a:p>
            <a:p>
              <a:pPr marL="182563" marR="0" lvl="0" indent="-182563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HDharmony M" panose="02020603020101020101" pitchFamily="18" charset="-127"/>
                  <a:cs typeface="+mn-cs"/>
                </a:rPr>
                <a:t>Derive </a:t>
              </a: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HDharmony M" panose="02020603020101020101" pitchFamily="18" charset="-127"/>
                  <a:cs typeface="+mn-cs"/>
                </a:rPr>
                <a:t>presentation, logical and data interface blocks </a:t>
              </a: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HDharmony M" panose="02020603020101020101" pitchFamily="18" charset="-127"/>
                  <a:cs typeface="+mn-cs"/>
                </a:rPr>
                <a:t>– key app components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85F3E37-3F0D-0B68-A5F9-7B4B602FC998}"/>
                </a:ext>
              </a:extLst>
            </p:cNvPr>
            <p:cNvSpPr/>
            <p:nvPr/>
          </p:nvSpPr>
          <p:spPr>
            <a:xfrm>
              <a:off x="3539799" y="5093936"/>
              <a:ext cx="5923689" cy="4926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09B4683-70C6-4071-AF3D-02F912917F83}"/>
                </a:ext>
              </a:extLst>
            </p:cNvPr>
            <p:cNvSpPr txBox="1"/>
            <p:nvPr/>
          </p:nvSpPr>
          <p:spPr>
            <a:xfrm>
              <a:off x="3539799" y="5116575"/>
              <a:ext cx="5878626" cy="43088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182563" marR="0" lvl="0" indent="-182563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HDharmony M" panose="02020603020101020101" pitchFamily="18" charset="-127"/>
                  <a:cs typeface="+mn-cs"/>
                </a:rPr>
                <a:t>Define </a:t>
              </a: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HDharmony M" panose="02020603020101020101" pitchFamily="18" charset="-127"/>
                  <a:cs typeface="+mn-cs"/>
                </a:rPr>
                <a:t>logical workflows </a:t>
              </a: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HDharmony M" panose="02020603020101020101" pitchFamily="18" charset="-127"/>
                  <a:cs typeface="+mn-cs"/>
                </a:rPr>
                <a:t>and </a:t>
              </a: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HDharmony M" panose="02020603020101020101" pitchFamily="18" charset="-127"/>
                  <a:cs typeface="+mn-cs"/>
                </a:rPr>
                <a:t>dependencies</a:t>
              </a: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HDharmony M" panose="02020603020101020101" pitchFamily="18" charset="-127"/>
                  <a:cs typeface="+mn-cs"/>
                </a:rPr>
                <a:t> between app components</a:t>
              </a:r>
            </a:p>
            <a:p>
              <a:pPr marL="182563" marR="0" lvl="0" indent="-182563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HDharmony M" panose="02020603020101020101" pitchFamily="18" charset="-127"/>
                  <a:cs typeface="+mn-cs"/>
                </a:rPr>
                <a:t>Define data models as well as </a:t>
              </a: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HDharmony M" panose="02020603020101020101" pitchFamily="18" charset="-127"/>
                  <a:cs typeface="+mn-cs"/>
                </a:rPr>
                <a:t>data flows</a:t>
              </a:r>
              <a:endParaRPr kumimoji="0" lang="en-SG" sz="11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HDharmony M" panose="02020603020101020101" pitchFamily="18" charset="-127"/>
                <a:cs typeface="+mn-cs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144BA74-C35D-25B6-DB68-AA1A487ECBF2}"/>
                </a:ext>
              </a:extLst>
            </p:cNvPr>
            <p:cNvSpPr/>
            <p:nvPr/>
          </p:nvSpPr>
          <p:spPr>
            <a:xfrm>
              <a:off x="3539797" y="5717472"/>
              <a:ext cx="5923689" cy="4343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D048810-2070-4682-4E39-E4B8F0988B55}"/>
                </a:ext>
              </a:extLst>
            </p:cNvPr>
            <p:cNvSpPr txBox="1"/>
            <p:nvPr/>
          </p:nvSpPr>
          <p:spPr>
            <a:xfrm>
              <a:off x="3539799" y="5802917"/>
              <a:ext cx="59236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82563" marR="0" lvl="0" indent="-182563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HDharmony M" panose="02020603020101020101" pitchFamily="18" charset="-127"/>
                  <a:cs typeface="+mn-cs"/>
                </a:rPr>
                <a:t>Define 7 key hardware and infrastructure </a:t>
              </a: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HDharmony M" panose="02020603020101020101" pitchFamily="18" charset="-127"/>
                  <a:cs typeface="+mn-cs"/>
                </a:rPr>
                <a:t>setup choices 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HDharmony M" panose="02020603020101020101" pitchFamily="18" charset="-127"/>
                  <a:cs typeface="+mn-cs"/>
                </a:rPr>
                <a:t>to run the app</a:t>
              </a:r>
              <a:endParaRPr kumimoji="0" lang="en-SG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HDharmony M" panose="02020603020101020101" pitchFamily="18" charset="-127"/>
                <a:cs typeface="+mn-cs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7B5667C-ABAC-880E-43E7-930689249B05}"/>
                </a:ext>
              </a:extLst>
            </p:cNvPr>
            <p:cNvSpPr/>
            <p:nvPr/>
          </p:nvSpPr>
          <p:spPr>
            <a:xfrm>
              <a:off x="3539799" y="6295856"/>
              <a:ext cx="5923687" cy="4688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057BCD8-99E6-B9AE-40B4-56CFC8D0B828}"/>
                </a:ext>
              </a:extLst>
            </p:cNvPr>
            <p:cNvSpPr txBox="1"/>
            <p:nvPr/>
          </p:nvSpPr>
          <p:spPr>
            <a:xfrm>
              <a:off x="3539799" y="6323334"/>
              <a:ext cx="5835490" cy="43088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285750" marR="0" lvl="0" indent="-28575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 kumimoji="0" sz="1200" b="0" i="0" u="none" strike="noStrike" cap="none" spc="0" normalizeH="0" baseline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HDharmony M" panose="02020603020101020101" pitchFamily="18" charset="-127"/>
                  <a:ea typeface="HDharmony M" panose="02020603020101020101" pitchFamily="18" charset="-127"/>
                </a:defRPr>
              </a:lvl1pPr>
            </a:lstStyle>
            <a:p>
              <a:pPr marL="182563" marR="0" lvl="0" indent="-182563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  <a:ea typeface="HDharmony M" panose="02020603020101020101" pitchFamily="18" charset="-127"/>
                  <a:cs typeface="+mn-cs"/>
                </a:rPr>
                <a:t>Return on investment 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  <a:ea typeface="HDharmony M" panose="02020603020101020101" pitchFamily="18" charset="-127"/>
                  <a:cs typeface="+mn-cs"/>
                </a:rPr>
                <a:t>based on impact sized vs. hardware, software and other investments (one-off and recurring)</a:t>
              </a:r>
              <a:endParaRPr kumimoji="0" lang="en-SG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HDharmony M" panose="02020603020101020101" pitchFamily="18" charset="-127"/>
                <a:cs typeface="+mn-cs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ED0B1B40-3E8F-9B5A-33B3-F9985142B485}"/>
                </a:ext>
              </a:extLst>
            </p:cNvPr>
            <p:cNvSpPr/>
            <p:nvPr/>
          </p:nvSpPr>
          <p:spPr>
            <a:xfrm>
              <a:off x="3539797" y="3771639"/>
              <a:ext cx="5923689" cy="5322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DE55A4D-0806-5B96-0F84-6D3D76BC5D3F}"/>
                </a:ext>
              </a:extLst>
            </p:cNvPr>
            <p:cNvSpPr txBox="1"/>
            <p:nvPr/>
          </p:nvSpPr>
          <p:spPr>
            <a:xfrm>
              <a:off x="3539798" y="3809656"/>
              <a:ext cx="5923688" cy="46051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171450" marR="0" lvl="0" indent="-17145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HDharmony M" panose="02020603020101020101" pitchFamily="18" charset="-127"/>
                  <a:cs typeface="+mn-cs"/>
                </a:rPr>
                <a:t>Identify &amp; </a:t>
              </a: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HDharmony M" panose="02020603020101020101" pitchFamily="18" charset="-127"/>
                  <a:cs typeface="+mn-cs"/>
                </a:rPr>
                <a:t>connect systems </a:t>
              </a: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HDharmony M" panose="02020603020101020101" pitchFamily="18" charset="-127"/>
                  <a:cs typeface="+mn-cs"/>
                </a:rPr>
                <a:t>and equipment required for app development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1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HDharmony M" panose="02020603020101020101" pitchFamily="18" charset="-127"/>
                  <a:cs typeface="+mn-cs"/>
                </a:rPr>
                <a:t>Map data </a:t>
              </a: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ea typeface="HDharmony M" panose="02020603020101020101" pitchFamily="18" charset="-127"/>
                  <a:cs typeface="+mn-cs"/>
                </a:rPr>
                <a:t>required from these systems/equipment along the to-be process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C8D28232-95B2-B242-D25B-D04CB613CB8F}"/>
              </a:ext>
            </a:extLst>
          </p:cNvPr>
          <p:cNvSpPr txBox="1"/>
          <p:nvPr/>
        </p:nvSpPr>
        <p:spPr>
          <a:xfrm>
            <a:off x="8192394" y="1749708"/>
            <a:ext cx="1614452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rPr>
              <a:t>Identify KPI &amp; Cost drivers</a:t>
            </a:r>
            <a:endParaRPr kumimoji="0" lang="en-SG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Dharmony M" panose="02020603020101020101" pitchFamily="18" charset="-127"/>
              <a:ea typeface="HDharmony M" panose="02020603020101020101" pitchFamily="18" charset="-127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901DCC9-7AC1-13E1-C650-A8EC546DBCB3}"/>
              </a:ext>
            </a:extLst>
          </p:cNvPr>
          <p:cNvSpPr txBox="1"/>
          <p:nvPr/>
        </p:nvSpPr>
        <p:spPr>
          <a:xfrm>
            <a:off x="8192394" y="2766064"/>
            <a:ext cx="1580613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rPr>
              <a:t>Calculate cost improvement impact</a:t>
            </a:r>
            <a:endParaRPr kumimoji="0" lang="en-SG" sz="1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Dharmony M" panose="02020603020101020101" pitchFamily="18" charset="-127"/>
              <a:ea typeface="HDharmony M" panose="02020603020101020101" pitchFamily="18" charset="-127"/>
              <a:cs typeface="+mn-cs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9854DF4-93F1-E90C-6C39-86A43B545FF3}"/>
              </a:ext>
            </a:extLst>
          </p:cNvPr>
          <p:cNvSpPr/>
          <p:nvPr/>
        </p:nvSpPr>
        <p:spPr>
          <a:xfrm>
            <a:off x="8192394" y="6196063"/>
            <a:ext cx="1604504" cy="46883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Dharmony M" panose="02020603020101020101" pitchFamily="18" charset="-127"/>
              <a:ea typeface="HDharmony M" panose="02020603020101020101" pitchFamily="18" charset="-127"/>
              <a:cs typeface="+mn-cs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C75406F-308B-AA66-4ECD-6518391A926B}"/>
              </a:ext>
            </a:extLst>
          </p:cNvPr>
          <p:cNvSpPr txBox="1"/>
          <p:nvPr/>
        </p:nvSpPr>
        <p:spPr>
          <a:xfrm>
            <a:off x="8192394" y="6223541"/>
            <a:ext cx="1580614" cy="43088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285750" marR="0" lvl="0" indent="-2857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rPr>
              <a:t>Impact vs investment to calculate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rPr>
              <a:t>RoI</a:t>
            </a:r>
            <a:endParaRPr kumimoji="0" lang="en-SG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Dharmony M" panose="02020603020101020101" pitchFamily="18" charset="-127"/>
              <a:ea typeface="HDharmony M" panose="02020603020101020101" pitchFamily="18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3A24DB5-C002-FCB5-AEBF-27D9B51E3A31}"/>
              </a:ext>
            </a:extLst>
          </p:cNvPr>
          <p:cNvSpPr txBox="1"/>
          <p:nvPr/>
        </p:nvSpPr>
        <p:spPr>
          <a:xfrm>
            <a:off x="8192393" y="4608866"/>
            <a:ext cx="1604504" cy="44217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rPr>
              <a:t>Evaluate size of investment required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3D13DF8-FC72-E98D-9F19-9A4564656840}"/>
              </a:ext>
            </a:extLst>
          </p:cNvPr>
          <p:cNvGrpSpPr/>
          <p:nvPr/>
        </p:nvGrpSpPr>
        <p:grpSpPr>
          <a:xfrm>
            <a:off x="2744456" y="1389142"/>
            <a:ext cx="5226689" cy="268381"/>
            <a:chOff x="3183905" y="1389142"/>
            <a:chExt cx="1562104" cy="268381"/>
          </a:xfrm>
        </p:grpSpPr>
        <p:sp>
          <p:nvSpPr>
            <p:cNvPr id="75" name="직사각형 154">
              <a:extLst>
                <a:ext uri="{FF2B5EF4-FFF2-40B4-BE49-F238E27FC236}">
                  <a16:creationId xmlns:a16="http://schemas.microsoft.com/office/drawing/2014/main" id="{BA619B68-5502-64FD-989B-65F6E5ED34FA}"/>
                </a:ext>
              </a:extLst>
            </p:cNvPr>
            <p:cNvSpPr/>
            <p:nvPr/>
          </p:nvSpPr>
          <p:spPr>
            <a:xfrm>
              <a:off x="3183905" y="1389142"/>
              <a:ext cx="1311840" cy="2462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1200" cap="none" spc="0" normalizeH="0" baseline="0" noProof="0">
                  <a:ln>
                    <a:noFill/>
                  </a:ln>
                  <a:solidFill>
                    <a:srgbClr val="0E2841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Aptos" panose="02110004020202020204"/>
                  <a:ea typeface="맑은 고딕" panose="020B0503020000020004" pitchFamily="34" charset="-127"/>
                  <a:cs typeface="+mn-cs"/>
                </a:rPr>
                <a:t>Detail</a:t>
              </a:r>
              <a:endPara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endParaRP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4DC8BE0-04F9-9B2D-307D-CC7C1385CECA}"/>
                </a:ext>
              </a:extLst>
            </p:cNvPr>
            <p:cNvCxnSpPr>
              <a:cxnSpLocks/>
            </p:cNvCxnSpPr>
            <p:nvPr/>
          </p:nvCxnSpPr>
          <p:spPr>
            <a:xfrm>
              <a:off x="3183905" y="1657523"/>
              <a:ext cx="156210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FA5D631-C6B1-9DE8-C965-5BDC6596C008}"/>
              </a:ext>
            </a:extLst>
          </p:cNvPr>
          <p:cNvGrpSpPr/>
          <p:nvPr/>
        </p:nvGrpSpPr>
        <p:grpSpPr>
          <a:xfrm>
            <a:off x="131771" y="1389142"/>
            <a:ext cx="2438756" cy="268381"/>
            <a:chOff x="3183905" y="1389142"/>
            <a:chExt cx="1562104" cy="268381"/>
          </a:xfrm>
        </p:grpSpPr>
        <p:sp>
          <p:nvSpPr>
            <p:cNvPr id="78" name="직사각형 154">
              <a:extLst>
                <a:ext uri="{FF2B5EF4-FFF2-40B4-BE49-F238E27FC236}">
                  <a16:creationId xmlns:a16="http://schemas.microsoft.com/office/drawing/2014/main" id="{CCDC72F8-8B6B-21A2-62FA-82A2CDD56B7B}"/>
                </a:ext>
              </a:extLst>
            </p:cNvPr>
            <p:cNvSpPr/>
            <p:nvPr/>
          </p:nvSpPr>
          <p:spPr>
            <a:xfrm>
              <a:off x="3183905" y="1389142"/>
              <a:ext cx="881032" cy="2462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1200" cap="none" spc="0" normalizeH="0" baseline="0" noProof="0">
                  <a:ln>
                    <a:noFill/>
                  </a:ln>
                  <a:solidFill>
                    <a:srgbClr val="0E2841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Aptos" panose="02110004020202020204"/>
                  <a:ea typeface="맑은 고딕" panose="020B0503020000020004" pitchFamily="34" charset="-127"/>
                  <a:cs typeface="+mn-cs"/>
                </a:rPr>
                <a:t>Approach step</a:t>
              </a:r>
              <a:endPara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endParaRPr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EEC44F53-61A1-A64F-63AB-0E6A1BFCB531}"/>
                </a:ext>
              </a:extLst>
            </p:cNvPr>
            <p:cNvCxnSpPr>
              <a:cxnSpLocks/>
            </p:cNvCxnSpPr>
            <p:nvPr/>
          </p:nvCxnSpPr>
          <p:spPr>
            <a:xfrm>
              <a:off x="3183905" y="1657523"/>
              <a:ext cx="156210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E28606D-D350-AB62-D70A-7BDEA842B184}"/>
              </a:ext>
            </a:extLst>
          </p:cNvPr>
          <p:cNvGrpSpPr/>
          <p:nvPr/>
        </p:nvGrpSpPr>
        <p:grpSpPr>
          <a:xfrm>
            <a:off x="8192391" y="1389142"/>
            <a:ext cx="1604506" cy="268381"/>
            <a:chOff x="3183904" y="1389142"/>
            <a:chExt cx="1562105" cy="268381"/>
          </a:xfrm>
        </p:grpSpPr>
        <p:sp>
          <p:nvSpPr>
            <p:cNvPr id="81" name="직사각형 154">
              <a:extLst>
                <a:ext uri="{FF2B5EF4-FFF2-40B4-BE49-F238E27FC236}">
                  <a16:creationId xmlns:a16="http://schemas.microsoft.com/office/drawing/2014/main" id="{A0BAA879-A08B-E6D9-E0F8-A28292B3A6AB}"/>
                </a:ext>
              </a:extLst>
            </p:cNvPr>
            <p:cNvSpPr/>
            <p:nvPr/>
          </p:nvSpPr>
          <p:spPr>
            <a:xfrm>
              <a:off x="3183904" y="1389142"/>
              <a:ext cx="1538845" cy="2462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1200" cap="none" spc="0" normalizeH="0" baseline="0" noProof="0">
                  <a:ln>
                    <a:noFill/>
                  </a:ln>
                  <a:solidFill>
                    <a:srgbClr val="0E2841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Aptos" panose="02110004020202020204"/>
                  <a:ea typeface="맑은 고딕" panose="020B0503020000020004" pitchFamily="34" charset="-127"/>
                  <a:cs typeface="+mn-cs"/>
                </a:rPr>
                <a:t>Impact Evolution</a:t>
              </a:r>
              <a:endPara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endParaRP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6F439661-2C3D-3BD8-D555-C5F33A1C3C77}"/>
                </a:ext>
              </a:extLst>
            </p:cNvPr>
            <p:cNvCxnSpPr>
              <a:cxnSpLocks/>
            </p:cNvCxnSpPr>
            <p:nvPr/>
          </p:nvCxnSpPr>
          <p:spPr>
            <a:xfrm>
              <a:off x="3183905" y="1657523"/>
              <a:ext cx="156210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9E4900C1-C4B9-B105-2D31-744CBDB56299}"/>
              </a:ext>
            </a:extLst>
          </p:cNvPr>
          <p:cNvGrpSpPr/>
          <p:nvPr/>
        </p:nvGrpSpPr>
        <p:grpSpPr>
          <a:xfrm>
            <a:off x="111871" y="1753714"/>
            <a:ext cx="2438756" cy="5028583"/>
            <a:chOff x="411006" y="1753714"/>
            <a:chExt cx="2438756" cy="5028583"/>
          </a:xfrm>
        </p:grpSpPr>
        <p:sp>
          <p:nvSpPr>
            <p:cNvPr id="98" name="Arrow: Pentagon 97">
              <a:extLst>
                <a:ext uri="{FF2B5EF4-FFF2-40B4-BE49-F238E27FC236}">
                  <a16:creationId xmlns:a16="http://schemas.microsoft.com/office/drawing/2014/main" id="{2E65E013-B5EF-E5C2-4912-E50B8941B0E5}"/>
                </a:ext>
              </a:extLst>
            </p:cNvPr>
            <p:cNvSpPr/>
            <p:nvPr/>
          </p:nvSpPr>
          <p:spPr>
            <a:xfrm rot="5400000">
              <a:off x="1387164" y="3493981"/>
              <a:ext cx="486440" cy="2438756"/>
            </a:xfrm>
            <a:prstGeom prst="homePlate">
              <a:avLst>
                <a:gd name="adj" fmla="val 27679"/>
              </a:avLst>
            </a:prstGeom>
            <a:solidFill>
              <a:schemeClr val="tx2">
                <a:lumMod val="7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600" b="1" i="0" u="none" strike="noStrike" kern="1200" cap="none" spc="0" normalizeH="0" baseline="0" noProof="0">
                <a:ln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endParaRPr>
            </a:p>
          </p:txBody>
        </p:sp>
        <p:sp>
          <p:nvSpPr>
            <p:cNvPr id="99" name="Arrow: Pentagon 98">
              <a:extLst>
                <a:ext uri="{FF2B5EF4-FFF2-40B4-BE49-F238E27FC236}">
                  <a16:creationId xmlns:a16="http://schemas.microsoft.com/office/drawing/2014/main" id="{EEE2B773-DDBF-3D71-ADEC-B20131E6E23E}"/>
                </a:ext>
              </a:extLst>
            </p:cNvPr>
            <p:cNvSpPr/>
            <p:nvPr/>
          </p:nvSpPr>
          <p:spPr>
            <a:xfrm rot="5400000">
              <a:off x="1387164" y="4137210"/>
              <a:ext cx="486440" cy="2438756"/>
            </a:xfrm>
            <a:prstGeom prst="homePlate">
              <a:avLst>
                <a:gd name="adj" fmla="val 27679"/>
              </a:avLst>
            </a:prstGeom>
            <a:solidFill>
              <a:schemeClr val="tx2">
                <a:lumMod val="7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600" b="1" i="0" u="none" strike="noStrike" kern="1200" cap="none" spc="0" normalizeH="0" baseline="0" noProof="0">
                <a:ln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endParaRPr>
            </a:p>
          </p:txBody>
        </p:sp>
        <p:sp>
          <p:nvSpPr>
            <p:cNvPr id="100" name="Arrow: Pentagon 99">
              <a:extLst>
                <a:ext uri="{FF2B5EF4-FFF2-40B4-BE49-F238E27FC236}">
                  <a16:creationId xmlns:a16="http://schemas.microsoft.com/office/drawing/2014/main" id="{BEC22568-A018-AEEE-E52C-551C99EB3DCD}"/>
                </a:ext>
              </a:extLst>
            </p:cNvPr>
            <p:cNvSpPr/>
            <p:nvPr/>
          </p:nvSpPr>
          <p:spPr>
            <a:xfrm rot="5400000">
              <a:off x="1387164" y="4741315"/>
              <a:ext cx="486440" cy="2438756"/>
            </a:xfrm>
            <a:prstGeom prst="homePlate">
              <a:avLst>
                <a:gd name="adj" fmla="val 27679"/>
              </a:avLst>
            </a:prstGeom>
            <a:solidFill>
              <a:schemeClr val="tx2">
                <a:lumMod val="7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600" b="1" i="0" u="none" strike="noStrike" kern="1200" cap="none" spc="0" normalizeH="0" baseline="0" noProof="0">
                <a:ln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endParaRPr>
            </a:p>
          </p:txBody>
        </p:sp>
        <p:sp>
          <p:nvSpPr>
            <p:cNvPr id="101" name="Arrow: Pentagon 100">
              <a:extLst>
                <a:ext uri="{FF2B5EF4-FFF2-40B4-BE49-F238E27FC236}">
                  <a16:creationId xmlns:a16="http://schemas.microsoft.com/office/drawing/2014/main" id="{A9146D7A-F5DC-EC31-21CE-B1F96ED19230}"/>
                </a:ext>
              </a:extLst>
            </p:cNvPr>
            <p:cNvSpPr/>
            <p:nvPr/>
          </p:nvSpPr>
          <p:spPr>
            <a:xfrm rot="5400000">
              <a:off x="1387164" y="5319699"/>
              <a:ext cx="486440" cy="2438756"/>
            </a:xfrm>
            <a:prstGeom prst="homePlate">
              <a:avLst>
                <a:gd name="adj" fmla="val 27679"/>
              </a:avLst>
            </a:prstGeom>
            <a:solidFill>
              <a:schemeClr val="tx2">
                <a:lumMod val="7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600" b="1" i="0" u="none" strike="noStrike" kern="1200" cap="none" spc="0" normalizeH="0" baseline="0" noProof="0">
                <a:ln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endParaRPr>
            </a:p>
          </p:txBody>
        </p:sp>
        <p:sp>
          <p:nvSpPr>
            <p:cNvPr id="102" name="Arrow: Pentagon 101">
              <a:extLst>
                <a:ext uri="{FF2B5EF4-FFF2-40B4-BE49-F238E27FC236}">
                  <a16:creationId xmlns:a16="http://schemas.microsoft.com/office/drawing/2014/main" id="{22CA07BD-930D-B0D5-2CE6-D944A22C8D4F}"/>
                </a:ext>
              </a:extLst>
            </p:cNvPr>
            <p:cNvSpPr/>
            <p:nvPr/>
          </p:nvSpPr>
          <p:spPr>
            <a:xfrm rot="5400000">
              <a:off x="1387164" y="777556"/>
              <a:ext cx="486440" cy="2438756"/>
            </a:xfrm>
            <a:prstGeom prst="homePlate">
              <a:avLst>
                <a:gd name="adj" fmla="val 27679"/>
              </a:avLst>
            </a:prstGeom>
            <a:solidFill>
              <a:schemeClr val="tx2">
                <a:lumMod val="7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200" b="1" i="0" u="none" strike="noStrike" kern="1200" cap="none" spc="0" normalizeH="0" baseline="0" noProof="0">
                <a:ln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endParaRPr>
            </a:p>
          </p:txBody>
        </p:sp>
        <p:sp>
          <p:nvSpPr>
            <p:cNvPr id="103" name="Arrow: Pentagon 102">
              <a:extLst>
                <a:ext uri="{FF2B5EF4-FFF2-40B4-BE49-F238E27FC236}">
                  <a16:creationId xmlns:a16="http://schemas.microsoft.com/office/drawing/2014/main" id="{AA98BF22-AF2A-5715-30B2-CC87AFD7129A}"/>
                </a:ext>
              </a:extLst>
            </p:cNvPr>
            <p:cNvSpPr/>
            <p:nvPr/>
          </p:nvSpPr>
          <p:spPr>
            <a:xfrm rot="5400000">
              <a:off x="1387164" y="1418623"/>
              <a:ext cx="486440" cy="2438756"/>
            </a:xfrm>
            <a:prstGeom prst="homePlate">
              <a:avLst>
                <a:gd name="adj" fmla="val 27679"/>
              </a:avLst>
            </a:prstGeom>
            <a:solidFill>
              <a:schemeClr val="tx2">
                <a:lumMod val="7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200" b="1" i="0" u="none" strike="noStrike" kern="1200" cap="none" spc="0" normalizeH="0" baseline="0" noProof="0">
                <a:ln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endParaRPr>
            </a:p>
          </p:txBody>
        </p:sp>
        <p:sp>
          <p:nvSpPr>
            <p:cNvPr id="104" name="Arrow: Pentagon 103">
              <a:extLst>
                <a:ext uri="{FF2B5EF4-FFF2-40B4-BE49-F238E27FC236}">
                  <a16:creationId xmlns:a16="http://schemas.microsoft.com/office/drawing/2014/main" id="{06194FFB-873C-1836-ABB7-02E9DBCD150F}"/>
                </a:ext>
              </a:extLst>
            </p:cNvPr>
            <p:cNvSpPr/>
            <p:nvPr/>
          </p:nvSpPr>
          <p:spPr>
            <a:xfrm rot="5400000">
              <a:off x="1387164" y="2104284"/>
              <a:ext cx="486440" cy="2438756"/>
            </a:xfrm>
            <a:prstGeom prst="homePlate">
              <a:avLst>
                <a:gd name="adj" fmla="val 27679"/>
              </a:avLst>
            </a:prstGeom>
            <a:solidFill>
              <a:schemeClr val="tx2">
                <a:lumMod val="7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200" b="1" i="0" u="none" strike="noStrike" kern="1200" cap="none" spc="0" normalizeH="0" baseline="0" noProof="0">
                <a:ln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20079059-04DB-3C36-D73A-BEAA6A3AB1D5}"/>
                </a:ext>
              </a:extLst>
            </p:cNvPr>
            <p:cNvSpPr txBox="1"/>
            <p:nvPr/>
          </p:nvSpPr>
          <p:spPr>
            <a:xfrm>
              <a:off x="810974" y="5136422"/>
              <a:ext cx="18897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Dharmony B" panose="02020603020101020101" pitchFamily="18" charset="-127"/>
                  <a:ea typeface="HDharmony B" panose="02020603020101020101" pitchFamily="18" charset="-127"/>
                  <a:cs typeface="+mn-cs"/>
                </a:rPr>
                <a:t>Logical Design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45F1F147-D8FC-8B14-1FCE-8A3C4E9C3D8B}"/>
                </a:ext>
              </a:extLst>
            </p:cNvPr>
            <p:cNvSpPr txBox="1"/>
            <p:nvPr/>
          </p:nvSpPr>
          <p:spPr>
            <a:xfrm>
              <a:off x="857053" y="6332290"/>
              <a:ext cx="764183" cy="2633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16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Dharmony B" panose="02020603020101020101" pitchFamily="18" charset="-127"/>
                  <a:ea typeface="HDharmony B" panose="02020603020101020101" pitchFamily="18" charset="-127"/>
                  <a:cs typeface="+mn-cs"/>
                </a:rPr>
                <a:t>RoI</a:t>
              </a:r>
              <a:endParaRPr kumimoji="0" lang="en-SG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Dharmony B" panose="02020603020101020101" pitchFamily="18" charset="-127"/>
                <a:ea typeface="HDharmony B" panose="02020603020101020101" pitchFamily="18" charset="-127"/>
                <a:cs typeface="+mn-cs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E4A61BBE-DC74-B733-7B28-3CC0326B792F}"/>
                </a:ext>
              </a:extLst>
            </p:cNvPr>
            <p:cNvSpPr txBox="1"/>
            <p:nvPr/>
          </p:nvSpPr>
          <p:spPr>
            <a:xfrm>
              <a:off x="751151" y="1796254"/>
              <a:ext cx="16662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Dharmony B" panose="02020603020101020101" pitchFamily="18" charset="-127"/>
                  <a:ea typeface="HDharmony B" panose="02020603020101020101" pitchFamily="18" charset="-127"/>
                  <a:cs typeface="+mn-cs"/>
                </a:rPr>
                <a:t>As-Is Process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0A60E6A2-A248-E1B3-C80A-D5FB1750E36C}"/>
                </a:ext>
              </a:extLst>
            </p:cNvPr>
            <p:cNvSpPr txBox="1"/>
            <p:nvPr/>
          </p:nvSpPr>
          <p:spPr>
            <a:xfrm>
              <a:off x="746077" y="2435833"/>
              <a:ext cx="1767840" cy="191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Dharmony B" panose="02020603020101020101" pitchFamily="18" charset="-127"/>
                  <a:ea typeface="HDharmony B" panose="02020603020101020101" pitchFamily="18" charset="-127"/>
                  <a:cs typeface="+mn-cs"/>
                </a:rPr>
                <a:t>To-Be Process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B3BBC742-11DD-EBB9-D1D1-46DAD6DE8C17}"/>
                </a:ext>
              </a:extLst>
            </p:cNvPr>
            <p:cNvSpPr txBox="1"/>
            <p:nvPr/>
          </p:nvSpPr>
          <p:spPr>
            <a:xfrm>
              <a:off x="786842" y="3131298"/>
              <a:ext cx="1767840" cy="191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Dharmony B" panose="02020603020101020101" pitchFamily="18" charset="-127"/>
                  <a:ea typeface="HDharmony B" panose="02020603020101020101" pitchFamily="18" charset="-127"/>
                  <a:cs typeface="+mn-cs"/>
                </a:rPr>
                <a:t>User Stories</a:t>
              </a:r>
            </a:p>
          </p:txBody>
        </p:sp>
        <p:sp>
          <p:nvSpPr>
            <p:cNvPr id="110" name="Flowchart: Connector 109">
              <a:extLst>
                <a:ext uri="{FF2B5EF4-FFF2-40B4-BE49-F238E27FC236}">
                  <a16:creationId xmlns:a16="http://schemas.microsoft.com/office/drawing/2014/main" id="{8CAF7355-D044-DB66-2DB3-E4E4AB130EA5}"/>
                </a:ext>
              </a:extLst>
            </p:cNvPr>
            <p:cNvSpPr/>
            <p:nvPr/>
          </p:nvSpPr>
          <p:spPr>
            <a:xfrm>
              <a:off x="487576" y="5186483"/>
              <a:ext cx="252000" cy="230903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1800" b="1" i="0" u="none" strike="noStrike" kern="1200" cap="none" spc="0" normalizeH="0" baseline="0" noProof="0">
                  <a:ln>
                    <a:solidFill>
                      <a:prstClr val="black">
                        <a:lumMod val="50000"/>
                        <a:lumOff val="50000"/>
                        <a:alpha val="0"/>
                      </a:prstClr>
                    </a:solidFill>
                  </a:ln>
                  <a:solidFill>
                    <a:srgbClr val="002060"/>
                  </a:solidFill>
                  <a:effectLst/>
                  <a:uLnTx/>
                  <a:uFillTx/>
                  <a:latin typeface="HDharmony M" panose="02020603020101020101" pitchFamily="18" charset="-127"/>
                  <a:ea typeface="HDharmony M" panose="02020603020101020101" pitchFamily="18" charset="-127"/>
                  <a:cs typeface="+mn-cs"/>
                </a:rPr>
                <a:t>6</a:t>
              </a:r>
              <a:endParaRPr kumimoji="0" lang="en-US" sz="1800" b="1" i="0" u="none" strike="noStrike" kern="1200" cap="none" spc="0" normalizeH="0" baseline="0" noProof="0">
                <a:ln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endParaRPr>
            </a:p>
          </p:txBody>
        </p:sp>
        <p:sp>
          <p:nvSpPr>
            <p:cNvPr id="111" name="Flowchart: Connector 110">
              <a:extLst>
                <a:ext uri="{FF2B5EF4-FFF2-40B4-BE49-F238E27FC236}">
                  <a16:creationId xmlns:a16="http://schemas.microsoft.com/office/drawing/2014/main" id="{ECD964D6-E7F2-E22C-85AE-C42D2F2B34FB}"/>
                </a:ext>
              </a:extLst>
            </p:cNvPr>
            <p:cNvSpPr/>
            <p:nvPr/>
          </p:nvSpPr>
          <p:spPr>
            <a:xfrm>
              <a:off x="487933" y="5780371"/>
              <a:ext cx="252000" cy="230903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1800" b="1" i="0" u="none" strike="noStrike" kern="1200" cap="none" spc="0" normalizeH="0" baseline="0" noProof="0">
                  <a:ln>
                    <a:solidFill>
                      <a:prstClr val="black">
                        <a:lumMod val="50000"/>
                        <a:lumOff val="50000"/>
                        <a:alpha val="0"/>
                      </a:prstClr>
                    </a:solidFill>
                  </a:ln>
                  <a:solidFill>
                    <a:srgbClr val="002060"/>
                  </a:solidFill>
                  <a:effectLst/>
                  <a:uLnTx/>
                  <a:uFillTx/>
                  <a:latin typeface="HDharmony M" panose="02020603020101020101" pitchFamily="18" charset="-127"/>
                  <a:ea typeface="HDharmony M" panose="02020603020101020101" pitchFamily="18" charset="-127"/>
                  <a:cs typeface="+mn-cs"/>
                </a:rPr>
                <a:t>7</a:t>
              </a:r>
              <a:endParaRPr kumimoji="0" lang="en-US" sz="1800" b="1" i="0" u="none" strike="noStrike" kern="1200" cap="none" spc="0" normalizeH="0" baseline="0" noProof="0">
                <a:ln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endParaRPr>
            </a:p>
          </p:txBody>
        </p:sp>
        <p:sp>
          <p:nvSpPr>
            <p:cNvPr id="112" name="Flowchart: Connector 111">
              <a:extLst>
                <a:ext uri="{FF2B5EF4-FFF2-40B4-BE49-F238E27FC236}">
                  <a16:creationId xmlns:a16="http://schemas.microsoft.com/office/drawing/2014/main" id="{22531D22-58C1-2E88-6BA5-600E44C872D7}"/>
                </a:ext>
              </a:extLst>
            </p:cNvPr>
            <p:cNvSpPr/>
            <p:nvPr/>
          </p:nvSpPr>
          <p:spPr>
            <a:xfrm>
              <a:off x="487933" y="6356580"/>
              <a:ext cx="252000" cy="230903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1800" b="1" i="0" u="none" strike="noStrike" kern="1200" cap="none" spc="0" normalizeH="0" baseline="0" noProof="0">
                  <a:ln>
                    <a:solidFill>
                      <a:prstClr val="black">
                        <a:lumMod val="50000"/>
                        <a:lumOff val="50000"/>
                        <a:alpha val="0"/>
                      </a:prstClr>
                    </a:solidFill>
                  </a:ln>
                  <a:solidFill>
                    <a:srgbClr val="002060"/>
                  </a:solidFill>
                  <a:effectLst/>
                  <a:uLnTx/>
                  <a:uFillTx/>
                  <a:latin typeface="HDharmony M" panose="02020603020101020101" pitchFamily="18" charset="-127"/>
                  <a:ea typeface="HDharmony M" panose="02020603020101020101" pitchFamily="18" charset="-127"/>
                  <a:cs typeface="+mn-cs"/>
                </a:rPr>
                <a:t>8</a:t>
              </a:r>
              <a:endParaRPr kumimoji="0" lang="en-US" sz="1800" b="1" i="0" u="none" strike="noStrike" kern="1200" cap="none" spc="0" normalizeH="0" baseline="0" noProof="0">
                <a:ln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endParaRPr>
            </a:p>
          </p:txBody>
        </p:sp>
        <p:sp>
          <p:nvSpPr>
            <p:cNvPr id="113" name="Flowchart: Connector 112">
              <a:extLst>
                <a:ext uri="{FF2B5EF4-FFF2-40B4-BE49-F238E27FC236}">
                  <a16:creationId xmlns:a16="http://schemas.microsoft.com/office/drawing/2014/main" id="{A2A78628-158D-23BB-F487-02EB9F8F14EC}"/>
                </a:ext>
              </a:extLst>
            </p:cNvPr>
            <p:cNvSpPr/>
            <p:nvPr/>
          </p:nvSpPr>
          <p:spPr>
            <a:xfrm>
              <a:off x="500276" y="1829496"/>
              <a:ext cx="252000" cy="230903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1800" b="1" i="0" u="none" strike="noStrike" kern="1200" cap="none" spc="0" normalizeH="0" baseline="0" noProof="0">
                  <a:ln>
                    <a:solidFill>
                      <a:prstClr val="black">
                        <a:lumMod val="50000"/>
                        <a:lumOff val="50000"/>
                        <a:alpha val="0"/>
                      </a:prstClr>
                    </a:solidFill>
                  </a:ln>
                  <a:solidFill>
                    <a:srgbClr val="002060"/>
                  </a:solidFill>
                  <a:effectLst/>
                  <a:uLnTx/>
                  <a:uFillTx/>
                  <a:latin typeface="HDharmony M" panose="02020603020101020101" pitchFamily="18" charset="-127"/>
                  <a:ea typeface="HDharmony M" panose="02020603020101020101" pitchFamily="18" charset="-127"/>
                  <a:cs typeface="+mn-cs"/>
                </a:rPr>
                <a:t>1</a:t>
              </a:r>
              <a:endParaRPr kumimoji="0" lang="en-US" sz="1800" b="1" i="0" u="none" strike="noStrike" kern="1200" cap="none" spc="0" normalizeH="0" baseline="0" noProof="0">
                <a:ln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endParaRPr>
            </a:p>
          </p:txBody>
        </p:sp>
        <p:sp>
          <p:nvSpPr>
            <p:cNvPr id="114" name="Flowchart: Connector 113">
              <a:extLst>
                <a:ext uri="{FF2B5EF4-FFF2-40B4-BE49-F238E27FC236}">
                  <a16:creationId xmlns:a16="http://schemas.microsoft.com/office/drawing/2014/main" id="{5B069834-0650-6F97-8EE1-18976D9198B2}"/>
                </a:ext>
              </a:extLst>
            </p:cNvPr>
            <p:cNvSpPr/>
            <p:nvPr/>
          </p:nvSpPr>
          <p:spPr>
            <a:xfrm>
              <a:off x="500276" y="3152638"/>
              <a:ext cx="252000" cy="230903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1800" b="1" i="0" u="none" strike="noStrike" kern="1200" cap="none" spc="0" normalizeH="0" baseline="0" noProof="0">
                  <a:ln>
                    <a:solidFill>
                      <a:prstClr val="black">
                        <a:lumMod val="50000"/>
                        <a:lumOff val="50000"/>
                        <a:alpha val="0"/>
                      </a:prstClr>
                    </a:solidFill>
                  </a:ln>
                  <a:solidFill>
                    <a:srgbClr val="002060"/>
                  </a:solidFill>
                  <a:effectLst/>
                  <a:uLnTx/>
                  <a:uFillTx/>
                  <a:latin typeface="HDharmony M" panose="02020603020101020101" pitchFamily="18" charset="-127"/>
                  <a:ea typeface="HDharmony M" panose="02020603020101020101" pitchFamily="18" charset="-127"/>
                  <a:cs typeface="+mn-cs"/>
                </a:rPr>
                <a:t>3</a:t>
              </a:r>
              <a:endParaRPr kumimoji="0" lang="en-US" sz="1800" b="1" i="0" u="none" strike="noStrike" kern="1200" cap="none" spc="0" normalizeH="0" baseline="0" noProof="0">
                <a:ln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endParaRPr>
            </a:p>
          </p:txBody>
        </p:sp>
        <p:sp>
          <p:nvSpPr>
            <p:cNvPr id="115" name="Flowchart: Connector 114">
              <a:extLst>
                <a:ext uri="{FF2B5EF4-FFF2-40B4-BE49-F238E27FC236}">
                  <a16:creationId xmlns:a16="http://schemas.microsoft.com/office/drawing/2014/main" id="{658D5A13-349E-9938-2366-3FF43839BF48}"/>
                </a:ext>
              </a:extLst>
            </p:cNvPr>
            <p:cNvSpPr/>
            <p:nvPr/>
          </p:nvSpPr>
          <p:spPr>
            <a:xfrm>
              <a:off x="500276" y="2453496"/>
              <a:ext cx="252000" cy="230903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1800" b="1" i="0" u="none" strike="noStrike" kern="1200" cap="none" spc="0" normalizeH="0" baseline="0" noProof="0">
                  <a:ln>
                    <a:solidFill>
                      <a:prstClr val="black">
                        <a:lumMod val="50000"/>
                        <a:lumOff val="50000"/>
                        <a:alpha val="0"/>
                      </a:prstClr>
                    </a:solidFill>
                  </a:ln>
                  <a:solidFill>
                    <a:srgbClr val="002060"/>
                  </a:solidFill>
                  <a:effectLst/>
                  <a:uLnTx/>
                  <a:uFillTx/>
                  <a:latin typeface="HDharmony M" panose="02020603020101020101" pitchFamily="18" charset="-127"/>
                  <a:ea typeface="HDharmony M" panose="02020603020101020101" pitchFamily="18" charset="-127"/>
                  <a:cs typeface="+mn-cs"/>
                </a:rPr>
                <a:t>2</a:t>
              </a:r>
              <a:endParaRPr kumimoji="0" lang="en-US" sz="1800" b="1" i="0" u="none" strike="noStrike" kern="1200" cap="none" spc="0" normalizeH="0" baseline="0" noProof="0">
                <a:ln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endParaRPr>
            </a:p>
          </p:txBody>
        </p:sp>
        <p:sp>
          <p:nvSpPr>
            <p:cNvPr id="117" name="Arrow: Pentagon 116">
              <a:extLst>
                <a:ext uri="{FF2B5EF4-FFF2-40B4-BE49-F238E27FC236}">
                  <a16:creationId xmlns:a16="http://schemas.microsoft.com/office/drawing/2014/main" id="{FB610CCC-D270-F208-A712-6445BBFD6DFB}"/>
                </a:ext>
              </a:extLst>
            </p:cNvPr>
            <p:cNvSpPr/>
            <p:nvPr/>
          </p:nvSpPr>
          <p:spPr>
            <a:xfrm rot="5400000">
              <a:off x="1387164" y="2795482"/>
              <a:ext cx="486440" cy="2438756"/>
            </a:xfrm>
            <a:prstGeom prst="homePlate">
              <a:avLst>
                <a:gd name="adj" fmla="val 27679"/>
              </a:avLst>
            </a:prstGeom>
            <a:solidFill>
              <a:schemeClr val="tx2">
                <a:lumMod val="7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200" b="1" i="0" u="none" strike="noStrike" kern="1200" cap="none" spc="0" normalizeH="0" baseline="0" noProof="0">
                <a:ln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C699E40B-8DA0-5D37-3214-0375A8639869}"/>
                </a:ext>
              </a:extLst>
            </p:cNvPr>
            <p:cNvSpPr txBox="1"/>
            <p:nvPr/>
          </p:nvSpPr>
          <p:spPr>
            <a:xfrm>
              <a:off x="786841" y="3776793"/>
              <a:ext cx="206292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Dharmony B" panose="02020603020101020101" pitchFamily="18" charset="-127"/>
                  <a:ea typeface="HDharmony B" panose="02020603020101020101" pitchFamily="18" charset="-127"/>
                  <a:cs typeface="+mn-cs"/>
                </a:rPr>
                <a:t>Tech assessment</a:t>
              </a:r>
            </a:p>
          </p:txBody>
        </p:sp>
        <p:sp>
          <p:nvSpPr>
            <p:cNvPr id="121" name="Flowchart: Connector 120">
              <a:extLst>
                <a:ext uri="{FF2B5EF4-FFF2-40B4-BE49-F238E27FC236}">
                  <a16:creationId xmlns:a16="http://schemas.microsoft.com/office/drawing/2014/main" id="{8F092550-AC2E-652B-1AD8-711C069D4D9C}"/>
                </a:ext>
              </a:extLst>
            </p:cNvPr>
            <p:cNvSpPr/>
            <p:nvPr/>
          </p:nvSpPr>
          <p:spPr>
            <a:xfrm>
              <a:off x="500276" y="3838773"/>
              <a:ext cx="252000" cy="230903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1800" b="1" i="0" u="none" strike="noStrike" kern="1200" cap="none" spc="0" normalizeH="0" baseline="0" noProof="0">
                  <a:ln>
                    <a:solidFill>
                      <a:prstClr val="black">
                        <a:lumMod val="50000"/>
                        <a:lumOff val="50000"/>
                        <a:alpha val="0"/>
                      </a:prstClr>
                    </a:solidFill>
                  </a:ln>
                  <a:solidFill>
                    <a:srgbClr val="002060"/>
                  </a:solidFill>
                  <a:effectLst/>
                  <a:uLnTx/>
                  <a:uFillTx/>
                  <a:latin typeface="HDharmony M" panose="02020603020101020101" pitchFamily="18" charset="-127"/>
                  <a:ea typeface="HDharmony M" panose="02020603020101020101" pitchFamily="18" charset="-127"/>
                  <a:cs typeface="+mn-cs"/>
                </a:rPr>
                <a:t>4</a:t>
              </a:r>
              <a:endParaRPr kumimoji="0" lang="en-US" sz="1800" b="1" i="0" u="none" strike="noStrike" kern="1200" cap="none" spc="0" normalizeH="0" baseline="0" noProof="0">
                <a:ln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263FBD9E-9C45-F0FC-4E09-AEBB69859F47}"/>
                </a:ext>
              </a:extLst>
            </p:cNvPr>
            <p:cNvSpPr txBox="1"/>
            <p:nvPr/>
          </p:nvSpPr>
          <p:spPr>
            <a:xfrm>
              <a:off x="810974" y="4489601"/>
              <a:ext cx="1949500" cy="2850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Dharmony B" panose="02020603020101020101" pitchFamily="18" charset="-127"/>
                  <a:ea typeface="HDharmony B" panose="02020603020101020101" pitchFamily="18" charset="-127"/>
                  <a:cs typeface="+mn-cs"/>
                </a:rPr>
                <a:t>Conceptual Design</a:t>
              </a:r>
            </a:p>
          </p:txBody>
        </p:sp>
        <p:sp>
          <p:nvSpPr>
            <p:cNvPr id="124" name="Flowchart: Connector 123">
              <a:extLst>
                <a:ext uri="{FF2B5EF4-FFF2-40B4-BE49-F238E27FC236}">
                  <a16:creationId xmlns:a16="http://schemas.microsoft.com/office/drawing/2014/main" id="{D3446FBA-E31A-A96C-CA45-DCF88884EF2D}"/>
                </a:ext>
              </a:extLst>
            </p:cNvPr>
            <p:cNvSpPr/>
            <p:nvPr/>
          </p:nvSpPr>
          <p:spPr>
            <a:xfrm>
              <a:off x="482502" y="4541988"/>
              <a:ext cx="252000" cy="230903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1800" b="1" i="0" u="none" strike="noStrike" kern="1200" cap="none" spc="0" normalizeH="0" baseline="0" noProof="0">
                  <a:ln>
                    <a:solidFill>
                      <a:prstClr val="black">
                        <a:lumMod val="50000"/>
                        <a:lumOff val="50000"/>
                        <a:alpha val="0"/>
                      </a:prstClr>
                    </a:solidFill>
                  </a:ln>
                  <a:solidFill>
                    <a:srgbClr val="002060"/>
                  </a:solidFill>
                  <a:effectLst/>
                  <a:uLnTx/>
                  <a:uFillTx/>
                  <a:latin typeface="HDharmony M" panose="02020603020101020101" pitchFamily="18" charset="-127"/>
                  <a:ea typeface="HDharmony M" panose="02020603020101020101" pitchFamily="18" charset="-127"/>
                  <a:cs typeface="+mn-cs"/>
                </a:rPr>
                <a:t>5</a:t>
              </a:r>
              <a:endParaRPr kumimoji="0" lang="en-US" sz="1800" b="1" i="0" u="none" strike="noStrike" kern="1200" cap="none" spc="0" normalizeH="0" baseline="0" noProof="0">
                <a:ln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DC7E1AC3-E447-8190-5726-C0A9602898D0}"/>
                </a:ext>
              </a:extLst>
            </p:cNvPr>
            <p:cNvSpPr txBox="1"/>
            <p:nvPr/>
          </p:nvSpPr>
          <p:spPr>
            <a:xfrm>
              <a:off x="805998" y="5760684"/>
              <a:ext cx="18897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Dharmony B" panose="02020603020101020101" pitchFamily="18" charset="-127"/>
                  <a:ea typeface="HDharmony B" panose="02020603020101020101" pitchFamily="18" charset="-127"/>
                  <a:cs typeface="+mn-cs"/>
                </a:rPr>
                <a:t>Physical Design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71AB0FA-19F9-DAB4-9A2E-7FD3422CB0F3}"/>
              </a:ext>
            </a:extLst>
          </p:cNvPr>
          <p:cNvSpPr txBox="1"/>
          <p:nvPr/>
        </p:nvSpPr>
        <p:spPr>
          <a:xfrm>
            <a:off x="457200" y="868680"/>
            <a:ext cx="9154915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defTabSz="494019">
              <a:lnSpc>
                <a:spcPct val="120000"/>
              </a:lnSpc>
              <a:spcBef>
                <a:spcPct val="0"/>
              </a:spcBef>
              <a:defRPr/>
            </a:pPr>
            <a:r>
              <a:rPr kumimoji="1" lang="en-GB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HDharmony B" panose="02020603020101020101" pitchFamily="18" charset="-127"/>
                <a:ea typeface="HDharmony B"/>
                <a:sym typeface="+mn-lt"/>
              </a:rPr>
              <a:t>Page Brief description</a:t>
            </a:r>
            <a:endParaRPr lang="en-US">
              <a:solidFill>
                <a:srgbClr val="002060"/>
              </a:solidFill>
            </a:endParaRPr>
          </a:p>
        </p:txBody>
      </p:sp>
      <p:sp>
        <p:nvSpPr>
          <p:cNvPr id="11" name="직사각형 75803">
            <a:extLst>
              <a:ext uri="{FF2B5EF4-FFF2-40B4-BE49-F238E27FC236}">
                <a16:creationId xmlns:a16="http://schemas.microsoft.com/office/drawing/2014/main" id="{ABDFC978-0B47-13AA-5A39-5F6E225C35D9}"/>
              </a:ext>
            </a:extLst>
          </p:cNvPr>
          <p:cNvSpPr/>
          <p:nvPr/>
        </p:nvSpPr>
        <p:spPr>
          <a:xfrm>
            <a:off x="274320" y="822960"/>
            <a:ext cx="72566" cy="526369"/>
          </a:xfrm>
          <a:prstGeom prst="rect">
            <a:avLst/>
          </a:prstGeom>
          <a:solidFill>
            <a:srgbClr val="00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100" b="0" i="0" u="none" strike="noStrike" kern="1200" cap="none" spc="0" normalizeH="0" baseline="0" noProof="0">
              <a:ln>
                <a:solidFill>
                  <a:srgbClr val="4F81BD">
                    <a:shade val="95000"/>
                    <a:satMod val="105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Hyundai Sans Head KR Light" panose="020B0600000101010101" pitchFamily="34" charset="-127"/>
              <a:ea typeface="Hyundai Sans Head KR Light" panose="020B0600000101010101" pitchFamily="34" charset="-127"/>
              <a:cs typeface="+mn-cs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D90C76CB-8364-8646-B259-1421DFB82460}"/>
              </a:ext>
            </a:extLst>
          </p:cNvPr>
          <p:cNvSpPr txBox="1">
            <a:spLocks/>
          </p:cNvSpPr>
          <p:nvPr/>
        </p:nvSpPr>
        <p:spPr>
          <a:xfrm>
            <a:off x="274320" y="228600"/>
            <a:ext cx="6583680" cy="457200"/>
          </a:xfrm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>
            <a:lvl1pPr algn="l" defTabSz="474933" rtl="0" eaLnBrk="1" latinLnBrk="1" hangingPunct="1">
              <a:spcBef>
                <a:spcPct val="0"/>
              </a:spcBef>
              <a:buNone/>
              <a:defRPr sz="2600" b="0" i="0" kern="400" baseline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  <a:cs typeface="현대산스 Head Medium" panose="020B0600000101010101" pitchFamily="50" charset="-127"/>
              </a:defRPr>
            </a:lvl1pPr>
          </a:lstStyle>
          <a:p>
            <a:pPr lvl="0" defTabSz="494019" latinLnBrk="0">
              <a:defRPr/>
            </a:pPr>
            <a:r>
              <a:rPr kumimoji="1" lang="en-US" altLang="ko-KR" sz="24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1491102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39ED0-3670-9D33-0A5B-DD693CCE6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8">
            <a:extLst>
              <a:ext uri="{FF2B5EF4-FFF2-40B4-BE49-F238E27FC236}">
                <a16:creationId xmlns:a16="http://schemas.microsoft.com/office/drawing/2014/main" id="{2EF8DDC7-5B45-8820-22E2-B22932DFF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7100" y="70615"/>
            <a:ext cx="1368366" cy="2095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lIns="83969" tIns="41985" rIns="83969" bIns="41985"/>
          <a:lstStyle>
            <a:lvl1pPr defTabSz="838200" eaLnBrk="0" hangingPunct="0">
              <a:spcBef>
                <a:spcPct val="20000"/>
              </a:spcBef>
              <a:buFont typeface="Arial" pitchFamily="34" charset="0"/>
              <a:buChar char="•"/>
              <a:defRPr sz="3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defTabSz="838200" eaLnBrk="0" hangingPunct="0">
              <a:spcBef>
                <a:spcPct val="20000"/>
              </a:spcBef>
              <a:buFont typeface="Arial" pitchFamily="34" charset="0"/>
              <a:buChar char="–"/>
              <a:defRPr sz="29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defTabSz="838200" eaLnBrk="0" hangingPunct="0">
              <a:spcBef>
                <a:spcPct val="20000"/>
              </a:spcBef>
              <a:buFont typeface="Arial" pitchFamily="34" charset="0"/>
              <a:buChar char="•"/>
              <a:defRPr sz="2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defTabSz="838200" eaLnBrk="0" hangingPunct="0">
              <a:spcBef>
                <a:spcPct val="20000"/>
              </a:spcBef>
              <a:buFont typeface="Arial" pitchFamily="34" charset="0"/>
              <a:buChar char="–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defTabSz="838200" eaLnBrk="0" hangingPunct="0">
              <a:spcBef>
                <a:spcPct val="20000"/>
              </a:spcBef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ctr" defTabSz="838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현대하모니 M" pitchFamily="18" charset="-127"/>
                <a:ea typeface="현대하모니 M" pitchFamily="18" charset="-127"/>
                <a:cs typeface="+mn-cs"/>
              </a:rPr>
              <a:t>사내한 </a:t>
            </a:r>
            <a:r>
              <a:rPr kumimoji="1" lang="en-US" altLang="ko-KR" sz="900" b="0" i="0" u="none" strike="noStrike" kern="1200" cap="none" spc="0" normalizeH="0" baseline="0" noProof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현대하모니 M" pitchFamily="18" charset="-127"/>
                <a:ea typeface="현대하모니 M" pitchFamily="18" charset="-127"/>
                <a:cs typeface="+mn-cs"/>
              </a:rPr>
              <a:t>(Restricted)</a:t>
            </a:r>
            <a:endParaRPr kumimoji="1" lang="ko-KR" altLang="en-US" sz="900" b="0" i="0" u="none" strike="noStrike" kern="1200" cap="none" spc="0" normalizeH="0" baseline="0" noProof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FF0000"/>
              </a:solidFill>
              <a:effectLst/>
              <a:uLnTx/>
              <a:uFillTx/>
              <a:latin typeface="현대하모니 M" pitchFamily="18" charset="-127"/>
              <a:ea typeface="현대하모니 M" pitchFamily="18" charset="-127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D40A1D-38DF-46D7-9D55-EBDE67FEA09D}"/>
              </a:ext>
            </a:extLst>
          </p:cNvPr>
          <p:cNvSpPr/>
          <p:nvPr/>
        </p:nvSpPr>
        <p:spPr>
          <a:xfrm>
            <a:off x="0" y="6421120"/>
            <a:ext cx="9906000" cy="436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D7A44D5-736B-E195-BA9E-E657A8420201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243117" y="2386377"/>
            <a:ext cx="0" cy="72000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8C4BE4F9-1FCE-EBA7-6E5A-A3501F600541}"/>
              </a:ext>
            </a:extLst>
          </p:cNvPr>
          <p:cNvSpPr txBox="1">
            <a:spLocks/>
          </p:cNvSpPr>
          <p:nvPr/>
        </p:nvSpPr>
        <p:spPr>
          <a:xfrm>
            <a:off x="130566" y="2046104"/>
            <a:ext cx="1835352" cy="4051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Hyundai Sans Text KR Medium" panose="020B0600000101010101" pitchFamily="34" charset="-127"/>
                <a:ea typeface="Hyundai Sans Text KR Medium" panose="020B0600000101010101" pitchFamily="34" charset="-127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4546A">
                    <a:lumMod val="75000"/>
                    <a:lumOff val="25000"/>
                  </a:srgbClr>
                </a:solidFill>
                <a:effectLst/>
                <a:uLnTx/>
                <a:uFillTx/>
                <a:latin typeface="Hyundai Sans Text KR Medium" panose="020B0600000101010101" pitchFamily="34" charset="-127"/>
                <a:ea typeface="Hyundai Sans Text KR Medium" panose="020B0600000101010101" pitchFamily="34" charset="-127"/>
                <a:cs typeface="+mn-cs"/>
              </a:rPr>
              <a:t>L1 Stage Gating</a:t>
            </a:r>
            <a:endParaRPr kumimoji="0" lang="en-SG" sz="1400" b="0" i="0" u="none" strike="noStrike" kern="1200" cap="none" spc="0" normalizeH="0" baseline="0" noProof="0">
              <a:ln>
                <a:noFill/>
              </a:ln>
              <a:solidFill>
                <a:srgbClr val="44546A">
                  <a:lumMod val="75000"/>
                  <a:lumOff val="25000"/>
                </a:srgbClr>
              </a:solidFill>
              <a:effectLst/>
              <a:uLnTx/>
              <a:uFillTx/>
              <a:latin typeface="Hyundai Sans Text KR Medium" panose="020B0600000101010101" pitchFamily="34" charset="-127"/>
              <a:ea typeface="Hyundai Sans Text KR Medium" panose="020B0600000101010101" pitchFamily="34" charset="-127"/>
              <a:cs typeface="+mn-cs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D5F462E-23A9-6A4D-0756-8C9305DA41FE}"/>
              </a:ext>
            </a:extLst>
          </p:cNvPr>
          <p:cNvSpPr txBox="1">
            <a:spLocks/>
          </p:cNvSpPr>
          <p:nvPr/>
        </p:nvSpPr>
        <p:spPr>
          <a:xfrm>
            <a:off x="87129" y="3432059"/>
            <a:ext cx="1296449" cy="3563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Hyundai Sans Text KR Medium" panose="020B0600000101010101" pitchFamily="34" charset="-127"/>
                <a:ea typeface="Hyundai Sans Text KR Medium" panose="020B0600000101010101" pitchFamily="34" charset="-127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4546A">
                    <a:lumMod val="50000"/>
                    <a:lumOff val="50000"/>
                  </a:srgbClr>
                </a:solidFill>
                <a:effectLst/>
                <a:uLnTx/>
                <a:uFillTx/>
                <a:latin typeface="Hyundai Sans Text KR Medium" panose="020B0600000101010101" pitchFamily="34" charset="-127"/>
                <a:ea typeface="Hyundai Sans Text KR Medium" panose="020B0600000101010101" pitchFamily="34" charset="-127"/>
                <a:cs typeface="+mn-cs"/>
              </a:rPr>
              <a:t>13 Feb</a:t>
            </a:r>
            <a:endParaRPr kumimoji="0" lang="en-SG" sz="1400" b="0" i="0" u="none" strike="noStrike" kern="1200" cap="none" spc="0" normalizeH="0" baseline="0" noProof="0">
              <a:ln>
                <a:noFill/>
              </a:ln>
              <a:solidFill>
                <a:srgbClr val="44546A">
                  <a:lumMod val="50000"/>
                  <a:lumOff val="50000"/>
                </a:srgbClr>
              </a:solidFill>
              <a:effectLst/>
              <a:uLnTx/>
              <a:uFillTx/>
              <a:latin typeface="Hyundai Sans Text KR Medium" panose="020B0600000101010101" pitchFamily="34" charset="-127"/>
              <a:ea typeface="Hyundai Sans Text KR Medium" panose="020B0600000101010101" pitchFamily="34" charset="-127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1B038A1-A061-CD35-A64E-F90CF8AC7E23}"/>
              </a:ext>
            </a:extLst>
          </p:cNvPr>
          <p:cNvCxnSpPr>
            <a:cxnSpLocks/>
          </p:cNvCxnSpPr>
          <p:nvPr/>
        </p:nvCxnSpPr>
        <p:spPr>
          <a:xfrm>
            <a:off x="243117" y="3196377"/>
            <a:ext cx="9360000" cy="0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BBD149EE-E78C-6CA2-1C54-C1A1B9196078}"/>
              </a:ext>
            </a:extLst>
          </p:cNvPr>
          <p:cNvSpPr/>
          <p:nvPr/>
        </p:nvSpPr>
        <p:spPr>
          <a:xfrm>
            <a:off x="153117" y="3106377"/>
            <a:ext cx="180000" cy="180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8141306-6818-ADA0-C7D1-2C782B5E3F39}"/>
              </a:ext>
            </a:extLst>
          </p:cNvPr>
          <p:cNvSpPr txBox="1">
            <a:spLocks/>
          </p:cNvSpPr>
          <p:nvPr/>
        </p:nvSpPr>
        <p:spPr>
          <a:xfrm>
            <a:off x="87130" y="3808278"/>
            <a:ext cx="1918572" cy="16969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Hyundai Sans Text KR Medium" panose="020B0600000101010101" pitchFamily="34" charset="-127"/>
                <a:ea typeface="Hyundai Sans Text KR Medium" panose="020B0600000101010101" pitchFamily="34" charset="-127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Identify stakeholders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Estimate high level impact on production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Refine user cases to stakeholders’ comments</a:t>
            </a:r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yundai Sans Text KR" panose="020B0600000101010101" pitchFamily="34" charset="-127"/>
              <a:ea typeface="Hyundai Sans Text KR" panose="020B0600000101010101" pitchFamily="34" charset="-127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73C6FBD-52FE-3E42-5083-9E357B9FBD78}"/>
              </a:ext>
            </a:extLst>
          </p:cNvPr>
          <p:cNvSpPr/>
          <p:nvPr/>
        </p:nvSpPr>
        <p:spPr>
          <a:xfrm>
            <a:off x="2010050" y="3106377"/>
            <a:ext cx="182880" cy="180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2E013A-B826-A6FB-BC9F-178EC8863BCB}"/>
              </a:ext>
            </a:extLst>
          </p:cNvPr>
          <p:cNvCxnSpPr>
            <a:cxnSpLocks/>
          </p:cNvCxnSpPr>
          <p:nvPr/>
        </p:nvCxnSpPr>
        <p:spPr>
          <a:xfrm>
            <a:off x="2103121" y="2386377"/>
            <a:ext cx="0" cy="72000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63E335FE-0A3C-F08C-95F2-B5FA6A114810}"/>
              </a:ext>
            </a:extLst>
          </p:cNvPr>
          <p:cNvSpPr txBox="1">
            <a:spLocks/>
          </p:cNvSpPr>
          <p:nvPr/>
        </p:nvSpPr>
        <p:spPr>
          <a:xfrm>
            <a:off x="1971569" y="1988518"/>
            <a:ext cx="1835352" cy="40517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3">
                    <a:lumMod val="50000"/>
                  </a:schemeClr>
                </a:solidFill>
                <a:latin typeface="Hyundai Sans Text KR Medium" panose="020B0600000101010101" pitchFamily="34" charset="-127"/>
                <a:ea typeface="Hyundai Sans Text KR Medium" panose="020B0600000101010101" pitchFamily="34" charset="-127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4546A">
                    <a:lumMod val="75000"/>
                    <a:lumOff val="25000"/>
                  </a:srgbClr>
                </a:solidFill>
                <a:effectLst/>
                <a:uLnTx/>
                <a:uFillTx/>
                <a:latin typeface="Hyundai Sans Text KR Medium" panose="020B0600000101010101" pitchFamily="34" charset="-127"/>
                <a:ea typeface="Hyundai Sans Text KR Medium" panose="020B0600000101010101" pitchFamily="34" charset="-127"/>
                <a:cs typeface="+mn-cs"/>
              </a:rPr>
              <a:t>Detail User Stories  Workshop</a:t>
            </a:r>
            <a:endParaRPr kumimoji="0" lang="en-SG" sz="1400" b="0" i="0" u="none" strike="noStrike" kern="1200" cap="none" spc="0" normalizeH="0" baseline="0" noProof="0">
              <a:ln>
                <a:noFill/>
              </a:ln>
              <a:solidFill>
                <a:srgbClr val="44546A">
                  <a:lumMod val="75000"/>
                  <a:lumOff val="25000"/>
                </a:srgbClr>
              </a:solidFill>
              <a:effectLst/>
              <a:uLnTx/>
              <a:uFillTx/>
              <a:latin typeface="Hyundai Sans Text KR Medium" panose="020B0600000101010101" pitchFamily="34" charset="-127"/>
              <a:ea typeface="Hyundai Sans Text KR Medium" panose="020B0600000101010101" pitchFamily="34" charset="-127"/>
              <a:cs typeface="+mn-cs"/>
            </a:endParaRP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1BA2BB78-D835-5C27-3A72-78679B07CAB0}"/>
              </a:ext>
            </a:extLst>
          </p:cNvPr>
          <p:cNvSpPr txBox="1">
            <a:spLocks/>
          </p:cNvSpPr>
          <p:nvPr/>
        </p:nvSpPr>
        <p:spPr>
          <a:xfrm>
            <a:off x="1965919" y="3808278"/>
            <a:ext cx="2299271" cy="19448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Hyundai Sans Text KR Medium" panose="020B0600000101010101" pitchFamily="34" charset="-127"/>
                <a:ea typeface="Hyundai Sans Text KR Medium" panose="020B0600000101010101" pitchFamily="34" charset="-127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Organize workshops to gather User Stories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Map User Stories to business process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Estimate Operational impact to HMGICS and HMG</a:t>
            </a:r>
          </a:p>
          <a:p>
            <a:pPr marL="45720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SG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yundai Sans Text KR" panose="020B0600000101010101" pitchFamily="34" charset="-127"/>
              <a:ea typeface="Hyundai Sans Text KR" panose="020B0600000101010101" pitchFamily="34" charset="-127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C03DF50-2E42-AA5D-DFA6-17BDCCA96980}"/>
              </a:ext>
            </a:extLst>
          </p:cNvPr>
          <p:cNvSpPr/>
          <p:nvPr/>
        </p:nvSpPr>
        <p:spPr>
          <a:xfrm>
            <a:off x="4402319" y="3109120"/>
            <a:ext cx="179191" cy="180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7464762-731D-4A34-7D9B-0AD8CFDFC903}"/>
              </a:ext>
            </a:extLst>
          </p:cNvPr>
          <p:cNvCxnSpPr>
            <a:cxnSpLocks/>
          </p:cNvCxnSpPr>
          <p:nvPr/>
        </p:nvCxnSpPr>
        <p:spPr>
          <a:xfrm>
            <a:off x="4486382" y="2389120"/>
            <a:ext cx="0" cy="72000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3B33B28C-C319-C54B-8380-922773BE8E02}"/>
              </a:ext>
            </a:extLst>
          </p:cNvPr>
          <p:cNvSpPr txBox="1">
            <a:spLocks/>
          </p:cNvSpPr>
          <p:nvPr/>
        </p:nvSpPr>
        <p:spPr>
          <a:xfrm>
            <a:off x="4356366" y="2086409"/>
            <a:ext cx="1761008" cy="40517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3">
                    <a:lumMod val="50000"/>
                  </a:schemeClr>
                </a:solidFill>
                <a:latin typeface="Hyundai Sans Text KR Medium" panose="020B0600000101010101" pitchFamily="34" charset="-127"/>
                <a:ea typeface="Hyundai Sans Text KR Medium" panose="020B0600000101010101" pitchFamily="34" charset="-127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44546A">
                    <a:lumMod val="75000"/>
                    <a:lumOff val="25000"/>
                  </a:srgbClr>
                </a:solidFill>
                <a:effectLst/>
                <a:uLnTx/>
                <a:uFillTx/>
                <a:latin typeface="Hyundai Sans Text KR Medium" panose="020B0600000101010101" pitchFamily="34" charset="-127"/>
                <a:ea typeface="Hyundai Sans Text KR Medium" panose="020B0600000101010101" pitchFamily="34" charset="-127"/>
                <a:cs typeface="+mn-cs"/>
              </a:rPr>
              <a:t>L2 Stage Gating</a:t>
            </a:r>
            <a:endParaRPr kumimoji="0" lang="en-SG" sz="1600" b="0" i="0" u="none" strike="noStrike" kern="1200" cap="none" spc="0" normalizeH="0" baseline="0" noProof="0">
              <a:ln>
                <a:noFill/>
              </a:ln>
              <a:solidFill>
                <a:srgbClr val="44546A">
                  <a:lumMod val="75000"/>
                  <a:lumOff val="25000"/>
                </a:srgbClr>
              </a:solidFill>
              <a:effectLst/>
              <a:uLnTx/>
              <a:uFillTx/>
              <a:latin typeface="Hyundai Sans Text KR Medium" panose="020B0600000101010101" pitchFamily="34" charset="-127"/>
              <a:ea typeface="Hyundai Sans Text KR Medium" panose="020B0600000101010101" pitchFamily="34" charset="-127"/>
              <a:cs typeface="+mn-cs"/>
            </a:endParaRP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EDBECC5D-D987-1DE5-47A6-557AC84722BF}"/>
              </a:ext>
            </a:extLst>
          </p:cNvPr>
          <p:cNvSpPr txBox="1">
            <a:spLocks/>
          </p:cNvSpPr>
          <p:nvPr/>
        </p:nvSpPr>
        <p:spPr>
          <a:xfrm>
            <a:off x="4331095" y="3432059"/>
            <a:ext cx="1804352" cy="35639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Hyundai Sans Text KR Medium" panose="020B0600000101010101" pitchFamily="34" charset="-127"/>
                <a:ea typeface="Hyundai Sans Text KR Medium" panose="020B0600000101010101" pitchFamily="34" charset="-127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4546A">
                    <a:lumMod val="50000"/>
                    <a:lumOff val="50000"/>
                  </a:srgbClr>
                </a:solidFill>
                <a:effectLst/>
                <a:uLnTx/>
                <a:uFillTx/>
                <a:latin typeface="Hyundai Sans Text KR Medium" panose="020B0600000101010101" pitchFamily="34" charset="-127"/>
                <a:ea typeface="Hyundai Sans Text KR Medium" panose="020B0600000101010101" pitchFamily="34" charset="-127"/>
                <a:cs typeface="+mn-cs"/>
                <a:sym typeface="Wingdings" panose="05000000000000000000" pitchFamily="2" charset="2"/>
              </a:rPr>
              <a:t>21 Mar</a:t>
            </a:r>
            <a:endParaRPr kumimoji="0" lang="en-SG" sz="1400" b="0" i="0" u="none" strike="noStrike" kern="1200" cap="none" spc="0" normalizeH="0" baseline="0" noProof="0">
              <a:ln>
                <a:noFill/>
              </a:ln>
              <a:solidFill>
                <a:srgbClr val="44546A">
                  <a:lumMod val="50000"/>
                  <a:lumOff val="50000"/>
                </a:srgbClr>
              </a:solidFill>
              <a:effectLst/>
              <a:uLnTx/>
              <a:uFillTx/>
              <a:latin typeface="Hyundai Sans Text KR Medium" panose="020B0600000101010101" pitchFamily="34" charset="-127"/>
              <a:ea typeface="Hyundai Sans Text KR Medium" panose="020B0600000101010101" pitchFamily="34" charset="-127"/>
              <a:cs typeface="+mn-cs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F984FFC-94DD-640C-E086-5C3309D6EAE4}"/>
              </a:ext>
            </a:extLst>
          </p:cNvPr>
          <p:cNvSpPr txBox="1">
            <a:spLocks/>
          </p:cNvSpPr>
          <p:nvPr/>
        </p:nvSpPr>
        <p:spPr>
          <a:xfrm>
            <a:off x="4331095" y="3808278"/>
            <a:ext cx="1769670" cy="19448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Hyundai Sans Text KR Medium" panose="020B0600000101010101" pitchFamily="34" charset="-127"/>
                <a:ea typeface="Hyundai Sans Text KR Medium" panose="020B0600000101010101" pitchFamily="34" charset="-127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Refine to stakeholders’ comments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Complete As-is , To-Be process </a:t>
            </a:r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yundai Sans Text KR" panose="020B0600000101010101" pitchFamily="34" charset="-127"/>
              <a:ea typeface="Hyundai Sans Text KR" panose="020B0600000101010101" pitchFamily="34" charset="-127"/>
              <a:cs typeface="+mn-cs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2FEF1EB-E296-5896-8813-1994603AB04E}"/>
              </a:ext>
            </a:extLst>
          </p:cNvPr>
          <p:cNvSpPr/>
          <p:nvPr/>
        </p:nvSpPr>
        <p:spPr>
          <a:xfrm>
            <a:off x="7896664" y="3109120"/>
            <a:ext cx="182186" cy="18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1B52D33-5D21-6347-EDE2-B714A12212AF}"/>
              </a:ext>
            </a:extLst>
          </p:cNvPr>
          <p:cNvCxnSpPr>
            <a:cxnSpLocks/>
          </p:cNvCxnSpPr>
          <p:nvPr/>
        </p:nvCxnSpPr>
        <p:spPr>
          <a:xfrm>
            <a:off x="7982131" y="2389120"/>
            <a:ext cx="0" cy="72000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8" name="Text Placeholder 1">
            <a:extLst>
              <a:ext uri="{FF2B5EF4-FFF2-40B4-BE49-F238E27FC236}">
                <a16:creationId xmlns:a16="http://schemas.microsoft.com/office/drawing/2014/main" id="{BA8EE0E2-C6BA-B6B1-811E-7ED751990C5B}"/>
              </a:ext>
            </a:extLst>
          </p:cNvPr>
          <p:cNvSpPr txBox="1">
            <a:spLocks/>
          </p:cNvSpPr>
          <p:nvPr/>
        </p:nvSpPr>
        <p:spPr>
          <a:xfrm>
            <a:off x="7824249" y="1981197"/>
            <a:ext cx="1790442" cy="40517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3">
                    <a:lumMod val="50000"/>
                  </a:schemeClr>
                </a:solidFill>
                <a:latin typeface="Hyundai Sans Text KR Medium" panose="020B0600000101010101" pitchFamily="34" charset="-127"/>
                <a:ea typeface="Hyundai Sans Text KR Medium" panose="020B0600000101010101" pitchFamily="34" charset="-127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44546A">
                    <a:lumMod val="75000"/>
                    <a:lumOff val="25000"/>
                  </a:srgbClr>
                </a:solidFill>
                <a:effectLst/>
                <a:uLnTx/>
                <a:uFillTx/>
                <a:latin typeface="Hyundai Sans Text KR Medium" panose="020B0600000101010101" pitchFamily="34" charset="-127"/>
                <a:ea typeface="Hyundai Sans Text KR Medium" panose="020B0600000101010101" pitchFamily="34" charset="-127"/>
                <a:cs typeface="+mn-cs"/>
              </a:rPr>
              <a:t>L3 Stage Gating Preparation</a:t>
            </a:r>
            <a:endParaRPr kumimoji="0" lang="en-SG" sz="1600" b="0" i="0" u="none" strike="noStrike" kern="1200" cap="none" spc="0" normalizeH="0" baseline="0" noProof="0">
              <a:ln>
                <a:noFill/>
              </a:ln>
              <a:solidFill>
                <a:srgbClr val="44546A">
                  <a:lumMod val="75000"/>
                  <a:lumOff val="25000"/>
                </a:srgbClr>
              </a:solidFill>
              <a:effectLst/>
              <a:uLnTx/>
              <a:uFillTx/>
              <a:latin typeface="Hyundai Sans Text KR Medium" panose="020B0600000101010101" pitchFamily="34" charset="-127"/>
              <a:ea typeface="Hyundai Sans Text KR Medium" panose="020B0600000101010101" pitchFamily="34" charset="-127"/>
              <a:cs typeface="+mn-cs"/>
            </a:endParaRP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2597037D-8C63-C592-D296-CB3F8E9E0B55}"/>
              </a:ext>
            </a:extLst>
          </p:cNvPr>
          <p:cNvSpPr txBox="1">
            <a:spLocks/>
          </p:cNvSpPr>
          <p:nvPr/>
        </p:nvSpPr>
        <p:spPr>
          <a:xfrm>
            <a:off x="7824249" y="3432059"/>
            <a:ext cx="1834510" cy="35639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Hyundai Sans Text KR Medium" panose="020B0600000101010101" pitchFamily="34" charset="-127"/>
                <a:ea typeface="Hyundai Sans Text KR Medium" panose="020B0600000101010101" pitchFamily="34" charset="-127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Hyundai Sans Head KR Medium" panose="020B0600000101010101" pitchFamily="34" charset="-127"/>
                <a:ea typeface="Hyundai Sans Head KR Medium" panose="020B0600000101010101" pitchFamily="34" charset="-127"/>
                <a:cs typeface="+mn-cs"/>
                <a:sym typeface="Wingdings" panose="05000000000000000000" pitchFamily="2" charset="2"/>
              </a:rPr>
              <a:t>30 Apr</a:t>
            </a:r>
            <a:endParaRPr kumimoji="0" lang="en-SG" sz="1400" b="0" i="0" u="none" strike="noStrike" kern="120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Hyundai Sans Head KR Medium" panose="020B0600000101010101" pitchFamily="34" charset="-127"/>
              <a:ea typeface="Hyundai Sans Head KR Medium" panose="020B0600000101010101" pitchFamily="34" charset="-127"/>
              <a:cs typeface="+mn-cs"/>
            </a:endParaRP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100DB85E-1A26-D90E-75F8-2537160CCCAF}"/>
              </a:ext>
            </a:extLst>
          </p:cNvPr>
          <p:cNvSpPr txBox="1">
            <a:spLocks/>
          </p:cNvSpPr>
          <p:nvPr/>
        </p:nvSpPr>
        <p:spPr>
          <a:xfrm>
            <a:off x="7957830" y="3808278"/>
            <a:ext cx="1857660" cy="19448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Hyundai Sans Text KR Medium" panose="020B0600000101010101" pitchFamily="34" charset="-127"/>
                <a:ea typeface="Hyundai Sans Text KR Medium" panose="020B0600000101010101" pitchFamily="34" charset="-127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Conceptual/Logical/Physical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Technology and Solutions architecture plan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ROI Calculations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Propose project development timeline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yundai Sans Text KR" panose="020B0600000101010101" pitchFamily="34" charset="-127"/>
              <a:ea typeface="Hyundai Sans Text KR" panose="020B0600000101010101" pitchFamily="34" charset="-127"/>
              <a:cs typeface="+mn-cs"/>
            </a:endParaRP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7D10F125-86C7-7893-8B4F-EB7AD34AFD41}"/>
              </a:ext>
            </a:extLst>
          </p:cNvPr>
          <p:cNvSpPr txBox="1">
            <a:spLocks/>
          </p:cNvSpPr>
          <p:nvPr/>
        </p:nvSpPr>
        <p:spPr>
          <a:xfrm>
            <a:off x="9403167" y="2908861"/>
            <a:ext cx="242497" cy="35639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Hyundai Sans Text KR Medium" panose="020B0600000101010101" pitchFamily="34" charset="-127"/>
                <a:ea typeface="Hyundai Sans Text KR Medium" panose="020B0600000101010101" pitchFamily="34" charset="-127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4546A">
                    <a:lumMod val="50000"/>
                    <a:lumOff val="50000"/>
                  </a:srgbClr>
                </a:solidFill>
                <a:effectLst/>
                <a:uLnTx/>
                <a:uFillTx/>
                <a:latin typeface="Hyundai Sans Text KR Medium" panose="020B0600000101010101" pitchFamily="34" charset="-127"/>
                <a:ea typeface="Hyundai Sans Text KR Medium" panose="020B0600000101010101" pitchFamily="34" charset="-127"/>
                <a:cs typeface="+mn-cs"/>
              </a:rPr>
              <a:t>*</a:t>
            </a:r>
            <a:endParaRPr kumimoji="0" lang="en-SG" sz="1400" b="0" i="0" u="none" strike="noStrike" kern="1200" cap="none" spc="0" normalizeH="0" baseline="0" noProof="0">
              <a:ln>
                <a:noFill/>
              </a:ln>
              <a:solidFill>
                <a:srgbClr val="44546A">
                  <a:lumMod val="50000"/>
                  <a:lumOff val="50000"/>
                </a:srgbClr>
              </a:solidFill>
              <a:effectLst/>
              <a:uLnTx/>
              <a:uFillTx/>
              <a:latin typeface="Hyundai Sans Text KR Medium" panose="020B0600000101010101" pitchFamily="34" charset="-127"/>
              <a:ea typeface="Hyundai Sans Text KR Medium" panose="020B0600000101010101" pitchFamily="34" charset="-127"/>
              <a:cs typeface="+mn-cs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9D9546A-667F-796A-FD07-F0D33A11D889}"/>
              </a:ext>
            </a:extLst>
          </p:cNvPr>
          <p:cNvSpPr/>
          <p:nvPr/>
        </p:nvSpPr>
        <p:spPr>
          <a:xfrm>
            <a:off x="6238059" y="3110691"/>
            <a:ext cx="179527" cy="180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F7EA2D1-2134-CBF6-5DF7-65BDCEAFFC4D}"/>
              </a:ext>
            </a:extLst>
          </p:cNvPr>
          <p:cNvCxnSpPr>
            <a:cxnSpLocks/>
          </p:cNvCxnSpPr>
          <p:nvPr/>
        </p:nvCxnSpPr>
        <p:spPr>
          <a:xfrm>
            <a:off x="6322279" y="2390691"/>
            <a:ext cx="0" cy="72000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0" name="Text Placeholder 1">
            <a:extLst>
              <a:ext uri="{FF2B5EF4-FFF2-40B4-BE49-F238E27FC236}">
                <a16:creationId xmlns:a16="http://schemas.microsoft.com/office/drawing/2014/main" id="{DE98900D-C890-FD9D-8A01-4FCA5E4BFA2E}"/>
              </a:ext>
            </a:extLst>
          </p:cNvPr>
          <p:cNvSpPr txBox="1">
            <a:spLocks/>
          </p:cNvSpPr>
          <p:nvPr/>
        </p:nvSpPr>
        <p:spPr>
          <a:xfrm>
            <a:off x="6166701" y="1869644"/>
            <a:ext cx="1764310" cy="40517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3">
                    <a:lumMod val="50000"/>
                  </a:schemeClr>
                </a:solidFill>
                <a:latin typeface="Hyundai Sans Text KR Medium" panose="020B0600000101010101" pitchFamily="34" charset="-127"/>
                <a:ea typeface="Hyundai Sans Text KR Medium" panose="020B0600000101010101" pitchFamily="34" charset="-127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44546A">
                    <a:lumMod val="75000"/>
                    <a:lumOff val="25000"/>
                  </a:srgbClr>
                </a:solidFill>
                <a:effectLst/>
                <a:uLnTx/>
                <a:uFillTx/>
                <a:latin typeface="Hyundai Sans Text KR Medium" panose="020B0600000101010101" pitchFamily="34" charset="-127"/>
                <a:ea typeface="Hyundai Sans Text KR Medium" panose="020B0600000101010101" pitchFamily="34" charset="-127"/>
                <a:cs typeface="+mn-cs"/>
              </a:rPr>
              <a:t>Solution Architecture Review</a:t>
            </a:r>
            <a:endParaRPr kumimoji="0" lang="en-SG" sz="1600" b="0" i="0" u="none" strike="noStrike" kern="1200" cap="none" spc="0" normalizeH="0" baseline="0" noProof="0">
              <a:ln>
                <a:noFill/>
              </a:ln>
              <a:solidFill>
                <a:srgbClr val="44546A">
                  <a:lumMod val="75000"/>
                  <a:lumOff val="25000"/>
                </a:srgbClr>
              </a:solidFill>
              <a:effectLst/>
              <a:uLnTx/>
              <a:uFillTx/>
              <a:latin typeface="Hyundai Sans Text KR Medium" panose="020B0600000101010101" pitchFamily="34" charset="-127"/>
              <a:ea typeface="Hyundai Sans Text KR Medium" panose="020B0600000101010101" pitchFamily="34" charset="-127"/>
              <a:cs typeface="+mn-cs"/>
            </a:endParaRP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273DB539-D275-6850-1912-9FD258C1B998}"/>
              </a:ext>
            </a:extLst>
          </p:cNvPr>
          <p:cNvSpPr txBox="1">
            <a:spLocks/>
          </p:cNvSpPr>
          <p:nvPr/>
        </p:nvSpPr>
        <p:spPr>
          <a:xfrm>
            <a:off x="6166701" y="3432059"/>
            <a:ext cx="1807736" cy="35639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Hyundai Sans Text KR Medium" panose="020B0600000101010101" pitchFamily="34" charset="-127"/>
                <a:ea typeface="Hyundai Sans Text KR Medium" panose="020B0600000101010101" pitchFamily="34" charset="-127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4546A">
                    <a:lumMod val="50000"/>
                    <a:lumOff val="50000"/>
                  </a:srgbClr>
                </a:solidFill>
                <a:effectLst/>
                <a:uLnTx/>
                <a:uFillTx/>
                <a:latin typeface="Hyundai Sans Text KR Medium" panose="020B0600000101010101" pitchFamily="34" charset="-127"/>
                <a:ea typeface="Hyundai Sans Text KR Medium" panose="020B0600000101010101" pitchFamily="34" charset="-127"/>
                <a:cs typeface="+mn-cs"/>
                <a:sym typeface="Wingdings" panose="05000000000000000000" pitchFamily="2" charset="2"/>
              </a:rPr>
              <a:t>08 Apr</a:t>
            </a:r>
            <a:endParaRPr kumimoji="0" lang="en-SG" sz="1400" b="0" i="0" u="none" strike="noStrike" kern="1200" cap="none" spc="0" normalizeH="0" baseline="0" noProof="0">
              <a:ln>
                <a:noFill/>
              </a:ln>
              <a:solidFill>
                <a:srgbClr val="44546A">
                  <a:lumMod val="50000"/>
                  <a:lumOff val="50000"/>
                </a:srgbClr>
              </a:solidFill>
              <a:effectLst/>
              <a:uLnTx/>
              <a:uFillTx/>
              <a:latin typeface="Hyundai Sans Text KR Medium" panose="020B0600000101010101" pitchFamily="34" charset="-127"/>
              <a:ea typeface="Hyundai Sans Text KR Medium" panose="020B0600000101010101" pitchFamily="34" charset="-127"/>
              <a:cs typeface="+mn-cs"/>
            </a:endParaRP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774776CA-88DB-1A9B-B506-AB0358C006AD}"/>
              </a:ext>
            </a:extLst>
          </p:cNvPr>
          <p:cNvSpPr txBox="1">
            <a:spLocks/>
          </p:cNvSpPr>
          <p:nvPr/>
        </p:nvSpPr>
        <p:spPr>
          <a:xfrm>
            <a:off x="6166701" y="3808278"/>
            <a:ext cx="1786420" cy="19448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Hyundai Sans Text KR Medium" panose="020B0600000101010101" pitchFamily="34" charset="-127"/>
                <a:ea typeface="Hyundai Sans Text KR Medium" panose="020B0600000101010101" pitchFamily="34" charset="-127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Finalise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 solution architecture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yundai Sans Text KR" panose="020B0600000101010101" pitchFamily="34" charset="-127"/>
              <a:ea typeface="Hyundai Sans Text KR" panose="020B0600000101010101" pitchFamily="34" charset="-127"/>
              <a:cs typeface="+mn-cs"/>
            </a:endParaRP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62EBFF2A-E42E-EAFA-CF7A-03F8E7335B4C}"/>
              </a:ext>
            </a:extLst>
          </p:cNvPr>
          <p:cNvSpPr txBox="1">
            <a:spLocks/>
          </p:cNvSpPr>
          <p:nvPr/>
        </p:nvSpPr>
        <p:spPr>
          <a:xfrm>
            <a:off x="2005702" y="3432059"/>
            <a:ext cx="1296449" cy="3563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4546A">
                    <a:lumMod val="50000"/>
                    <a:lumOff val="50000"/>
                  </a:srgbClr>
                </a:solidFill>
                <a:effectLst/>
                <a:uLnTx/>
                <a:uFillTx/>
                <a:latin typeface="Hyundai Sans Text KR Medium" panose="020B0600000101010101" pitchFamily="34" charset="-127"/>
                <a:ea typeface="Hyundai Sans Text KR Medium" panose="020B0600000101010101" pitchFamily="34" charset="-127"/>
                <a:cs typeface="+mn-cs"/>
              </a:rPr>
              <a:t>07 Mar</a:t>
            </a:r>
            <a:endParaRPr kumimoji="0" lang="en-SG" sz="1400" b="0" i="0" u="none" strike="noStrike" kern="1200" cap="none" spc="0" normalizeH="0" baseline="0" noProof="0">
              <a:ln>
                <a:noFill/>
              </a:ln>
              <a:solidFill>
                <a:srgbClr val="44546A">
                  <a:lumMod val="50000"/>
                  <a:lumOff val="50000"/>
                </a:srgbClr>
              </a:solidFill>
              <a:effectLst/>
              <a:uLnTx/>
              <a:uFillTx/>
              <a:latin typeface="Hyundai Sans Text KR Medium" panose="020B0600000101010101" pitchFamily="34" charset="-127"/>
              <a:ea typeface="Hyundai Sans Text KR Medium" panose="020B0600000101010101" pitchFamily="34" charset="-127"/>
              <a:cs typeface="+mn-cs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F63C2791-1B51-1407-C3C1-0235DEF13375}"/>
              </a:ext>
            </a:extLst>
          </p:cNvPr>
          <p:cNvSpPr txBox="1">
            <a:spLocks/>
          </p:cNvSpPr>
          <p:nvPr/>
        </p:nvSpPr>
        <p:spPr>
          <a:xfrm>
            <a:off x="274320" y="228600"/>
            <a:ext cx="6583680" cy="457200"/>
          </a:xfrm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>
            <a:lvl1pPr algn="l" defTabSz="474933" rtl="0" eaLnBrk="1" latinLnBrk="1" hangingPunct="1">
              <a:spcBef>
                <a:spcPct val="0"/>
              </a:spcBef>
              <a:buNone/>
              <a:defRPr sz="2600" b="0" i="0" kern="400" baseline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  <a:cs typeface="현대산스 Head Medium" panose="020B0600000101010101" pitchFamily="50" charset="-127"/>
              </a:defRPr>
            </a:lvl1pPr>
          </a:lstStyle>
          <a:p>
            <a:pPr lvl="0" defTabSz="494019" latinLnBrk="0">
              <a:defRPr/>
            </a:pPr>
            <a:r>
              <a:rPr kumimoji="1" lang="en-US" altLang="ko-KR" sz="24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Insert Title here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A3BC1F-BE2E-3F1F-82EE-145769AD7198}"/>
              </a:ext>
            </a:extLst>
          </p:cNvPr>
          <p:cNvSpPr txBox="1"/>
          <p:nvPr/>
        </p:nvSpPr>
        <p:spPr>
          <a:xfrm>
            <a:off x="457200" y="868680"/>
            <a:ext cx="9154915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defTabSz="494019">
              <a:lnSpc>
                <a:spcPct val="120000"/>
              </a:lnSpc>
              <a:spcBef>
                <a:spcPct val="0"/>
              </a:spcBef>
              <a:defRPr/>
            </a:pPr>
            <a:r>
              <a:rPr kumimoji="1" lang="en-GB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HDharmony B" panose="02020603020101020101" pitchFamily="18" charset="-127"/>
                <a:ea typeface="HDharmony B"/>
                <a:sym typeface="+mn-lt"/>
              </a:rPr>
              <a:t>Page Brief description</a:t>
            </a:r>
            <a:endParaRPr lang="en-US">
              <a:solidFill>
                <a:srgbClr val="002060"/>
              </a:solidFill>
            </a:endParaRPr>
          </a:p>
        </p:txBody>
      </p:sp>
      <p:sp>
        <p:nvSpPr>
          <p:cNvPr id="20" name="직사각형 75803">
            <a:extLst>
              <a:ext uri="{FF2B5EF4-FFF2-40B4-BE49-F238E27FC236}">
                <a16:creationId xmlns:a16="http://schemas.microsoft.com/office/drawing/2014/main" id="{6DF7519B-1882-B598-EAC6-277D3045436D}"/>
              </a:ext>
            </a:extLst>
          </p:cNvPr>
          <p:cNvSpPr/>
          <p:nvPr/>
        </p:nvSpPr>
        <p:spPr>
          <a:xfrm>
            <a:off x="274320" y="822960"/>
            <a:ext cx="72566" cy="526369"/>
          </a:xfrm>
          <a:prstGeom prst="rect">
            <a:avLst/>
          </a:prstGeom>
          <a:solidFill>
            <a:srgbClr val="00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100" b="0" i="0" u="none" strike="noStrike" kern="1200" cap="none" spc="0" normalizeH="0" baseline="0" noProof="0">
              <a:ln>
                <a:solidFill>
                  <a:srgbClr val="4F81BD">
                    <a:shade val="95000"/>
                    <a:satMod val="105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Hyundai Sans Head KR Light" panose="020B0600000101010101" pitchFamily="34" charset="-127"/>
              <a:ea typeface="Hyundai Sans Head KR Light" panose="020B0600000101010101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424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018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86018" name="think-cell data - do not delete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28556E0-781F-AAC1-DE3A-F131E6118AB9}"/>
              </a:ext>
            </a:extLst>
          </p:cNvPr>
          <p:cNvSpPr/>
          <p:nvPr/>
        </p:nvSpPr>
        <p:spPr>
          <a:xfrm>
            <a:off x="273050" y="809135"/>
            <a:ext cx="1224136" cy="360040"/>
          </a:xfrm>
          <a:prstGeom prst="roundRect">
            <a:avLst>
              <a:gd name="adj" fmla="val 50000"/>
            </a:avLst>
          </a:prstGeom>
          <a:solidFill>
            <a:srgbClr val="002C5F">
              <a:lumMod val="75000"/>
              <a:lumOff val="25000"/>
            </a:srgbClr>
          </a:solidFill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yundai Sans Head KR Medium" panose="020B0600000101010101" pitchFamily="34" charset="-127"/>
                <a:ea typeface="Hyundai Sans Head KR Medium" panose="020B0600000101010101" pitchFamily="34" charset="-127"/>
                <a:cs typeface="Hyundai Sans Head"/>
              </a:rPr>
              <a:t>Impact X</a:t>
            </a:r>
            <a:endParaRPr kumimoji="0" lang="en-SG" sz="12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undai Sans Head KR Medium" panose="020B0600000101010101" pitchFamily="34" charset="-127"/>
              <a:ea typeface="Hyundai Sans Head KR Medium" panose="020B0600000101010101" pitchFamily="34" charset="-127"/>
              <a:cs typeface="Hyundai Sans Hea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B5963C-D99A-3BB4-8AF3-CE76EBECC5AC}"/>
              </a:ext>
            </a:extLst>
          </p:cNvPr>
          <p:cNvSpPr txBox="1"/>
          <p:nvPr/>
        </p:nvSpPr>
        <p:spPr>
          <a:xfrm>
            <a:off x="1640632" y="809135"/>
            <a:ext cx="7704856" cy="36004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Impact</a:t>
            </a:r>
            <a:endParaRPr kumimoji="0" lang="en-SG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yundai Sans Text KR Medium" panose="020B0600000101010101" pitchFamily="34" charset="-127"/>
              <a:ea typeface="Hyundai Sans Text KR Medium" panose="020B0600000101010101" pitchFamily="34" charset="-127"/>
              <a:cs typeface="+mn-cs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AB76774-311F-0258-ABC9-3A8B9D65B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397197"/>
              </p:ext>
            </p:extLst>
          </p:nvPr>
        </p:nvGraphicFramePr>
        <p:xfrm>
          <a:off x="380491" y="3844403"/>
          <a:ext cx="9145017" cy="2120628"/>
        </p:xfrm>
        <a:graphic>
          <a:graphicData uri="http://schemas.openxmlformats.org/drawingml/2006/table">
            <a:tbl>
              <a:tblPr firstRow="1" bandRow="1"/>
              <a:tblGrid>
                <a:gridCol w="2196245">
                  <a:extLst>
                    <a:ext uri="{9D8B030D-6E8A-4147-A177-3AD203B41FA5}">
                      <a16:colId xmlns:a16="http://schemas.microsoft.com/office/drawing/2014/main" val="4129035337"/>
                    </a:ext>
                  </a:extLst>
                </a:gridCol>
                <a:gridCol w="3672408">
                  <a:extLst>
                    <a:ext uri="{9D8B030D-6E8A-4147-A177-3AD203B41FA5}">
                      <a16:colId xmlns:a16="http://schemas.microsoft.com/office/drawing/2014/main" val="2805922048"/>
                    </a:ext>
                  </a:extLst>
                </a:gridCol>
                <a:gridCol w="3276364">
                  <a:extLst>
                    <a:ext uri="{9D8B030D-6E8A-4147-A177-3AD203B41FA5}">
                      <a16:colId xmlns:a16="http://schemas.microsoft.com/office/drawing/2014/main" val="3992537287"/>
                    </a:ext>
                  </a:extLst>
                </a:gridCol>
              </a:tblGrid>
              <a:tr h="289049">
                <a:tc>
                  <a:txBody>
                    <a:bodyPr/>
                    <a:lstStyle>
                      <a:lvl1pPr marL="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현대산스 Head"/>
                          <a:ea typeface="현대산스 Head"/>
                        </a:defRPr>
                      </a:lvl1pPr>
                      <a:lvl2pPr marL="37147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현대산스 Head"/>
                          <a:ea typeface="현대산스 Head"/>
                        </a:defRPr>
                      </a:lvl2pPr>
                      <a:lvl3pPr marL="74295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현대산스 Head"/>
                          <a:ea typeface="현대산스 Head"/>
                        </a:defRPr>
                      </a:lvl3pPr>
                      <a:lvl4pPr marL="111442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현대산스 Head"/>
                          <a:ea typeface="현대산스 Head"/>
                        </a:defRPr>
                      </a:lvl4pPr>
                      <a:lvl5pPr marL="148590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현대산스 Head"/>
                          <a:ea typeface="현대산스 Head"/>
                        </a:defRPr>
                      </a:lvl5pPr>
                      <a:lvl6pPr marL="185737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현대산스 Head"/>
                          <a:ea typeface="현대산스 Head"/>
                        </a:defRPr>
                      </a:lvl6pPr>
                      <a:lvl7pPr marL="222885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현대산스 Head"/>
                          <a:ea typeface="현대산스 Head"/>
                        </a:defRPr>
                      </a:lvl7pPr>
                      <a:lvl8pPr marL="260032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현대산스 Head"/>
                          <a:ea typeface="현대산스 Head"/>
                        </a:defRPr>
                      </a:lvl8pPr>
                      <a:lvl9pPr marL="297180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현대산스 Head"/>
                          <a:ea typeface="현대산스 Head"/>
                        </a:defRPr>
                      </a:lvl9pPr>
                    </a:lstStyle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latin typeface="Hyundai Sans Text KR Medium" panose="020B0600000101010101" pitchFamily="34" charset="-127"/>
                          <a:ea typeface="Hyundai Sans Text KR Medium" panose="020B0600000101010101" pitchFamily="34" charset="-127"/>
                        </a:rPr>
                        <a:t>Problem</a:t>
                      </a:r>
                      <a:endParaRPr lang="en-SG" sz="1400">
                        <a:solidFill>
                          <a:schemeClr val="tx1"/>
                        </a:solidFill>
                        <a:latin typeface="Hyundai Sans Text KR Medium" panose="020B0600000101010101" pitchFamily="34" charset="-127"/>
                        <a:ea typeface="Hyundai Sans Text KR Medium" panose="020B0600000101010101" pitchFamily="34" charset="-127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>
                        <a:lumMod val="25000"/>
                        <a:lumOff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현대산스 Head"/>
                          <a:ea typeface="현대산스 Head"/>
                        </a:defRPr>
                      </a:lvl1pPr>
                      <a:lvl2pPr marL="37147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현대산스 Head"/>
                          <a:ea typeface="현대산스 Head"/>
                        </a:defRPr>
                      </a:lvl2pPr>
                      <a:lvl3pPr marL="74295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현대산스 Head"/>
                          <a:ea typeface="현대산스 Head"/>
                        </a:defRPr>
                      </a:lvl3pPr>
                      <a:lvl4pPr marL="111442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현대산스 Head"/>
                          <a:ea typeface="현대산스 Head"/>
                        </a:defRPr>
                      </a:lvl4pPr>
                      <a:lvl5pPr marL="148590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현대산스 Head"/>
                          <a:ea typeface="현대산스 Head"/>
                        </a:defRPr>
                      </a:lvl5pPr>
                      <a:lvl6pPr marL="185737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현대산스 Head"/>
                          <a:ea typeface="현대산스 Head"/>
                        </a:defRPr>
                      </a:lvl6pPr>
                      <a:lvl7pPr marL="222885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현대산스 Head"/>
                          <a:ea typeface="현대산스 Head"/>
                        </a:defRPr>
                      </a:lvl7pPr>
                      <a:lvl8pPr marL="260032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현대산스 Head"/>
                          <a:ea typeface="현대산스 Head"/>
                        </a:defRPr>
                      </a:lvl8pPr>
                      <a:lvl9pPr marL="297180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현대산스 Head"/>
                          <a:ea typeface="현대산스 Head"/>
                        </a:defRPr>
                      </a:lvl9pPr>
                    </a:lstStyle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latin typeface="Hyundai Sans Text KR Medium" panose="020B0600000101010101" pitchFamily="34" charset="-127"/>
                          <a:ea typeface="Hyundai Sans Text KR Medium" panose="020B0600000101010101" pitchFamily="34" charset="-127"/>
                        </a:rPr>
                        <a:t>R06 solution</a:t>
                      </a:r>
                      <a:endParaRPr lang="en-SG" sz="1400">
                        <a:solidFill>
                          <a:schemeClr val="tx1"/>
                        </a:solidFill>
                        <a:latin typeface="Hyundai Sans Text KR Medium" panose="020B0600000101010101" pitchFamily="34" charset="-127"/>
                        <a:ea typeface="Hyundai Sans Text KR Medium" panose="020B0600000101010101" pitchFamily="34" charset="-127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>
                        <a:lumMod val="25000"/>
                        <a:lumOff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현대산스 Head"/>
                          <a:ea typeface="현대산스 Head"/>
                        </a:defRPr>
                      </a:lvl1pPr>
                      <a:lvl2pPr marL="37147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현대산스 Head"/>
                          <a:ea typeface="현대산스 Head"/>
                        </a:defRPr>
                      </a:lvl2pPr>
                      <a:lvl3pPr marL="74295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현대산스 Head"/>
                          <a:ea typeface="현대산스 Head"/>
                        </a:defRPr>
                      </a:lvl3pPr>
                      <a:lvl4pPr marL="111442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현대산스 Head"/>
                          <a:ea typeface="현대산스 Head"/>
                        </a:defRPr>
                      </a:lvl4pPr>
                      <a:lvl5pPr marL="148590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현대산스 Head"/>
                          <a:ea typeface="현대산스 Head"/>
                        </a:defRPr>
                      </a:lvl5pPr>
                      <a:lvl6pPr marL="185737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현대산스 Head"/>
                          <a:ea typeface="현대산스 Head"/>
                        </a:defRPr>
                      </a:lvl6pPr>
                      <a:lvl7pPr marL="222885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현대산스 Head"/>
                          <a:ea typeface="현대산스 Head"/>
                        </a:defRPr>
                      </a:lvl7pPr>
                      <a:lvl8pPr marL="2600325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현대산스 Head"/>
                          <a:ea typeface="현대산스 Head"/>
                        </a:defRPr>
                      </a:lvl8pPr>
                      <a:lvl9pPr marL="2971800" algn="l" defTabSz="742950" rtl="0" eaLnBrk="1" latinLnBrk="1" hangingPunct="1">
                        <a:defRPr sz="1463" b="1" kern="1200">
                          <a:solidFill>
                            <a:schemeClr val="lt1"/>
                          </a:solidFill>
                          <a:latin typeface="현대산스 Head"/>
                          <a:ea typeface="현대산스 Head"/>
                        </a:defRPr>
                      </a:lvl9pPr>
                    </a:lstStyle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latin typeface="Hyundai Sans Text KR Medium" panose="020B0600000101010101" pitchFamily="34" charset="-127"/>
                          <a:ea typeface="Hyundai Sans Text KR Medium" panose="020B0600000101010101" pitchFamily="34" charset="-127"/>
                        </a:rPr>
                        <a:t>Improvement</a:t>
                      </a:r>
                      <a:endParaRPr lang="en-SG" sz="1400">
                        <a:solidFill>
                          <a:schemeClr val="tx1"/>
                        </a:solidFill>
                        <a:latin typeface="Hyundai Sans Text KR Medium" panose="020B0600000101010101" pitchFamily="34" charset="-127"/>
                        <a:ea typeface="Hyundai Sans Text KR Medium" panose="020B0600000101010101" pitchFamily="34" charset="-127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5F">
                        <a:lumMod val="25000"/>
                        <a:lumOff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2533907"/>
                  </a:ext>
                </a:extLst>
              </a:tr>
              <a:tr h="1815828">
                <a:tc>
                  <a:txBody>
                    <a:bodyPr/>
                    <a:lstStyle>
                      <a:lvl1pPr marL="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현대산스 Head"/>
                          <a:ea typeface="현대산스 Head"/>
                        </a:defRPr>
                      </a:lvl1pPr>
                      <a:lvl2pPr marL="3714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현대산스 Head"/>
                          <a:ea typeface="현대산스 Head"/>
                        </a:defRPr>
                      </a:lvl2pPr>
                      <a:lvl3pPr marL="7429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현대산스 Head"/>
                          <a:ea typeface="현대산스 Head"/>
                        </a:defRPr>
                      </a:lvl3pPr>
                      <a:lvl4pPr marL="11144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현대산스 Head"/>
                          <a:ea typeface="현대산스 Head"/>
                        </a:defRPr>
                      </a:lvl4pPr>
                      <a:lvl5pPr marL="14859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현대산스 Head"/>
                          <a:ea typeface="현대산스 Head"/>
                        </a:defRPr>
                      </a:lvl5pPr>
                      <a:lvl6pPr marL="18573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현대산스 Head"/>
                          <a:ea typeface="현대산스 Head"/>
                        </a:defRPr>
                      </a:lvl6pPr>
                      <a:lvl7pPr marL="22288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현대산스 Head"/>
                          <a:ea typeface="현대산스 Head"/>
                        </a:defRPr>
                      </a:lvl7pPr>
                      <a:lvl8pPr marL="26003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현대산스 Head"/>
                          <a:ea typeface="현대산스 Head"/>
                        </a:defRPr>
                      </a:lvl8pPr>
                      <a:lvl9pPr marL="29718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현대산스 Head"/>
                          <a:ea typeface="현대산스 Head"/>
                        </a:defRPr>
                      </a:lvl9pPr>
                    </a:lstStyle>
                    <a:p>
                      <a:pPr marL="0" marR="0" lvl="0" indent="0" algn="l" defTabSz="47877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chemeClr val="tx2"/>
                          </a:solidFill>
                          <a:latin typeface="Hyundai Sans Text KR" panose="020B0600000101010101" pitchFamily="34" charset="-127"/>
                          <a:ea typeface="Hyundai Sans Text KR" panose="020B0600000101010101" pitchFamily="34" charset="-127"/>
                        </a:rPr>
                        <a:t>[Description]</a:t>
                      </a:r>
                    </a:p>
                  </a:txBody>
                  <a:tcPr>
                    <a:lnL w="1270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현대산스 Head"/>
                          <a:ea typeface="현대산스 Head"/>
                        </a:defRPr>
                      </a:lvl1pPr>
                      <a:lvl2pPr marL="3714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현대산스 Head"/>
                          <a:ea typeface="현대산스 Head"/>
                        </a:defRPr>
                      </a:lvl2pPr>
                      <a:lvl3pPr marL="7429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현대산스 Head"/>
                          <a:ea typeface="현대산스 Head"/>
                        </a:defRPr>
                      </a:lvl3pPr>
                      <a:lvl4pPr marL="11144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현대산스 Head"/>
                          <a:ea typeface="현대산스 Head"/>
                        </a:defRPr>
                      </a:lvl4pPr>
                      <a:lvl5pPr marL="14859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현대산스 Head"/>
                          <a:ea typeface="현대산스 Head"/>
                        </a:defRPr>
                      </a:lvl5pPr>
                      <a:lvl6pPr marL="18573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현대산스 Head"/>
                          <a:ea typeface="현대산스 Head"/>
                        </a:defRPr>
                      </a:lvl6pPr>
                      <a:lvl7pPr marL="22288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현대산스 Head"/>
                          <a:ea typeface="현대산스 Head"/>
                        </a:defRPr>
                      </a:lvl7pPr>
                      <a:lvl8pPr marL="26003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현대산스 Head"/>
                          <a:ea typeface="현대산스 Head"/>
                        </a:defRPr>
                      </a:lvl8pPr>
                      <a:lvl9pPr marL="29718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현대산스 Head"/>
                          <a:ea typeface="현대산스 Head"/>
                        </a:defRPr>
                      </a:lvl9pPr>
                    </a:lstStyle>
                    <a:p>
                      <a:pPr marL="0" marR="0" lvl="0" indent="0" algn="l" defTabSz="47877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chemeClr val="tx2"/>
                          </a:solidFill>
                          <a:latin typeface="Hyundai Sans Text KR" panose="020B0600000101010101" pitchFamily="34" charset="-127"/>
                          <a:ea typeface="Hyundai Sans Text KR" panose="020B0600000101010101" pitchFamily="34" charset="-127"/>
                        </a:rPr>
                        <a:t>[Description]</a:t>
                      </a:r>
                    </a:p>
                  </a:txBody>
                  <a:tcPr>
                    <a:lnL w="1270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현대산스 Head"/>
                          <a:ea typeface="현대산스 Head"/>
                        </a:defRPr>
                      </a:lvl1pPr>
                      <a:lvl2pPr marL="3714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현대산스 Head"/>
                          <a:ea typeface="현대산스 Head"/>
                        </a:defRPr>
                      </a:lvl2pPr>
                      <a:lvl3pPr marL="7429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현대산스 Head"/>
                          <a:ea typeface="현대산스 Head"/>
                        </a:defRPr>
                      </a:lvl3pPr>
                      <a:lvl4pPr marL="11144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현대산스 Head"/>
                          <a:ea typeface="현대산스 Head"/>
                        </a:defRPr>
                      </a:lvl4pPr>
                      <a:lvl5pPr marL="14859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현대산스 Head"/>
                          <a:ea typeface="현대산스 Head"/>
                        </a:defRPr>
                      </a:lvl5pPr>
                      <a:lvl6pPr marL="185737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현대산스 Head"/>
                          <a:ea typeface="현대산스 Head"/>
                        </a:defRPr>
                      </a:lvl6pPr>
                      <a:lvl7pPr marL="222885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현대산스 Head"/>
                          <a:ea typeface="현대산스 Head"/>
                        </a:defRPr>
                      </a:lvl7pPr>
                      <a:lvl8pPr marL="2600325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현대산스 Head"/>
                          <a:ea typeface="현대산스 Head"/>
                        </a:defRPr>
                      </a:lvl8pPr>
                      <a:lvl9pPr marL="2971800" algn="l" defTabSz="742950" rtl="0" eaLnBrk="1" latinLnBrk="1" hangingPunct="1">
                        <a:defRPr sz="1463" kern="1200">
                          <a:solidFill>
                            <a:schemeClr val="dk1"/>
                          </a:solidFill>
                          <a:latin typeface="현대산스 Head"/>
                          <a:ea typeface="현대산스 Head"/>
                        </a:defRPr>
                      </a:lvl9pPr>
                    </a:lstStyle>
                    <a:p>
                      <a:pPr marL="0" marR="0" lvl="0" indent="0" algn="l" defTabSz="47877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  <a:latin typeface="Hyundai Sans Text KR" panose="020B0600000101010101" pitchFamily="34" charset="-127"/>
                          <a:ea typeface="Hyundai Sans Text KR" panose="020B0600000101010101" pitchFamily="34" charset="-127"/>
                        </a:rPr>
                        <a:t>[Description]</a:t>
                      </a:r>
                    </a:p>
                  </a:txBody>
                  <a:tcPr>
                    <a:lnL w="1270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046189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B9FA7913-30FB-B1FB-0476-57D9003991A5}"/>
              </a:ext>
            </a:extLst>
          </p:cNvPr>
          <p:cNvSpPr txBox="1"/>
          <p:nvPr/>
        </p:nvSpPr>
        <p:spPr>
          <a:xfrm>
            <a:off x="380491" y="6233239"/>
            <a:ext cx="3780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Note:</a:t>
            </a: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AGV OTIF reduced on 24</a:t>
            </a:r>
            <a:r>
              <a:rPr kumimoji="0" lang="en-US" sz="7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th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 July due to </a:t>
            </a:r>
            <a:r>
              <a:rPr kumimoji="0" lang="en-US" sz="7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Downlift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 malfunction</a:t>
            </a:r>
          </a:p>
        </p:txBody>
      </p:sp>
      <p:sp>
        <p:nvSpPr>
          <p:cNvPr id="10" name="Text Box 38">
            <a:extLst>
              <a:ext uri="{FF2B5EF4-FFF2-40B4-BE49-F238E27FC236}">
                <a16:creationId xmlns:a16="http://schemas.microsoft.com/office/drawing/2014/main" id="{C1CDE497-6BD2-EB01-3986-6DC630BBBD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7100" y="70615"/>
            <a:ext cx="1368366" cy="2095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lIns="83969" tIns="41985" rIns="83969" bIns="41985"/>
          <a:lstStyle>
            <a:lvl1pPr defTabSz="838200" eaLnBrk="0" hangingPunct="0">
              <a:spcBef>
                <a:spcPct val="20000"/>
              </a:spcBef>
              <a:buFont typeface="Arial" pitchFamily="34" charset="0"/>
              <a:buChar char="•"/>
              <a:defRPr sz="3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defTabSz="838200" eaLnBrk="0" hangingPunct="0">
              <a:spcBef>
                <a:spcPct val="20000"/>
              </a:spcBef>
              <a:buFont typeface="Arial" pitchFamily="34" charset="0"/>
              <a:buChar char="–"/>
              <a:defRPr sz="29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defTabSz="838200" eaLnBrk="0" hangingPunct="0">
              <a:spcBef>
                <a:spcPct val="20000"/>
              </a:spcBef>
              <a:buFont typeface="Arial" pitchFamily="34" charset="0"/>
              <a:buChar char="•"/>
              <a:defRPr sz="2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defTabSz="838200" eaLnBrk="0" hangingPunct="0">
              <a:spcBef>
                <a:spcPct val="20000"/>
              </a:spcBef>
              <a:buFont typeface="Arial" pitchFamily="34" charset="0"/>
              <a:buChar char="–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defTabSz="838200" eaLnBrk="0" hangingPunct="0">
              <a:spcBef>
                <a:spcPct val="20000"/>
              </a:spcBef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ctr" defTabSz="838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현대하모니 M" pitchFamily="18" charset="-127"/>
                <a:ea typeface="현대하모니 M" pitchFamily="18" charset="-127"/>
                <a:cs typeface="+mn-cs"/>
              </a:rPr>
              <a:t>사내한 </a:t>
            </a:r>
            <a:r>
              <a:rPr kumimoji="1" lang="en-US" altLang="ko-KR" sz="900" b="0" i="0" u="none" strike="noStrike" kern="1200" cap="none" spc="0" normalizeH="0" baseline="0" noProof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현대하모니 M" pitchFamily="18" charset="-127"/>
                <a:ea typeface="현대하모니 M" pitchFamily="18" charset="-127"/>
                <a:cs typeface="+mn-cs"/>
              </a:rPr>
              <a:t>(Restricted)</a:t>
            </a:r>
            <a:endParaRPr kumimoji="1" lang="ko-KR" altLang="en-US" sz="900" b="0" i="0" u="none" strike="noStrike" kern="1200" cap="none" spc="0" normalizeH="0" baseline="0" noProof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FF0000"/>
              </a:solidFill>
              <a:effectLst/>
              <a:uLnTx/>
              <a:uFillTx/>
              <a:latin typeface="현대하모니 M" pitchFamily="18" charset="-127"/>
              <a:ea typeface="현대하모니 M" pitchFamily="18" charset="-127"/>
              <a:cs typeface="+mn-cs"/>
            </a:endParaRPr>
          </a:p>
        </p:txBody>
      </p:sp>
      <p:sp>
        <p:nvSpPr>
          <p:cNvPr id="32" name="제목 1">
            <a:extLst>
              <a:ext uri="{FF2B5EF4-FFF2-40B4-BE49-F238E27FC236}">
                <a16:creationId xmlns:a16="http://schemas.microsoft.com/office/drawing/2014/main" id="{E01FF8C8-447F-649A-236D-6C542FED2527}"/>
              </a:ext>
            </a:extLst>
          </p:cNvPr>
          <p:cNvSpPr txBox="1">
            <a:spLocks/>
          </p:cNvSpPr>
          <p:nvPr/>
        </p:nvSpPr>
        <p:spPr>
          <a:xfrm>
            <a:off x="274320" y="228600"/>
            <a:ext cx="6583680" cy="457200"/>
          </a:xfrm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>
            <a:lvl1pPr algn="l" defTabSz="474933" rtl="0" eaLnBrk="1" latinLnBrk="1" hangingPunct="1">
              <a:spcBef>
                <a:spcPct val="0"/>
              </a:spcBef>
              <a:buNone/>
              <a:defRPr sz="2600" b="0" i="0" kern="400" baseline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  <a:cs typeface="현대산스 Head Medium" panose="020B0600000101010101" pitchFamily="50" charset="-127"/>
              </a:defRPr>
            </a:lvl1pPr>
          </a:lstStyle>
          <a:p>
            <a:pPr lvl="0" defTabSz="494019" latinLnBrk="0">
              <a:defRPr/>
            </a:pPr>
            <a:r>
              <a:rPr kumimoji="1" lang="en-US" altLang="ko-KR" sz="24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Insert Title here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4916CD-9959-3A51-2C5D-DA7851B0CFBD}"/>
              </a:ext>
            </a:extLst>
          </p:cNvPr>
          <p:cNvSpPr/>
          <p:nvPr/>
        </p:nvSpPr>
        <p:spPr>
          <a:xfrm>
            <a:off x="380491" y="1538068"/>
            <a:ext cx="2823531" cy="193744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Image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E77394-FD44-3D32-140C-A2AAECA0C7F9}"/>
              </a:ext>
            </a:extLst>
          </p:cNvPr>
          <p:cNvSpPr/>
          <p:nvPr/>
        </p:nvSpPr>
        <p:spPr>
          <a:xfrm>
            <a:off x="3508632" y="1538068"/>
            <a:ext cx="2823531" cy="193744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Image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86F57F-C80E-5ED1-7A74-E0C4C62E511C}"/>
              </a:ext>
            </a:extLst>
          </p:cNvPr>
          <p:cNvSpPr/>
          <p:nvPr/>
        </p:nvSpPr>
        <p:spPr>
          <a:xfrm>
            <a:off x="6636774" y="1538068"/>
            <a:ext cx="2823531" cy="193744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804100549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D4875-C16F-62F6-C361-67057BE8E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DB3CC0D-0CEC-DD45-D82D-141958D5C245}"/>
              </a:ext>
            </a:extLst>
          </p:cNvPr>
          <p:cNvGrpSpPr/>
          <p:nvPr/>
        </p:nvGrpSpPr>
        <p:grpSpPr>
          <a:xfrm>
            <a:off x="377299" y="2448115"/>
            <a:ext cx="9344353" cy="1937441"/>
            <a:chOff x="331813" y="2475627"/>
            <a:chExt cx="9344353" cy="193744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44488DE-7DE9-F711-ABAE-C9E0981F76D3}"/>
                </a:ext>
              </a:extLst>
            </p:cNvPr>
            <p:cNvSpPr/>
            <p:nvPr/>
          </p:nvSpPr>
          <p:spPr>
            <a:xfrm>
              <a:off x="331813" y="2475627"/>
              <a:ext cx="3128604" cy="193744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Image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6486ADC-37C3-1FD0-F65E-718B0B745DC1}"/>
                </a:ext>
              </a:extLst>
            </p:cNvPr>
            <p:cNvSpPr/>
            <p:nvPr/>
          </p:nvSpPr>
          <p:spPr>
            <a:xfrm>
              <a:off x="3443899" y="2475627"/>
              <a:ext cx="3128604" cy="193744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Image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25E9AC7-16ED-477F-7178-00A4D4A4FB0C}"/>
                </a:ext>
              </a:extLst>
            </p:cNvPr>
            <p:cNvSpPr/>
            <p:nvPr/>
          </p:nvSpPr>
          <p:spPr>
            <a:xfrm>
              <a:off x="6547562" y="2475627"/>
              <a:ext cx="3128604" cy="193744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Image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B409CC8-42B3-1F34-B37F-F34536193D57}"/>
              </a:ext>
            </a:extLst>
          </p:cNvPr>
          <p:cNvSpPr txBox="1"/>
          <p:nvPr/>
        </p:nvSpPr>
        <p:spPr>
          <a:xfrm>
            <a:off x="613522" y="1672049"/>
            <a:ext cx="213310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</a:rPr>
              <a:t>Data needs of the app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FC27B-1139-B5BF-BE8D-EAD59F1BE70A}"/>
              </a:ext>
            </a:extLst>
          </p:cNvPr>
          <p:cNvSpPr txBox="1"/>
          <p:nvPr/>
        </p:nvSpPr>
        <p:spPr>
          <a:xfrm>
            <a:off x="3706530" y="1672048"/>
            <a:ext cx="300323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</a:rPr>
              <a:t>Entity Relationship Diagram (ERD)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95C7E4-1A3F-CCE3-73A4-F12B77ACE9AC}"/>
              </a:ext>
            </a:extLst>
          </p:cNvPr>
          <p:cNvSpPr txBox="1"/>
          <p:nvPr/>
        </p:nvSpPr>
        <p:spPr>
          <a:xfrm>
            <a:off x="7272576" y="1672049"/>
            <a:ext cx="243261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</a:rPr>
              <a:t>G1 app physical database</a:t>
            </a: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582A1C84-7E5D-9673-939D-441DEE0F3CB3}"/>
              </a:ext>
            </a:extLst>
          </p:cNvPr>
          <p:cNvSpPr/>
          <p:nvPr/>
        </p:nvSpPr>
        <p:spPr>
          <a:xfrm rot="5400000">
            <a:off x="3153614" y="1730983"/>
            <a:ext cx="362626" cy="165436"/>
          </a:xfrm>
          <a:prstGeom prst="triangle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18202F5-4D56-AAF0-ACE3-0F5E3BAE9D82}"/>
              </a:ext>
            </a:extLst>
          </p:cNvPr>
          <p:cNvSpPr/>
          <p:nvPr/>
        </p:nvSpPr>
        <p:spPr>
          <a:xfrm>
            <a:off x="354747" y="2066788"/>
            <a:ext cx="6174695" cy="408839"/>
          </a:xfrm>
          <a:custGeom>
            <a:avLst/>
            <a:gdLst>
              <a:gd name="connsiteX0" fmla="*/ 408791 w 6583680"/>
              <a:gd name="connsiteY0" fmla="*/ 10758 h 419548"/>
              <a:gd name="connsiteX1" fmla="*/ 0 w 6583680"/>
              <a:gd name="connsiteY1" fmla="*/ 419548 h 419548"/>
              <a:gd name="connsiteX2" fmla="*/ 6583680 w 6583680"/>
              <a:gd name="connsiteY2" fmla="*/ 419548 h 419548"/>
              <a:gd name="connsiteX3" fmla="*/ 2076226 w 6583680"/>
              <a:gd name="connsiteY3" fmla="*/ 0 h 419548"/>
              <a:gd name="connsiteX4" fmla="*/ 408791 w 6583680"/>
              <a:gd name="connsiteY4" fmla="*/ 10758 h 419548"/>
              <a:gd name="connsiteX0" fmla="*/ 408791 w 6583680"/>
              <a:gd name="connsiteY0" fmla="*/ 0 h 439270"/>
              <a:gd name="connsiteX1" fmla="*/ 0 w 6583680"/>
              <a:gd name="connsiteY1" fmla="*/ 439270 h 439270"/>
              <a:gd name="connsiteX2" fmla="*/ 6583680 w 6583680"/>
              <a:gd name="connsiteY2" fmla="*/ 439270 h 439270"/>
              <a:gd name="connsiteX3" fmla="*/ 2076226 w 6583680"/>
              <a:gd name="connsiteY3" fmla="*/ 19722 h 439270"/>
              <a:gd name="connsiteX4" fmla="*/ 408791 w 6583680"/>
              <a:gd name="connsiteY4" fmla="*/ 0 h 439270"/>
              <a:gd name="connsiteX0" fmla="*/ 408791 w 6583680"/>
              <a:gd name="connsiteY0" fmla="*/ 0 h 439270"/>
              <a:gd name="connsiteX1" fmla="*/ 0 w 6583680"/>
              <a:gd name="connsiteY1" fmla="*/ 439270 h 439270"/>
              <a:gd name="connsiteX2" fmla="*/ 6583680 w 6583680"/>
              <a:gd name="connsiteY2" fmla="*/ 439270 h 439270"/>
              <a:gd name="connsiteX3" fmla="*/ 2088418 w 6583680"/>
              <a:gd name="connsiteY3" fmla="*/ 1434 h 439270"/>
              <a:gd name="connsiteX4" fmla="*/ 408791 w 6583680"/>
              <a:gd name="connsiteY4" fmla="*/ 0 h 439270"/>
              <a:gd name="connsiteX0" fmla="*/ 414887 w 6583680"/>
              <a:gd name="connsiteY0" fmla="*/ 16854 h 437836"/>
              <a:gd name="connsiteX1" fmla="*/ 0 w 6583680"/>
              <a:gd name="connsiteY1" fmla="*/ 437836 h 437836"/>
              <a:gd name="connsiteX2" fmla="*/ 6583680 w 6583680"/>
              <a:gd name="connsiteY2" fmla="*/ 437836 h 437836"/>
              <a:gd name="connsiteX3" fmla="*/ 2088418 w 6583680"/>
              <a:gd name="connsiteY3" fmla="*/ 0 h 437836"/>
              <a:gd name="connsiteX4" fmla="*/ 414887 w 6583680"/>
              <a:gd name="connsiteY4" fmla="*/ 16854 h 437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83680" h="437836">
                <a:moveTo>
                  <a:pt x="414887" y="16854"/>
                </a:moveTo>
                <a:lnTo>
                  <a:pt x="0" y="437836"/>
                </a:lnTo>
                <a:lnTo>
                  <a:pt x="6583680" y="437836"/>
                </a:lnTo>
                <a:lnTo>
                  <a:pt x="2088418" y="0"/>
                </a:lnTo>
                <a:lnTo>
                  <a:pt x="414887" y="16854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0E7F79-C513-24A8-CA3E-D23A2A31C2B5}"/>
              </a:ext>
            </a:extLst>
          </p:cNvPr>
          <p:cNvSpPr/>
          <p:nvPr/>
        </p:nvSpPr>
        <p:spPr>
          <a:xfrm>
            <a:off x="4307840" y="2066788"/>
            <a:ext cx="3717911" cy="408839"/>
          </a:xfrm>
          <a:custGeom>
            <a:avLst/>
            <a:gdLst>
              <a:gd name="connsiteX0" fmla="*/ 408791 w 6583680"/>
              <a:gd name="connsiteY0" fmla="*/ 10758 h 419548"/>
              <a:gd name="connsiteX1" fmla="*/ 0 w 6583680"/>
              <a:gd name="connsiteY1" fmla="*/ 419548 h 419548"/>
              <a:gd name="connsiteX2" fmla="*/ 6583680 w 6583680"/>
              <a:gd name="connsiteY2" fmla="*/ 419548 h 419548"/>
              <a:gd name="connsiteX3" fmla="*/ 2076226 w 6583680"/>
              <a:gd name="connsiteY3" fmla="*/ 0 h 419548"/>
              <a:gd name="connsiteX4" fmla="*/ 408791 w 6583680"/>
              <a:gd name="connsiteY4" fmla="*/ 10758 h 419548"/>
              <a:gd name="connsiteX0" fmla="*/ 408791 w 6583680"/>
              <a:gd name="connsiteY0" fmla="*/ 0 h 439270"/>
              <a:gd name="connsiteX1" fmla="*/ 0 w 6583680"/>
              <a:gd name="connsiteY1" fmla="*/ 439270 h 439270"/>
              <a:gd name="connsiteX2" fmla="*/ 6583680 w 6583680"/>
              <a:gd name="connsiteY2" fmla="*/ 439270 h 439270"/>
              <a:gd name="connsiteX3" fmla="*/ 2076226 w 6583680"/>
              <a:gd name="connsiteY3" fmla="*/ 19722 h 439270"/>
              <a:gd name="connsiteX4" fmla="*/ 408791 w 6583680"/>
              <a:gd name="connsiteY4" fmla="*/ 0 h 439270"/>
              <a:gd name="connsiteX0" fmla="*/ 408791 w 6583680"/>
              <a:gd name="connsiteY0" fmla="*/ 0 h 439270"/>
              <a:gd name="connsiteX1" fmla="*/ 0 w 6583680"/>
              <a:gd name="connsiteY1" fmla="*/ 439270 h 439270"/>
              <a:gd name="connsiteX2" fmla="*/ 6583680 w 6583680"/>
              <a:gd name="connsiteY2" fmla="*/ 439270 h 439270"/>
              <a:gd name="connsiteX3" fmla="*/ 2088418 w 6583680"/>
              <a:gd name="connsiteY3" fmla="*/ 1434 h 439270"/>
              <a:gd name="connsiteX4" fmla="*/ 408791 w 6583680"/>
              <a:gd name="connsiteY4" fmla="*/ 0 h 439270"/>
              <a:gd name="connsiteX0" fmla="*/ 414887 w 6583680"/>
              <a:gd name="connsiteY0" fmla="*/ 16854 h 437836"/>
              <a:gd name="connsiteX1" fmla="*/ 0 w 6583680"/>
              <a:gd name="connsiteY1" fmla="*/ 437836 h 437836"/>
              <a:gd name="connsiteX2" fmla="*/ 6583680 w 6583680"/>
              <a:gd name="connsiteY2" fmla="*/ 437836 h 437836"/>
              <a:gd name="connsiteX3" fmla="*/ 2088418 w 6583680"/>
              <a:gd name="connsiteY3" fmla="*/ 0 h 437836"/>
              <a:gd name="connsiteX4" fmla="*/ 414887 w 6583680"/>
              <a:gd name="connsiteY4" fmla="*/ 16854 h 437836"/>
              <a:gd name="connsiteX0" fmla="*/ 0 w 12581018"/>
              <a:gd name="connsiteY0" fmla="*/ 6096 h 437836"/>
              <a:gd name="connsiteX1" fmla="*/ 5997338 w 12581018"/>
              <a:gd name="connsiteY1" fmla="*/ 437836 h 437836"/>
              <a:gd name="connsiteX2" fmla="*/ 12581018 w 12581018"/>
              <a:gd name="connsiteY2" fmla="*/ 437836 h 437836"/>
              <a:gd name="connsiteX3" fmla="*/ 8085756 w 12581018"/>
              <a:gd name="connsiteY3" fmla="*/ 0 h 437836"/>
              <a:gd name="connsiteX4" fmla="*/ 0 w 12581018"/>
              <a:gd name="connsiteY4" fmla="*/ 6096 h 437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81018" h="437836">
                <a:moveTo>
                  <a:pt x="0" y="6096"/>
                </a:moveTo>
                <a:lnTo>
                  <a:pt x="5997338" y="437836"/>
                </a:lnTo>
                <a:lnTo>
                  <a:pt x="12581018" y="437836"/>
                </a:lnTo>
                <a:lnTo>
                  <a:pt x="8085756" y="0"/>
                </a:lnTo>
                <a:lnTo>
                  <a:pt x="0" y="6096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lumMod val="40000"/>
                  <a:lumOff val="6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B258D1F-1B88-92E4-2642-A118C20B995C}"/>
              </a:ext>
            </a:extLst>
          </p:cNvPr>
          <p:cNvSpPr/>
          <p:nvPr/>
        </p:nvSpPr>
        <p:spPr>
          <a:xfrm>
            <a:off x="7824580" y="2066788"/>
            <a:ext cx="1762386" cy="420224"/>
          </a:xfrm>
          <a:custGeom>
            <a:avLst/>
            <a:gdLst>
              <a:gd name="connsiteX0" fmla="*/ 408791 w 6583680"/>
              <a:gd name="connsiteY0" fmla="*/ 10758 h 419548"/>
              <a:gd name="connsiteX1" fmla="*/ 0 w 6583680"/>
              <a:gd name="connsiteY1" fmla="*/ 419548 h 419548"/>
              <a:gd name="connsiteX2" fmla="*/ 6583680 w 6583680"/>
              <a:gd name="connsiteY2" fmla="*/ 419548 h 419548"/>
              <a:gd name="connsiteX3" fmla="*/ 2076226 w 6583680"/>
              <a:gd name="connsiteY3" fmla="*/ 0 h 419548"/>
              <a:gd name="connsiteX4" fmla="*/ 408791 w 6583680"/>
              <a:gd name="connsiteY4" fmla="*/ 10758 h 419548"/>
              <a:gd name="connsiteX0" fmla="*/ 408791 w 6583680"/>
              <a:gd name="connsiteY0" fmla="*/ 0 h 439270"/>
              <a:gd name="connsiteX1" fmla="*/ 0 w 6583680"/>
              <a:gd name="connsiteY1" fmla="*/ 439270 h 439270"/>
              <a:gd name="connsiteX2" fmla="*/ 6583680 w 6583680"/>
              <a:gd name="connsiteY2" fmla="*/ 439270 h 439270"/>
              <a:gd name="connsiteX3" fmla="*/ 2076226 w 6583680"/>
              <a:gd name="connsiteY3" fmla="*/ 19722 h 439270"/>
              <a:gd name="connsiteX4" fmla="*/ 408791 w 6583680"/>
              <a:gd name="connsiteY4" fmla="*/ 0 h 439270"/>
              <a:gd name="connsiteX0" fmla="*/ 408791 w 6583680"/>
              <a:gd name="connsiteY0" fmla="*/ 0 h 439270"/>
              <a:gd name="connsiteX1" fmla="*/ 0 w 6583680"/>
              <a:gd name="connsiteY1" fmla="*/ 439270 h 439270"/>
              <a:gd name="connsiteX2" fmla="*/ 6583680 w 6583680"/>
              <a:gd name="connsiteY2" fmla="*/ 439270 h 439270"/>
              <a:gd name="connsiteX3" fmla="*/ 2088418 w 6583680"/>
              <a:gd name="connsiteY3" fmla="*/ 1434 h 439270"/>
              <a:gd name="connsiteX4" fmla="*/ 408791 w 6583680"/>
              <a:gd name="connsiteY4" fmla="*/ 0 h 439270"/>
              <a:gd name="connsiteX0" fmla="*/ 414887 w 6583680"/>
              <a:gd name="connsiteY0" fmla="*/ 16854 h 437836"/>
              <a:gd name="connsiteX1" fmla="*/ 0 w 6583680"/>
              <a:gd name="connsiteY1" fmla="*/ 437836 h 437836"/>
              <a:gd name="connsiteX2" fmla="*/ 6583680 w 6583680"/>
              <a:gd name="connsiteY2" fmla="*/ 437836 h 437836"/>
              <a:gd name="connsiteX3" fmla="*/ 2088418 w 6583680"/>
              <a:gd name="connsiteY3" fmla="*/ 0 h 437836"/>
              <a:gd name="connsiteX4" fmla="*/ 414887 w 6583680"/>
              <a:gd name="connsiteY4" fmla="*/ 16854 h 437836"/>
              <a:gd name="connsiteX0" fmla="*/ 0 w 12581018"/>
              <a:gd name="connsiteY0" fmla="*/ 6096 h 437836"/>
              <a:gd name="connsiteX1" fmla="*/ 5997338 w 12581018"/>
              <a:gd name="connsiteY1" fmla="*/ 437836 h 437836"/>
              <a:gd name="connsiteX2" fmla="*/ 12581018 w 12581018"/>
              <a:gd name="connsiteY2" fmla="*/ 437836 h 437836"/>
              <a:gd name="connsiteX3" fmla="*/ 8085756 w 12581018"/>
              <a:gd name="connsiteY3" fmla="*/ 0 h 437836"/>
              <a:gd name="connsiteX4" fmla="*/ 0 w 12581018"/>
              <a:gd name="connsiteY4" fmla="*/ 6096 h 437836"/>
              <a:gd name="connsiteX0" fmla="*/ 0 w 18357743"/>
              <a:gd name="connsiteY0" fmla="*/ 12192 h 437836"/>
              <a:gd name="connsiteX1" fmla="*/ 11774063 w 18357743"/>
              <a:gd name="connsiteY1" fmla="*/ 437836 h 437836"/>
              <a:gd name="connsiteX2" fmla="*/ 18357743 w 18357743"/>
              <a:gd name="connsiteY2" fmla="*/ 437836 h 437836"/>
              <a:gd name="connsiteX3" fmla="*/ 13862481 w 18357743"/>
              <a:gd name="connsiteY3" fmla="*/ 0 h 437836"/>
              <a:gd name="connsiteX4" fmla="*/ 0 w 18357743"/>
              <a:gd name="connsiteY4" fmla="*/ 12192 h 437836"/>
              <a:gd name="connsiteX0" fmla="*/ 0 w 18357743"/>
              <a:gd name="connsiteY0" fmla="*/ 12192 h 450028"/>
              <a:gd name="connsiteX1" fmla="*/ 9689676 w 18357743"/>
              <a:gd name="connsiteY1" fmla="*/ 450028 h 450028"/>
              <a:gd name="connsiteX2" fmla="*/ 18357743 w 18357743"/>
              <a:gd name="connsiteY2" fmla="*/ 437836 h 450028"/>
              <a:gd name="connsiteX3" fmla="*/ 13862481 w 18357743"/>
              <a:gd name="connsiteY3" fmla="*/ 0 h 450028"/>
              <a:gd name="connsiteX4" fmla="*/ 0 w 18357743"/>
              <a:gd name="connsiteY4" fmla="*/ 12192 h 450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357743" h="450028">
                <a:moveTo>
                  <a:pt x="0" y="12192"/>
                </a:moveTo>
                <a:lnTo>
                  <a:pt x="9689676" y="450028"/>
                </a:lnTo>
                <a:lnTo>
                  <a:pt x="18357743" y="437836"/>
                </a:lnTo>
                <a:lnTo>
                  <a:pt x="13862481" y="0"/>
                </a:lnTo>
                <a:lnTo>
                  <a:pt x="0" y="12192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FFACF45D-D094-8980-4FD7-AE1560537043}"/>
              </a:ext>
            </a:extLst>
          </p:cNvPr>
          <p:cNvSpPr/>
          <p:nvPr/>
        </p:nvSpPr>
        <p:spPr>
          <a:xfrm rot="5400000">
            <a:off x="6833930" y="1730984"/>
            <a:ext cx="362626" cy="165436"/>
          </a:xfrm>
          <a:prstGeom prst="triangle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2F5AA6-94D5-20A5-95E7-9BE024B09924}"/>
              </a:ext>
            </a:extLst>
          </p:cNvPr>
          <p:cNvSpPr txBox="1"/>
          <p:nvPr/>
        </p:nvSpPr>
        <p:spPr>
          <a:xfrm>
            <a:off x="5772121" y="5187684"/>
            <a:ext cx="3883345" cy="1200329"/>
          </a:xfrm>
          <a:prstGeom prst="rect">
            <a:avLst/>
          </a:prstGeom>
          <a:solidFill>
            <a:schemeClr val="accent3">
              <a:lumMod val="20000"/>
              <a:lumOff val="80000"/>
              <a:alpha val="80000"/>
            </a:schemeClr>
          </a:solidFill>
        </p:spPr>
        <p:txBody>
          <a:bodyPr wrap="square" rtlCol="0" anchor="t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</a:rPr>
              <a:t>Core Tables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</a:rPr>
              <a:t> – Describes properties of the overall G1 application (e.g., user management)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Hyundai Sans Text KR" panose="020B0600000101010101" pitchFamily="34" charset="-127"/>
              <a:ea typeface="Hyundai Sans Text KR" panose="020B0600000101010101" pitchFamily="34" charset="-127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</a:rPr>
              <a:t>Issue Module Tables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</a:rPr>
              <a:t> - Describes properties specific to the Issue Management module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Hyundai Sans Text KR" panose="020B0600000101010101" pitchFamily="34" charset="-127"/>
              <a:ea typeface="Hyundai Sans Text KR" panose="020B0600000101010101" pitchFamily="34" charset="-127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</a:rPr>
              <a:t>Factory Tables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</a:rPr>
              <a:t> – Describes factory-specific properties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Hyundai Sans Text KR" panose="020B0600000101010101" pitchFamily="34" charset="-127"/>
              <a:ea typeface="Hyundai Sans Text KR" panose="020B0600000101010101" pitchFamily="34" charset="-127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396058A-CDCD-97B7-BC3E-DBB859060262}"/>
              </a:ext>
            </a:extLst>
          </p:cNvPr>
          <p:cNvGrpSpPr/>
          <p:nvPr/>
        </p:nvGrpSpPr>
        <p:grpSpPr>
          <a:xfrm>
            <a:off x="904240" y="3718562"/>
            <a:ext cx="7021179" cy="1078198"/>
            <a:chOff x="904240" y="3304068"/>
            <a:chExt cx="7021179" cy="1370132"/>
          </a:xfrm>
        </p:grpSpPr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C02D52F3-3DB0-8676-8BDB-6FF4A1DE87C4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37901" y="3693457"/>
              <a:ext cx="1047078" cy="914400"/>
            </a:xfrm>
            <a:prstGeom prst="bentConnector3">
              <a:avLst/>
            </a:prstGeom>
            <a:ln w="28575">
              <a:solidFill>
                <a:srgbClr val="000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: Elbow 32">
              <a:extLst>
                <a:ext uri="{FF2B5EF4-FFF2-40B4-BE49-F238E27FC236}">
                  <a16:creationId xmlns:a16="http://schemas.microsoft.com/office/drawing/2014/main" id="{651CF74F-17A5-C302-131E-225A65952FD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385484" y="3470433"/>
              <a:ext cx="1370132" cy="1037401"/>
            </a:xfrm>
            <a:prstGeom prst="bentConnector3">
              <a:avLst/>
            </a:prstGeom>
            <a:ln w="28575">
              <a:solidFill>
                <a:srgbClr val="000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: Elbow 34">
              <a:extLst>
                <a:ext uri="{FF2B5EF4-FFF2-40B4-BE49-F238E27FC236}">
                  <a16:creationId xmlns:a16="http://schemas.microsoft.com/office/drawing/2014/main" id="{1CDEC98C-A49E-453A-4421-99B73D0047A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6944680" y="3693457"/>
              <a:ext cx="1047078" cy="914400"/>
            </a:xfrm>
            <a:prstGeom prst="bentConnector3">
              <a:avLst/>
            </a:prstGeom>
            <a:ln w="28575">
              <a:solidFill>
                <a:srgbClr val="000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BDD209F5-D220-BC97-8C26-A199BC4B79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997963"/>
              </p:ext>
            </p:extLst>
          </p:nvPr>
        </p:nvGraphicFramePr>
        <p:xfrm>
          <a:off x="354746" y="5080921"/>
          <a:ext cx="4933527" cy="1413856"/>
        </p:xfrm>
        <a:graphic>
          <a:graphicData uri="http://schemas.openxmlformats.org/drawingml/2006/table">
            <a:tbl>
              <a:tblPr/>
              <a:tblGrid>
                <a:gridCol w="1730430">
                  <a:extLst>
                    <a:ext uri="{9D8B030D-6E8A-4147-A177-3AD203B41FA5}">
                      <a16:colId xmlns:a16="http://schemas.microsoft.com/office/drawing/2014/main" val="694182732"/>
                    </a:ext>
                  </a:extLst>
                </a:gridCol>
                <a:gridCol w="3203097">
                  <a:extLst>
                    <a:ext uri="{9D8B030D-6E8A-4147-A177-3AD203B41FA5}">
                      <a16:colId xmlns:a16="http://schemas.microsoft.com/office/drawing/2014/main" val="2428246004"/>
                    </a:ext>
                  </a:extLst>
                </a:gridCol>
              </a:tblGrid>
              <a:tr h="297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Table type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Description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420005"/>
                  </a:ext>
                </a:extLst>
              </a:tr>
              <a:tr h="297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Master Table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D3EE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Global Standard (Single Data Model)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D3EE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935163"/>
                  </a:ext>
                </a:extLst>
              </a:tr>
              <a:tr h="520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Config Table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D3EE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factory data table (configurable by factory)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D3EE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829824"/>
                  </a:ext>
                </a:extLst>
              </a:tr>
              <a:tr h="297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Transaction Table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8D3EE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change records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8D3EE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708225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9CF52DF5-6266-899C-F12B-50908FAAAB17}"/>
              </a:ext>
            </a:extLst>
          </p:cNvPr>
          <p:cNvSpPr txBox="1"/>
          <p:nvPr/>
        </p:nvSpPr>
        <p:spPr>
          <a:xfrm>
            <a:off x="5772121" y="4814442"/>
            <a:ext cx="3883345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</a:rPr>
              <a:t>Types of Tables in ERD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8399FE-7614-CBDB-D15E-9A3836B8AEB1}"/>
              </a:ext>
            </a:extLst>
          </p:cNvPr>
          <p:cNvSpPr txBox="1"/>
          <p:nvPr/>
        </p:nvSpPr>
        <p:spPr>
          <a:xfrm>
            <a:off x="250534" y="4766540"/>
            <a:ext cx="3883345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</a:rPr>
              <a:t>Types of Tables in data needs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EAC19F2-9CC1-409B-8E6D-FD465DF3BCB4}"/>
              </a:ext>
            </a:extLst>
          </p:cNvPr>
          <p:cNvCxnSpPr/>
          <p:nvPr/>
        </p:nvCxnSpPr>
        <p:spPr>
          <a:xfrm>
            <a:off x="5509260" y="4578537"/>
            <a:ext cx="0" cy="207204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FACE8B8-46D8-DA94-4560-BD69F6B0A096}"/>
              </a:ext>
            </a:extLst>
          </p:cNvPr>
          <p:cNvSpPr txBox="1"/>
          <p:nvPr/>
        </p:nvSpPr>
        <p:spPr>
          <a:xfrm>
            <a:off x="457200" y="868680"/>
            <a:ext cx="9154915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defTabSz="494019">
              <a:lnSpc>
                <a:spcPct val="120000"/>
              </a:lnSpc>
              <a:spcBef>
                <a:spcPct val="0"/>
              </a:spcBef>
              <a:defRPr/>
            </a:pPr>
            <a:r>
              <a:rPr kumimoji="1" lang="en-GB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HDharmony B" panose="02020603020101020101" pitchFamily="18" charset="-127"/>
                <a:ea typeface="HDharmony B"/>
                <a:sym typeface="+mn-lt"/>
              </a:rPr>
              <a:t>Page Brief description</a:t>
            </a:r>
            <a:endParaRPr lang="en-US">
              <a:solidFill>
                <a:srgbClr val="002060"/>
              </a:solidFill>
            </a:endParaRPr>
          </a:p>
        </p:txBody>
      </p:sp>
      <p:sp>
        <p:nvSpPr>
          <p:cNvPr id="23" name="직사각형 75803">
            <a:extLst>
              <a:ext uri="{FF2B5EF4-FFF2-40B4-BE49-F238E27FC236}">
                <a16:creationId xmlns:a16="http://schemas.microsoft.com/office/drawing/2014/main" id="{2BAFFF02-E678-9C47-BEC2-318257049E7C}"/>
              </a:ext>
            </a:extLst>
          </p:cNvPr>
          <p:cNvSpPr/>
          <p:nvPr/>
        </p:nvSpPr>
        <p:spPr>
          <a:xfrm>
            <a:off x="274320" y="822960"/>
            <a:ext cx="72566" cy="526369"/>
          </a:xfrm>
          <a:prstGeom prst="rect">
            <a:avLst/>
          </a:prstGeom>
          <a:solidFill>
            <a:srgbClr val="00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100" b="0" i="0" u="none" strike="noStrike" kern="1200" cap="none" spc="0" normalizeH="0" baseline="0" noProof="0">
              <a:ln>
                <a:solidFill>
                  <a:srgbClr val="4F81BD">
                    <a:shade val="95000"/>
                    <a:satMod val="105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Hyundai Sans Head KR Light" panose="020B0600000101010101" pitchFamily="34" charset="-127"/>
              <a:ea typeface="Hyundai Sans Head KR Light" panose="020B0600000101010101" pitchFamily="34" charset="-127"/>
              <a:cs typeface="+mn-cs"/>
            </a:endParaRPr>
          </a:p>
        </p:txBody>
      </p:sp>
      <p:sp>
        <p:nvSpPr>
          <p:cNvPr id="27" name="제목 1">
            <a:extLst>
              <a:ext uri="{FF2B5EF4-FFF2-40B4-BE49-F238E27FC236}">
                <a16:creationId xmlns:a16="http://schemas.microsoft.com/office/drawing/2014/main" id="{DFBBFCFA-2C23-3281-1B13-AE6FF64C7B50}"/>
              </a:ext>
            </a:extLst>
          </p:cNvPr>
          <p:cNvSpPr txBox="1">
            <a:spLocks/>
          </p:cNvSpPr>
          <p:nvPr/>
        </p:nvSpPr>
        <p:spPr>
          <a:xfrm>
            <a:off x="274320" y="228600"/>
            <a:ext cx="6583680" cy="457200"/>
          </a:xfrm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>
            <a:lvl1pPr algn="l" defTabSz="474933" rtl="0" eaLnBrk="1" latinLnBrk="1" hangingPunct="1">
              <a:spcBef>
                <a:spcPct val="0"/>
              </a:spcBef>
              <a:buNone/>
              <a:defRPr sz="2600" b="0" i="0" kern="400" baseline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  <a:cs typeface="현대산스 Head Medium" panose="020B0600000101010101" pitchFamily="50" charset="-127"/>
              </a:defRPr>
            </a:lvl1pPr>
          </a:lstStyle>
          <a:p>
            <a:pPr lvl="0" defTabSz="494019" latinLnBrk="0">
              <a:defRPr/>
            </a:pPr>
            <a:r>
              <a:rPr kumimoji="1" lang="en-US" altLang="ko-KR" sz="24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1511235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6F868-2DCB-531E-0EDD-9B9ABAB36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0138273-904F-301E-498D-4C19A949A8AB}"/>
              </a:ext>
            </a:extLst>
          </p:cNvPr>
          <p:cNvCxnSpPr>
            <a:cxnSpLocks/>
          </p:cNvCxnSpPr>
          <p:nvPr/>
        </p:nvCxnSpPr>
        <p:spPr>
          <a:xfrm>
            <a:off x="5497080" y="1781326"/>
            <a:ext cx="0" cy="5173186"/>
          </a:xfrm>
          <a:prstGeom prst="line">
            <a:avLst/>
          </a:prstGeom>
          <a:ln>
            <a:solidFill>
              <a:schemeClr val="tx2">
                <a:lumMod val="10000"/>
                <a:lumOff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1DF3353-4F06-E575-42A9-5136F20B82E4}"/>
              </a:ext>
            </a:extLst>
          </p:cNvPr>
          <p:cNvCxnSpPr>
            <a:cxnSpLocks/>
          </p:cNvCxnSpPr>
          <p:nvPr/>
        </p:nvCxnSpPr>
        <p:spPr>
          <a:xfrm>
            <a:off x="5674152" y="1781326"/>
            <a:ext cx="0" cy="5173186"/>
          </a:xfrm>
          <a:prstGeom prst="line">
            <a:avLst/>
          </a:prstGeom>
          <a:ln>
            <a:solidFill>
              <a:schemeClr val="tx2">
                <a:lumMod val="10000"/>
                <a:lumOff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30">
            <a:extLst>
              <a:ext uri="{FF2B5EF4-FFF2-40B4-BE49-F238E27FC236}">
                <a16:creationId xmlns:a16="http://schemas.microsoft.com/office/drawing/2014/main" id="{5F6CF169-56F7-2B6A-F0A7-0AE8A7B29D91}"/>
              </a:ext>
            </a:extLst>
          </p:cNvPr>
          <p:cNvSpPr txBox="1"/>
          <p:nvPr/>
        </p:nvSpPr>
        <p:spPr>
          <a:xfrm>
            <a:off x="5674149" y="1514269"/>
            <a:ext cx="4035907" cy="307777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Dharmony B" panose="02020603020101020101" pitchFamily="18" charset="-127"/>
                <a:ea typeface="HDharmony B" panose="02020603020101020101" pitchFamily="18" charset="-127"/>
                <a:cs typeface="+mn-cs"/>
              </a:rPr>
              <a:t>Definitions</a:t>
            </a:r>
            <a:endParaRPr kumimoji="0" lang="en-US" sz="1400" b="0" i="1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Dharmony B" panose="02020603020101020101" pitchFamily="18" charset="-127"/>
              <a:ea typeface="HDharmony B" panose="02020603020101020101" pitchFamily="18" charset="-127"/>
              <a:cs typeface="+mn-cs"/>
            </a:endParaRPr>
          </a:p>
        </p:txBody>
      </p:sp>
      <p:sp>
        <p:nvSpPr>
          <p:cNvPr id="10" name="TextBox 30">
            <a:extLst>
              <a:ext uri="{FF2B5EF4-FFF2-40B4-BE49-F238E27FC236}">
                <a16:creationId xmlns:a16="http://schemas.microsoft.com/office/drawing/2014/main" id="{498B83A7-D75B-6004-43C3-C25FB296B1E1}"/>
              </a:ext>
            </a:extLst>
          </p:cNvPr>
          <p:cNvSpPr txBox="1"/>
          <p:nvPr/>
        </p:nvSpPr>
        <p:spPr>
          <a:xfrm>
            <a:off x="330358" y="1515386"/>
            <a:ext cx="5166722" cy="30666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Dharmony B" panose="02020603020101020101" pitchFamily="18" charset="-127"/>
                <a:ea typeface="HDharmony B" panose="02020603020101020101" pitchFamily="18" charset="-127"/>
                <a:cs typeface="+mn-cs"/>
              </a:rPr>
              <a:t>Functional Test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06ACDA-5DB5-0774-8748-672B44EC42A4}"/>
              </a:ext>
            </a:extLst>
          </p:cNvPr>
          <p:cNvSpPr/>
          <p:nvPr/>
        </p:nvSpPr>
        <p:spPr>
          <a:xfrm>
            <a:off x="5851222" y="1891953"/>
            <a:ext cx="3715382" cy="43821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Functional Test Plan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referencing functional specifications was defined to do tests in parallel with development to find misunderstandings in business logic and bugs early.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Test plan included: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Test ID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Main specification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Sub-specification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Test Scenario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Test steps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Expected result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Tester name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Date of test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Actual Result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Environment of test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Overall Result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9A229FB-AC62-DC39-571F-B3229B666028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5083202" y="3606699"/>
            <a:ext cx="768020" cy="476337"/>
          </a:xfrm>
          <a:prstGeom prst="bentConnector3">
            <a:avLst>
              <a:gd name="adj1" fmla="val 50000"/>
            </a:avLst>
          </a:prstGeom>
          <a:ln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709BF2C-6FD6-F9DA-6A71-89E69A3771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550746"/>
              </p:ext>
            </p:extLst>
          </p:nvPr>
        </p:nvGraphicFramePr>
        <p:xfrm>
          <a:off x="330357" y="2018347"/>
          <a:ext cx="5067966" cy="4511040"/>
        </p:xfrm>
        <a:graphic>
          <a:graphicData uri="http://schemas.openxmlformats.org/drawingml/2006/table">
            <a:tbl>
              <a:tblPr/>
              <a:tblGrid>
                <a:gridCol w="314409">
                  <a:extLst>
                    <a:ext uri="{9D8B030D-6E8A-4147-A177-3AD203B41FA5}">
                      <a16:colId xmlns:a16="http://schemas.microsoft.com/office/drawing/2014/main" val="2150276806"/>
                    </a:ext>
                  </a:extLst>
                </a:gridCol>
                <a:gridCol w="650643">
                  <a:extLst>
                    <a:ext uri="{9D8B030D-6E8A-4147-A177-3AD203B41FA5}">
                      <a16:colId xmlns:a16="http://schemas.microsoft.com/office/drawing/2014/main" val="716236540"/>
                    </a:ext>
                  </a:extLst>
                </a:gridCol>
                <a:gridCol w="395405">
                  <a:extLst>
                    <a:ext uri="{9D8B030D-6E8A-4147-A177-3AD203B41FA5}">
                      <a16:colId xmlns:a16="http://schemas.microsoft.com/office/drawing/2014/main" val="1629988521"/>
                    </a:ext>
                  </a:extLst>
                </a:gridCol>
                <a:gridCol w="735709">
                  <a:extLst>
                    <a:ext uri="{9D8B030D-6E8A-4147-A177-3AD203B41FA5}">
                      <a16:colId xmlns:a16="http://schemas.microsoft.com/office/drawing/2014/main" val="905786328"/>
                    </a:ext>
                  </a:extLst>
                </a:gridCol>
                <a:gridCol w="695739">
                  <a:extLst>
                    <a:ext uri="{9D8B030D-6E8A-4147-A177-3AD203B41FA5}">
                      <a16:colId xmlns:a16="http://schemas.microsoft.com/office/drawing/2014/main" val="3056360153"/>
                    </a:ext>
                  </a:extLst>
                </a:gridCol>
                <a:gridCol w="793079">
                  <a:extLst>
                    <a:ext uri="{9D8B030D-6E8A-4147-A177-3AD203B41FA5}">
                      <a16:colId xmlns:a16="http://schemas.microsoft.com/office/drawing/2014/main" val="1966130052"/>
                    </a:ext>
                  </a:extLst>
                </a:gridCol>
                <a:gridCol w="329706">
                  <a:extLst>
                    <a:ext uri="{9D8B030D-6E8A-4147-A177-3AD203B41FA5}">
                      <a16:colId xmlns:a16="http://schemas.microsoft.com/office/drawing/2014/main" val="666925356"/>
                    </a:ext>
                  </a:extLst>
                </a:gridCol>
                <a:gridCol w="276982">
                  <a:extLst>
                    <a:ext uri="{9D8B030D-6E8A-4147-A177-3AD203B41FA5}">
                      <a16:colId xmlns:a16="http://schemas.microsoft.com/office/drawing/2014/main" val="1752188388"/>
                    </a:ext>
                  </a:extLst>
                </a:gridCol>
                <a:gridCol w="369398">
                  <a:extLst>
                    <a:ext uri="{9D8B030D-6E8A-4147-A177-3AD203B41FA5}">
                      <a16:colId xmlns:a16="http://schemas.microsoft.com/office/drawing/2014/main" val="2852082179"/>
                    </a:ext>
                  </a:extLst>
                </a:gridCol>
                <a:gridCol w="242781">
                  <a:extLst>
                    <a:ext uri="{9D8B030D-6E8A-4147-A177-3AD203B41FA5}">
                      <a16:colId xmlns:a16="http://schemas.microsoft.com/office/drawing/2014/main" val="1781903416"/>
                    </a:ext>
                  </a:extLst>
                </a:gridCol>
                <a:gridCol w="264115">
                  <a:extLst>
                    <a:ext uri="{9D8B030D-6E8A-4147-A177-3AD203B41FA5}">
                      <a16:colId xmlns:a16="http://schemas.microsoft.com/office/drawing/2014/main" val="4285313110"/>
                    </a:ext>
                  </a:extLst>
                </a:gridCol>
              </a:tblGrid>
              <a:tr h="93988"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Test 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Main Spec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Sub-Spec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Test Scenario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Steps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Expected Result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Tester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Date of Test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Actual Result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Environment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Result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798778"/>
                  </a:ext>
                </a:extLst>
              </a:tr>
              <a:tr h="140982"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FR-200-TC01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FR-200 [TWX] Containment Hamburger Menu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Menu items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Verify hamburger menu opens from containment screen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 Login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 Navigate to containment screen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 Click hamburger menu icon at top left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Hamburger menu opens successfully from the top left-hand corner of the screen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3/27/2026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Can not check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9C0006"/>
                          </a:solidFill>
                          <a:effectLst/>
                          <a:latin typeface="+mn-lt"/>
                        </a:rPr>
                        <a:t>Fail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1938"/>
                  </a:ext>
                </a:extLst>
              </a:tr>
              <a:tr h="93988"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FR-200-TC02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FR-200 [TWX] Containment Hamburger Menu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Containment List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Verify navigation to Containment List from hamburger menu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 Open hamburger menu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 Click Containment List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User is navigated to the Containment List screen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3/27/2026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Can not check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9C0006"/>
                          </a:solidFill>
                          <a:effectLst/>
                          <a:latin typeface="+mn-lt"/>
                        </a:rPr>
                        <a:t>Fail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126236"/>
                  </a:ext>
                </a:extLst>
              </a:tr>
              <a:tr h="93988"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FR-200-TC03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FR-200 [TWX] Containment Hamburger Menu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Car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Verify Car Management parent option is available in hamburger menu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 Open hamburger menu 2. Review available menu items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Car Management option is displayed in the hamburger menu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3/27/2026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 hamburget menu (car mangement)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9C0006"/>
                          </a:solidFill>
                          <a:effectLst/>
                          <a:latin typeface="+mn-lt"/>
                        </a:rPr>
                        <a:t>Fail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271364"/>
                  </a:ext>
                </a:extLst>
              </a:tr>
              <a:tr h="140982"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FR-200-TC04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FR-200 [TWX] Containment Hamburger Menu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Car Management - Body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Verify navigation to Body car management screen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 Open hamburger menu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 Select Car Management 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 Select Body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User is navigated to the Body car management screen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3/27/2026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 hamburget menu (car mangement)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9C0006"/>
                          </a:solidFill>
                          <a:effectLst/>
                          <a:latin typeface="+mn-lt"/>
                        </a:rPr>
                        <a:t>Fail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193975"/>
                  </a:ext>
                </a:extLst>
              </a:tr>
              <a:tr h="93988"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FR-204.2-TC02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FR-204 Main Containment Details – VIN Range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FR-204.2 Main Panel - VIN Table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Verify VIN table scope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 Open VIN Range tab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Table shows all VINs generated under the containment ticket across shops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Andrew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b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2/4/2026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Able to see generated VIN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l" fontAlgn="ctr" latinLnBrk="0">
                        <a:buNone/>
                      </a:pPr>
                      <a:r>
                        <a:rPr lang="en-US" sz="800" b="0" i="0" u="none" strike="noStrike">
                          <a:solidFill>
                            <a:srgbClr val="006100"/>
                          </a:solidFill>
                          <a:effectLst/>
                          <a:latin typeface="Calibri" panose="020F0502020204030204" pitchFamily="34" charset="0"/>
                        </a:rPr>
                        <a:t>Pass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228193"/>
                  </a:ext>
                </a:extLst>
              </a:tr>
            </a:tbl>
          </a:graphicData>
        </a:graphic>
      </p:graphicFrame>
      <p:sp>
        <p:nvSpPr>
          <p:cNvPr id="12" name="제목 1">
            <a:extLst>
              <a:ext uri="{FF2B5EF4-FFF2-40B4-BE49-F238E27FC236}">
                <a16:creationId xmlns:a16="http://schemas.microsoft.com/office/drawing/2014/main" id="{4A5BAEB5-1FCC-0C97-436A-38482DF5DEE9}"/>
              </a:ext>
            </a:extLst>
          </p:cNvPr>
          <p:cNvSpPr txBox="1">
            <a:spLocks/>
          </p:cNvSpPr>
          <p:nvPr/>
        </p:nvSpPr>
        <p:spPr>
          <a:xfrm>
            <a:off x="274320" y="228600"/>
            <a:ext cx="6583680" cy="457200"/>
          </a:xfrm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>
            <a:lvl1pPr algn="l" defTabSz="474933" rtl="0" eaLnBrk="1" latinLnBrk="1" hangingPunct="1">
              <a:spcBef>
                <a:spcPct val="0"/>
              </a:spcBef>
              <a:buNone/>
              <a:defRPr sz="2600" b="0" i="0" kern="400" baseline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  <a:cs typeface="현대산스 Head Medium" panose="020B0600000101010101" pitchFamily="50" charset="-127"/>
              </a:defRPr>
            </a:lvl1pPr>
          </a:lstStyle>
          <a:p>
            <a:pPr lvl="0" defTabSz="494019" latinLnBrk="0">
              <a:defRPr/>
            </a:pPr>
            <a:r>
              <a:rPr kumimoji="1" lang="en-US" altLang="ko-KR" sz="24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Insert Title 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CA334D-2F69-E2AE-51E0-718A07E56123}"/>
              </a:ext>
            </a:extLst>
          </p:cNvPr>
          <p:cNvSpPr txBox="1"/>
          <p:nvPr/>
        </p:nvSpPr>
        <p:spPr>
          <a:xfrm>
            <a:off x="457200" y="868680"/>
            <a:ext cx="9154915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defTabSz="494019">
              <a:lnSpc>
                <a:spcPct val="120000"/>
              </a:lnSpc>
              <a:spcBef>
                <a:spcPct val="0"/>
              </a:spcBef>
              <a:defRPr/>
            </a:pPr>
            <a:r>
              <a:rPr kumimoji="1" lang="en-GB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HDharmony B" panose="02020603020101020101" pitchFamily="18" charset="-127"/>
                <a:ea typeface="HDharmony B"/>
                <a:sym typeface="+mn-lt"/>
              </a:rPr>
              <a:t>Page Brief description</a:t>
            </a:r>
            <a:endParaRPr lang="en-US">
              <a:solidFill>
                <a:srgbClr val="002060"/>
              </a:solidFill>
            </a:endParaRPr>
          </a:p>
        </p:txBody>
      </p:sp>
      <p:sp>
        <p:nvSpPr>
          <p:cNvPr id="6" name="직사각형 75803">
            <a:extLst>
              <a:ext uri="{FF2B5EF4-FFF2-40B4-BE49-F238E27FC236}">
                <a16:creationId xmlns:a16="http://schemas.microsoft.com/office/drawing/2014/main" id="{CA17747A-B3EA-0887-BC6A-56EE3C7C5C21}"/>
              </a:ext>
            </a:extLst>
          </p:cNvPr>
          <p:cNvSpPr/>
          <p:nvPr/>
        </p:nvSpPr>
        <p:spPr>
          <a:xfrm>
            <a:off x="274320" y="822960"/>
            <a:ext cx="72566" cy="526369"/>
          </a:xfrm>
          <a:prstGeom prst="rect">
            <a:avLst/>
          </a:prstGeom>
          <a:solidFill>
            <a:srgbClr val="00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100" b="0" i="0" u="none" strike="noStrike" kern="1200" cap="none" spc="0" normalizeH="0" baseline="0" noProof="0">
              <a:ln>
                <a:solidFill>
                  <a:srgbClr val="4F81BD">
                    <a:shade val="95000"/>
                    <a:satMod val="105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Hyundai Sans Head KR Light" panose="020B0600000101010101" pitchFamily="34" charset="-127"/>
              <a:ea typeface="Hyundai Sans Head KR Light" panose="020B0600000101010101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3451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52279-7D15-493E-3EA1-0537432C1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5DB85BE-D542-5DC8-000F-7EBEC927C461}"/>
              </a:ext>
            </a:extLst>
          </p:cNvPr>
          <p:cNvGrpSpPr/>
          <p:nvPr/>
        </p:nvGrpSpPr>
        <p:grpSpPr>
          <a:xfrm>
            <a:off x="27841" y="1483358"/>
            <a:ext cx="9573117" cy="4886954"/>
            <a:chOff x="27841" y="1216579"/>
            <a:chExt cx="9573117" cy="543400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03C3120-C11A-98C6-2159-080F5CA4B17E}"/>
                </a:ext>
              </a:extLst>
            </p:cNvPr>
            <p:cNvGrpSpPr/>
            <p:nvPr/>
          </p:nvGrpSpPr>
          <p:grpSpPr>
            <a:xfrm>
              <a:off x="1062784" y="1216579"/>
              <a:ext cx="8521048" cy="369332"/>
              <a:chOff x="1497392" y="1216579"/>
              <a:chExt cx="8086440" cy="369332"/>
            </a:xfrm>
          </p:grpSpPr>
          <p:cxnSp>
            <p:nvCxnSpPr>
              <p:cNvPr id="46" name="직선 화살표 연결선 7">
                <a:extLst>
                  <a:ext uri="{FF2B5EF4-FFF2-40B4-BE49-F238E27FC236}">
                    <a16:creationId xmlns:a16="http://schemas.microsoft.com/office/drawing/2014/main" id="{607B396D-37B4-7794-1D67-33BF84DA12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7392" y="1401245"/>
                <a:ext cx="7335323" cy="0"/>
              </a:xfrm>
              <a:prstGeom prst="straightConnector1">
                <a:avLst/>
              </a:prstGeom>
              <a:ln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7A8E6FD-DB49-39AA-583F-8C05CB0946B0}"/>
                  </a:ext>
                </a:extLst>
              </p:cNvPr>
              <p:cNvSpPr txBox="1"/>
              <p:nvPr/>
            </p:nvSpPr>
            <p:spPr>
              <a:xfrm>
                <a:off x="8832715" y="1216579"/>
                <a:ext cx="751117" cy="369332"/>
              </a:xfrm>
              <a:prstGeom prst="rect">
                <a:avLst/>
              </a:prstGeom>
              <a:noFill/>
            </p:spPr>
            <p:txBody>
              <a:bodyPr wrap="square" anchor="ctr" anchorCtr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800" b="1" i="0" u="none" strike="noStrike" kern="1200" cap="none" spc="0" normalizeH="0" baseline="0" noProof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현대하모니 B"/>
                    <a:ea typeface="현대하모니 B" panose="02020603020101020101" pitchFamily="18" charset="-127"/>
                    <a:cs typeface="+mn-cs"/>
                  </a:rPr>
                  <a:t>UAT</a:t>
                </a: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D21D0EE-5148-22D2-C736-539B9B9A19DE}"/>
                </a:ext>
              </a:extLst>
            </p:cNvPr>
            <p:cNvSpPr txBox="1"/>
            <p:nvPr/>
          </p:nvSpPr>
          <p:spPr>
            <a:xfrm>
              <a:off x="27842" y="1585121"/>
              <a:ext cx="949606" cy="308006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1200" cap="none" spc="0" normalizeH="0" baseline="0" noProof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B" panose="02020603020101020101" pitchFamily="18" charset="-127"/>
                  <a:ea typeface="현대하모니 B" panose="02020603020101020101" pitchFamily="18" charset="-127"/>
                  <a:cs typeface="+mn-cs"/>
                </a:rPr>
                <a:t>Test</a:t>
              </a:r>
              <a:endPara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D6B86C2-1E0F-529E-CC92-8EE6A37F2A05}"/>
                </a:ext>
              </a:extLst>
            </p:cNvPr>
            <p:cNvSpPr txBox="1"/>
            <p:nvPr/>
          </p:nvSpPr>
          <p:spPr>
            <a:xfrm>
              <a:off x="27842" y="3126274"/>
              <a:ext cx="949606" cy="308006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1200" cap="none" spc="0" normalizeH="0" baseline="0" noProof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B" panose="02020603020101020101" pitchFamily="18" charset="-127"/>
                  <a:ea typeface="현대하모니 B" panose="02020603020101020101" pitchFamily="18" charset="-127"/>
                  <a:cs typeface="+mn-cs"/>
                </a:rPr>
                <a:t>Tester</a:t>
              </a:r>
              <a:endPara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7BF7541-5DAD-6625-DED5-ED1B4A7E5043}"/>
                </a:ext>
              </a:extLst>
            </p:cNvPr>
            <p:cNvSpPr txBox="1"/>
            <p:nvPr/>
          </p:nvSpPr>
          <p:spPr>
            <a:xfrm>
              <a:off x="27841" y="3625465"/>
              <a:ext cx="949606" cy="308006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1200" cap="none" spc="0" normalizeH="0" baseline="0" noProof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B" panose="02020603020101020101" pitchFamily="18" charset="-127"/>
                  <a:ea typeface="현대하모니 B" panose="02020603020101020101" pitchFamily="18" charset="-127"/>
                  <a:cs typeface="+mn-cs"/>
                </a:rPr>
                <a:t>Objective</a:t>
              </a:r>
              <a:endPara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endParaRPr>
            </a:p>
          </p:txBody>
        </p:sp>
        <p:sp>
          <p:nvSpPr>
            <p:cNvPr id="16" name="직사각형 12">
              <a:extLst>
                <a:ext uri="{FF2B5EF4-FFF2-40B4-BE49-F238E27FC236}">
                  <a16:creationId xmlns:a16="http://schemas.microsoft.com/office/drawing/2014/main" id="{DCAF0B7A-AE88-4952-E5B6-AB573B439192}"/>
                </a:ext>
              </a:extLst>
            </p:cNvPr>
            <p:cNvSpPr/>
            <p:nvPr/>
          </p:nvSpPr>
          <p:spPr>
            <a:xfrm>
              <a:off x="4281469" y="1579639"/>
              <a:ext cx="1008608" cy="3693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L1</a:t>
              </a: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endParaRPr>
            </a:p>
          </p:txBody>
        </p:sp>
        <p:sp>
          <p:nvSpPr>
            <p:cNvPr id="18" name="직사각형 16">
              <a:extLst>
                <a:ext uri="{FF2B5EF4-FFF2-40B4-BE49-F238E27FC236}">
                  <a16:creationId xmlns:a16="http://schemas.microsoft.com/office/drawing/2014/main" id="{EBA3D7C4-09A6-45FA-3B44-0A0B1624C3B3}"/>
                </a:ext>
              </a:extLst>
            </p:cNvPr>
            <p:cNvSpPr/>
            <p:nvPr/>
          </p:nvSpPr>
          <p:spPr>
            <a:xfrm>
              <a:off x="8592350" y="1581310"/>
              <a:ext cx="1008608" cy="3693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L5</a:t>
              </a: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endParaRPr>
            </a:p>
          </p:txBody>
        </p:sp>
        <p:sp>
          <p:nvSpPr>
            <p:cNvPr id="19" name="직사각형 17">
              <a:extLst>
                <a:ext uri="{FF2B5EF4-FFF2-40B4-BE49-F238E27FC236}">
                  <a16:creationId xmlns:a16="http://schemas.microsoft.com/office/drawing/2014/main" id="{6F0674CA-F483-A053-A954-4CE10162354C}"/>
                </a:ext>
              </a:extLst>
            </p:cNvPr>
            <p:cNvSpPr/>
            <p:nvPr/>
          </p:nvSpPr>
          <p:spPr>
            <a:xfrm>
              <a:off x="5359191" y="1581310"/>
              <a:ext cx="1008608" cy="3693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L2</a:t>
              </a: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endParaRPr>
            </a:p>
          </p:txBody>
        </p:sp>
        <p:sp>
          <p:nvSpPr>
            <p:cNvPr id="20" name="직사각형 18">
              <a:extLst>
                <a:ext uri="{FF2B5EF4-FFF2-40B4-BE49-F238E27FC236}">
                  <a16:creationId xmlns:a16="http://schemas.microsoft.com/office/drawing/2014/main" id="{A0D47EAE-EC04-FABD-AA59-EAF2F2CEE980}"/>
                </a:ext>
              </a:extLst>
            </p:cNvPr>
            <p:cNvSpPr/>
            <p:nvPr/>
          </p:nvSpPr>
          <p:spPr>
            <a:xfrm>
              <a:off x="6436910" y="1581310"/>
              <a:ext cx="1008608" cy="3693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L3</a:t>
              </a: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endParaRPr>
            </a:p>
          </p:txBody>
        </p:sp>
        <p:sp>
          <p:nvSpPr>
            <p:cNvPr id="22" name="직사각형 19">
              <a:extLst>
                <a:ext uri="{FF2B5EF4-FFF2-40B4-BE49-F238E27FC236}">
                  <a16:creationId xmlns:a16="http://schemas.microsoft.com/office/drawing/2014/main" id="{CA497AE3-2572-8E24-F061-CE0D8B96F119}"/>
                </a:ext>
              </a:extLst>
            </p:cNvPr>
            <p:cNvSpPr/>
            <p:nvPr/>
          </p:nvSpPr>
          <p:spPr>
            <a:xfrm>
              <a:off x="7514630" y="1581310"/>
              <a:ext cx="1008608" cy="3693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L4</a:t>
              </a: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endParaRPr>
            </a:p>
          </p:txBody>
        </p:sp>
        <p:sp>
          <p:nvSpPr>
            <p:cNvPr id="23" name="직사각형 21">
              <a:extLst>
                <a:ext uri="{FF2B5EF4-FFF2-40B4-BE49-F238E27FC236}">
                  <a16:creationId xmlns:a16="http://schemas.microsoft.com/office/drawing/2014/main" id="{E12AC202-2804-BBEF-5F36-E40959D00F0F}"/>
                </a:ext>
              </a:extLst>
            </p:cNvPr>
            <p:cNvSpPr/>
            <p:nvPr/>
          </p:nvSpPr>
          <p:spPr>
            <a:xfrm>
              <a:off x="4281469" y="2052663"/>
              <a:ext cx="1008608" cy="83341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5720" rIns="0" bIns="4572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/>
                  <a:cs typeface="+mn-cs"/>
                </a:rPr>
                <a:t>Ideal scenario test</a:t>
              </a: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endParaRPr>
            </a:p>
          </p:txBody>
        </p:sp>
        <p:sp>
          <p:nvSpPr>
            <p:cNvPr id="24" name="직사각형 22">
              <a:extLst>
                <a:ext uri="{FF2B5EF4-FFF2-40B4-BE49-F238E27FC236}">
                  <a16:creationId xmlns:a16="http://schemas.microsoft.com/office/drawing/2014/main" id="{42F6C996-3C35-C5B7-BBFB-73A7A03097E7}"/>
                </a:ext>
              </a:extLst>
            </p:cNvPr>
            <p:cNvSpPr/>
            <p:nvPr/>
          </p:nvSpPr>
          <p:spPr>
            <a:xfrm>
              <a:off x="8592349" y="2052663"/>
              <a:ext cx="1008608" cy="83341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KaSK</a:t>
              </a:r>
              <a:r>
                <a:rPr kumimoji="0" lang="en-US" altLang="ko-KR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 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User Test</a:t>
              </a: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endParaRPr>
            </a:p>
          </p:txBody>
        </p:sp>
        <p:sp>
          <p:nvSpPr>
            <p:cNvPr id="25" name="직사각형 23">
              <a:extLst>
                <a:ext uri="{FF2B5EF4-FFF2-40B4-BE49-F238E27FC236}">
                  <a16:creationId xmlns:a16="http://schemas.microsoft.com/office/drawing/2014/main" id="{82A6EADC-8BC4-0114-1A8E-953BF1B95A00}"/>
                </a:ext>
              </a:extLst>
            </p:cNvPr>
            <p:cNvSpPr/>
            <p:nvPr/>
          </p:nvSpPr>
          <p:spPr>
            <a:xfrm>
              <a:off x="5359191" y="2052663"/>
              <a:ext cx="1008608" cy="83341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Induced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Exception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Based on 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Ideal flow</a:t>
              </a: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endParaRPr>
            </a:p>
          </p:txBody>
        </p:sp>
        <p:sp>
          <p:nvSpPr>
            <p:cNvPr id="26" name="직사각형 24">
              <a:extLst>
                <a:ext uri="{FF2B5EF4-FFF2-40B4-BE49-F238E27FC236}">
                  <a16:creationId xmlns:a16="http://schemas.microsoft.com/office/drawing/2014/main" id="{0A94B1E4-91B4-586F-ECDC-93EDE89E563F}"/>
                </a:ext>
              </a:extLst>
            </p:cNvPr>
            <p:cNvSpPr/>
            <p:nvPr/>
          </p:nvSpPr>
          <p:spPr>
            <a:xfrm>
              <a:off x="6436909" y="2052663"/>
              <a:ext cx="1008608" cy="83341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Non-process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exception</a:t>
              </a: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endParaRPr>
            </a:p>
          </p:txBody>
        </p:sp>
        <p:sp>
          <p:nvSpPr>
            <p:cNvPr id="27" name="직사각형 25">
              <a:extLst>
                <a:ext uri="{FF2B5EF4-FFF2-40B4-BE49-F238E27FC236}">
                  <a16:creationId xmlns:a16="http://schemas.microsoft.com/office/drawing/2014/main" id="{D8BEAD74-69F9-4F76-0799-6555D1A3AC22}"/>
                </a:ext>
              </a:extLst>
            </p:cNvPr>
            <p:cNvSpPr/>
            <p:nvPr/>
          </p:nvSpPr>
          <p:spPr>
            <a:xfrm>
              <a:off x="7514629" y="2052663"/>
              <a:ext cx="1008608" cy="83341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Scenario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Deviation</a:t>
              </a: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endParaRPr>
            </a:p>
          </p:txBody>
        </p:sp>
        <p:sp>
          <p:nvSpPr>
            <p:cNvPr id="28" name="직사각형 36">
              <a:extLst>
                <a:ext uri="{FF2B5EF4-FFF2-40B4-BE49-F238E27FC236}">
                  <a16:creationId xmlns:a16="http://schemas.microsoft.com/office/drawing/2014/main" id="{84B2D567-10B1-973C-B65A-54DFF3F65DEF}"/>
                </a:ext>
              </a:extLst>
            </p:cNvPr>
            <p:cNvSpPr/>
            <p:nvPr/>
          </p:nvSpPr>
          <p:spPr>
            <a:xfrm>
              <a:off x="3199027" y="3002229"/>
              <a:ext cx="4246492" cy="52509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G1 App WS1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(Translators and Data scientists)</a:t>
              </a: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endParaRPr>
            </a:p>
          </p:txBody>
        </p:sp>
        <p:sp>
          <p:nvSpPr>
            <p:cNvPr id="29" name="직사각형 37">
              <a:extLst>
                <a:ext uri="{FF2B5EF4-FFF2-40B4-BE49-F238E27FC236}">
                  <a16:creationId xmlns:a16="http://schemas.microsoft.com/office/drawing/2014/main" id="{F398A1DA-FB6E-1C0B-43A0-F44B15809CE4}"/>
                </a:ext>
              </a:extLst>
            </p:cNvPr>
            <p:cNvSpPr/>
            <p:nvPr/>
          </p:nvSpPr>
          <p:spPr>
            <a:xfrm>
              <a:off x="8592348" y="3002229"/>
              <a:ext cx="1008609" cy="52509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KaSK Users</a:t>
              </a: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endParaRPr>
            </a:p>
          </p:txBody>
        </p:sp>
        <p:sp>
          <p:nvSpPr>
            <p:cNvPr id="30" name="직사각형 39">
              <a:extLst>
                <a:ext uri="{FF2B5EF4-FFF2-40B4-BE49-F238E27FC236}">
                  <a16:creationId xmlns:a16="http://schemas.microsoft.com/office/drawing/2014/main" id="{70E1A3E1-A9B4-C9EB-49A6-BBD0BE52F7B2}"/>
                </a:ext>
              </a:extLst>
            </p:cNvPr>
            <p:cNvSpPr/>
            <p:nvPr/>
          </p:nvSpPr>
          <p:spPr>
            <a:xfrm>
              <a:off x="7514629" y="3002229"/>
              <a:ext cx="1008609" cy="52509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/>
                  <a:cs typeface="+mn-cs"/>
                </a:rPr>
                <a:t>G1 app WS1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/>
                  <a:cs typeface="+mn-cs"/>
                </a:rPr>
                <a:t>KaSK</a:t>
              </a:r>
              <a:r>
                <a:rPr kumimoji="0" lang="en-US" altLang="ko-KR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/>
                  <a:cs typeface="+mn-cs"/>
                </a:rPr>
                <a:t> Super Users</a:t>
              </a: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/>
                <a:cs typeface="+mn-cs"/>
              </a:endParaRPr>
            </a:p>
          </p:txBody>
        </p:sp>
        <p:sp>
          <p:nvSpPr>
            <p:cNvPr id="31" name="직사각형 42">
              <a:extLst>
                <a:ext uri="{FF2B5EF4-FFF2-40B4-BE49-F238E27FC236}">
                  <a16:creationId xmlns:a16="http://schemas.microsoft.com/office/drawing/2014/main" id="{E6E3E4CC-BAAA-EFA3-FDAA-8C82E4F429B1}"/>
                </a:ext>
              </a:extLst>
            </p:cNvPr>
            <p:cNvSpPr/>
            <p:nvPr/>
          </p:nvSpPr>
          <p:spPr>
            <a:xfrm>
              <a:off x="4281469" y="3625464"/>
              <a:ext cx="1008609" cy="302511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45720" rIns="18000" bIns="45720" rtlCol="0" anchor="t"/>
            <a:lstStyle/>
            <a:p>
              <a:pPr marL="115888" marR="0" lvl="0" indent="-115888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Validate features against UX flow</a:t>
              </a:r>
            </a:p>
            <a:p>
              <a:pPr marL="115888" marR="0" lvl="0" indent="-115888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endPara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endParaRPr>
            </a:p>
            <a:p>
              <a:pPr marL="115888" marR="0" lvl="0" indent="-115888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Ensure app behaves as designed</a:t>
              </a:r>
            </a:p>
          </p:txBody>
        </p:sp>
        <p:sp>
          <p:nvSpPr>
            <p:cNvPr id="32" name="직사각형 45">
              <a:extLst>
                <a:ext uri="{FF2B5EF4-FFF2-40B4-BE49-F238E27FC236}">
                  <a16:creationId xmlns:a16="http://schemas.microsoft.com/office/drawing/2014/main" id="{94D15325-6E04-5FCB-51FB-E7C780C87F8E}"/>
                </a:ext>
              </a:extLst>
            </p:cNvPr>
            <p:cNvSpPr/>
            <p:nvPr/>
          </p:nvSpPr>
          <p:spPr>
            <a:xfrm>
              <a:off x="5359190" y="3625464"/>
              <a:ext cx="1008609" cy="302511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45720" rIns="18000" bIns="45720" rtlCol="0" anchor="t"/>
            <a:lstStyle/>
            <a:p>
              <a:pPr marL="115888" marR="0" lvl="0" indent="-115888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Test controlled variations from ideal flow</a:t>
              </a:r>
            </a:p>
            <a:p>
              <a:pPr marL="115888" marR="0" lvl="0" indent="-115888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endPara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endParaRPr>
            </a:p>
            <a:p>
              <a:pPr marL="115888" marR="0" lvl="0" indent="-115888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Validate error handling (“Try to Break app”)</a:t>
              </a:r>
            </a:p>
          </p:txBody>
        </p:sp>
        <p:sp>
          <p:nvSpPr>
            <p:cNvPr id="33" name="직사각형 45">
              <a:extLst>
                <a:ext uri="{FF2B5EF4-FFF2-40B4-BE49-F238E27FC236}">
                  <a16:creationId xmlns:a16="http://schemas.microsoft.com/office/drawing/2014/main" id="{0FEA96C2-3AC0-D5FE-BB4C-A5D0CB6B2A31}"/>
                </a:ext>
              </a:extLst>
            </p:cNvPr>
            <p:cNvSpPr/>
            <p:nvPr/>
          </p:nvSpPr>
          <p:spPr>
            <a:xfrm>
              <a:off x="6435494" y="3625464"/>
              <a:ext cx="1008609" cy="302511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45720" rIns="18000" bIns="45720" rtlCol="0" anchor="t"/>
            <a:lstStyle/>
            <a:p>
              <a:pPr marL="115888" marR="0" lvl="0" indent="-115888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Validate application under extreme conditions</a:t>
              </a:r>
            </a:p>
            <a:p>
              <a:pPr marL="115888" marR="0" lvl="0" indent="-115888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endPara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endParaRPr>
            </a:p>
            <a:p>
              <a:pPr marL="115888" marR="0" lvl="0" indent="-115888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Simulate device and infra failures </a:t>
              </a:r>
            </a:p>
            <a:p>
              <a:pPr marL="115888" marR="0" lvl="0" indent="-115888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endPara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endParaRPr>
            </a:p>
            <a:p>
              <a:pPr marL="115888" marR="0" lvl="0" indent="-115888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Ensure system resiliency, recovery logic, error logging, data integrity.</a:t>
              </a:r>
            </a:p>
          </p:txBody>
        </p:sp>
        <p:sp>
          <p:nvSpPr>
            <p:cNvPr id="34" name="직사각형 45">
              <a:extLst>
                <a:ext uri="{FF2B5EF4-FFF2-40B4-BE49-F238E27FC236}">
                  <a16:creationId xmlns:a16="http://schemas.microsoft.com/office/drawing/2014/main" id="{0308EBBD-12B8-BC8D-FCAA-71E11ADFE6CD}"/>
                </a:ext>
              </a:extLst>
            </p:cNvPr>
            <p:cNvSpPr/>
            <p:nvPr/>
          </p:nvSpPr>
          <p:spPr>
            <a:xfrm>
              <a:off x="7517219" y="3625464"/>
              <a:ext cx="1008609" cy="302511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45720" rIns="18000" bIns="45720" rtlCol="0" anchor="t"/>
            <a:lstStyle/>
            <a:p>
              <a:pPr marL="115888" marR="0" lvl="0" indent="-115888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Run E2E process flow with factory variation (e.g., delayed response)</a:t>
              </a:r>
            </a:p>
            <a:p>
              <a:pPr marL="115888" marR="0" lvl="0" indent="-115888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endPara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endParaRPr>
            </a:p>
            <a:p>
              <a:pPr marL="115888" marR="0" lvl="0" indent="-115888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Validate cross-functional dependencies</a:t>
              </a:r>
            </a:p>
            <a:p>
              <a:pPr marL="115888" marR="0" lvl="0" indent="-115888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endPara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endParaRPr>
            </a:p>
            <a:p>
              <a:pPr marL="115888" marR="0" lvl="0" indent="-115888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Confirm workflow integrity across shifts, devices</a:t>
              </a:r>
            </a:p>
          </p:txBody>
        </p:sp>
        <p:sp>
          <p:nvSpPr>
            <p:cNvPr id="35" name="직사각형 45">
              <a:extLst>
                <a:ext uri="{FF2B5EF4-FFF2-40B4-BE49-F238E27FC236}">
                  <a16:creationId xmlns:a16="http://schemas.microsoft.com/office/drawing/2014/main" id="{03D6051A-4E71-B436-A23D-F782FC53AB5B}"/>
                </a:ext>
              </a:extLst>
            </p:cNvPr>
            <p:cNvSpPr/>
            <p:nvPr/>
          </p:nvSpPr>
          <p:spPr>
            <a:xfrm>
              <a:off x="8591635" y="3625464"/>
              <a:ext cx="1008609" cy="302511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45720" rIns="18000" bIns="45720" rtlCol="0" anchor="t"/>
            <a:lstStyle/>
            <a:p>
              <a:pPr marL="115888" marR="0" lvl="0" indent="-115888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Final validation by end users</a:t>
              </a:r>
            </a:p>
            <a:p>
              <a:pPr marL="115888" marR="0" lvl="0" indent="-115888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endPara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endParaRPr>
            </a:p>
            <a:p>
              <a:pPr marL="115888" marR="0" lvl="0" indent="-115888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Confirm usability, clarity, workflow alignment.</a:t>
              </a:r>
            </a:p>
            <a:p>
              <a:pPr marL="115888" marR="0" lvl="0" indent="-115888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endPara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endParaRPr>
            </a:p>
            <a:p>
              <a:pPr marL="115888" marR="0" lvl="0" indent="-115888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Capture user feedbacks for minor refinement before full deployment</a:t>
              </a:r>
            </a:p>
          </p:txBody>
        </p:sp>
        <p:sp>
          <p:nvSpPr>
            <p:cNvPr id="36" name="직사각형 12">
              <a:extLst>
                <a:ext uri="{FF2B5EF4-FFF2-40B4-BE49-F238E27FC236}">
                  <a16:creationId xmlns:a16="http://schemas.microsoft.com/office/drawing/2014/main" id="{DD333FE0-EC54-81AD-A933-EB6D9B1DE820}"/>
                </a:ext>
              </a:extLst>
            </p:cNvPr>
            <p:cNvSpPr/>
            <p:nvPr/>
          </p:nvSpPr>
          <p:spPr>
            <a:xfrm>
              <a:off x="3199744" y="1579639"/>
              <a:ext cx="1008608" cy="3693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L-1</a:t>
              </a: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endParaRPr>
            </a:p>
          </p:txBody>
        </p:sp>
        <p:sp>
          <p:nvSpPr>
            <p:cNvPr id="37" name="직사각형 21">
              <a:extLst>
                <a:ext uri="{FF2B5EF4-FFF2-40B4-BE49-F238E27FC236}">
                  <a16:creationId xmlns:a16="http://schemas.microsoft.com/office/drawing/2014/main" id="{464F4FA3-C112-AD42-879F-D3310B1270B8}"/>
                </a:ext>
              </a:extLst>
            </p:cNvPr>
            <p:cNvSpPr/>
            <p:nvPr/>
          </p:nvSpPr>
          <p:spPr>
            <a:xfrm>
              <a:off x="3199744" y="2052663"/>
              <a:ext cx="1008608" cy="83341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DB + Front-End Data Integrity Check</a:t>
              </a: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endParaRPr>
            </a:p>
          </p:txBody>
        </p:sp>
        <p:sp>
          <p:nvSpPr>
            <p:cNvPr id="38" name="직사각형 42">
              <a:extLst>
                <a:ext uri="{FF2B5EF4-FFF2-40B4-BE49-F238E27FC236}">
                  <a16:creationId xmlns:a16="http://schemas.microsoft.com/office/drawing/2014/main" id="{AA822475-3EEB-A130-F89F-CCC178ECE733}"/>
                </a:ext>
              </a:extLst>
            </p:cNvPr>
            <p:cNvSpPr/>
            <p:nvPr/>
          </p:nvSpPr>
          <p:spPr>
            <a:xfrm>
              <a:off x="3199744" y="3625464"/>
              <a:ext cx="1008609" cy="302511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45720" rIns="18000" bIns="45720" rtlCol="0" anchor="t"/>
            <a:lstStyle/>
            <a:p>
              <a:pPr marL="115888" marR="0" lvl="0" indent="-115888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Cross-check against database records</a:t>
              </a:r>
            </a:p>
            <a:p>
              <a:pPr marL="115888" marR="0" lvl="0" indent="-115888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endPara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endParaRPr>
            </a:p>
            <a:p>
              <a:pPr marL="115888" marR="0" lvl="0" indent="-115888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Validate read/write consistency for entities (e.g. issue details/state)</a:t>
              </a:r>
            </a:p>
            <a:p>
              <a:pPr marL="115888" marR="0" lvl="0" indent="-115888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endPara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endParaRPr>
            </a:p>
            <a:p>
              <a:pPr marL="115888" marR="0" lvl="0" indent="-115888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Ensure no data loss, duplication, or corruption</a:t>
              </a:r>
            </a:p>
          </p:txBody>
        </p:sp>
        <p:sp>
          <p:nvSpPr>
            <p:cNvPr id="39" name="직사각형 12">
              <a:extLst>
                <a:ext uri="{FF2B5EF4-FFF2-40B4-BE49-F238E27FC236}">
                  <a16:creationId xmlns:a16="http://schemas.microsoft.com/office/drawing/2014/main" id="{3EEE2863-2D81-44F2-DCBD-DA35110C4C66}"/>
                </a:ext>
              </a:extLst>
            </p:cNvPr>
            <p:cNvSpPr/>
            <p:nvPr/>
          </p:nvSpPr>
          <p:spPr>
            <a:xfrm>
              <a:off x="2123440" y="1579639"/>
              <a:ext cx="1008608" cy="3693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L-2</a:t>
              </a: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endParaRPr>
            </a:p>
          </p:txBody>
        </p:sp>
        <p:sp>
          <p:nvSpPr>
            <p:cNvPr id="40" name="직사각형 21">
              <a:extLst>
                <a:ext uri="{FF2B5EF4-FFF2-40B4-BE49-F238E27FC236}">
                  <a16:creationId xmlns:a16="http://schemas.microsoft.com/office/drawing/2014/main" id="{64AD171C-A9D1-44B2-48B8-F8BE16224CB3}"/>
                </a:ext>
              </a:extLst>
            </p:cNvPr>
            <p:cNvSpPr/>
            <p:nvPr/>
          </p:nvSpPr>
          <p:spPr>
            <a:xfrm>
              <a:off x="2123440" y="2052663"/>
              <a:ext cx="1008608" cy="83341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TWX-based API Service Tests</a:t>
              </a: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endParaRPr>
            </a:p>
          </p:txBody>
        </p:sp>
        <p:sp>
          <p:nvSpPr>
            <p:cNvPr id="41" name="직사각형 42">
              <a:extLst>
                <a:ext uri="{FF2B5EF4-FFF2-40B4-BE49-F238E27FC236}">
                  <a16:creationId xmlns:a16="http://schemas.microsoft.com/office/drawing/2014/main" id="{51BE9F06-EFD0-3F95-989A-676A3134CEFF}"/>
                </a:ext>
              </a:extLst>
            </p:cNvPr>
            <p:cNvSpPr/>
            <p:nvPr/>
          </p:nvSpPr>
          <p:spPr>
            <a:xfrm>
              <a:off x="2123440" y="3625464"/>
              <a:ext cx="1008609" cy="302511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45720" rIns="18000" bIns="45720" rtlCol="0" anchor="t"/>
            <a:lstStyle/>
            <a:p>
              <a:pPr marL="115888" marR="0" lvl="0" indent="-115888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Validate API adherence to defined  contracts</a:t>
              </a:r>
            </a:p>
            <a:p>
              <a:pPr marL="115888" marR="0" lvl="0" indent="-115888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endPara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endParaRPr>
            </a:p>
            <a:p>
              <a:pPr marL="115888" marR="0" lvl="0" indent="-115888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Check status codes, payload structure, and field mapping</a:t>
              </a:r>
            </a:p>
            <a:p>
              <a:pPr marL="115888" marR="0" lvl="0" indent="-115888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Test error handling, timeouts, and retries</a:t>
              </a:r>
            </a:p>
            <a:p>
              <a:pPr marL="115888" marR="0" lvl="0" indent="-115888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Verify access management</a:t>
              </a:r>
            </a:p>
          </p:txBody>
        </p:sp>
        <p:sp>
          <p:nvSpPr>
            <p:cNvPr id="42" name="직사각형 12">
              <a:extLst>
                <a:ext uri="{FF2B5EF4-FFF2-40B4-BE49-F238E27FC236}">
                  <a16:creationId xmlns:a16="http://schemas.microsoft.com/office/drawing/2014/main" id="{73FD6616-B5D5-D736-52E5-DE413C9A7855}"/>
                </a:ext>
              </a:extLst>
            </p:cNvPr>
            <p:cNvSpPr/>
            <p:nvPr/>
          </p:nvSpPr>
          <p:spPr>
            <a:xfrm>
              <a:off x="1048307" y="1579639"/>
              <a:ext cx="1008608" cy="3693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L-3</a:t>
              </a: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endParaRPr>
            </a:p>
          </p:txBody>
        </p:sp>
        <p:sp>
          <p:nvSpPr>
            <p:cNvPr id="43" name="직사각형 21">
              <a:extLst>
                <a:ext uri="{FF2B5EF4-FFF2-40B4-BE49-F238E27FC236}">
                  <a16:creationId xmlns:a16="http://schemas.microsoft.com/office/drawing/2014/main" id="{41729A1D-3F17-730F-1D32-BF59C1897A9A}"/>
                </a:ext>
              </a:extLst>
            </p:cNvPr>
            <p:cNvSpPr/>
            <p:nvPr/>
          </p:nvSpPr>
          <p:spPr>
            <a:xfrm>
              <a:off x="1048307" y="2052663"/>
              <a:ext cx="1008608" cy="83341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Individual Service Unit Tests</a:t>
              </a: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endParaRPr>
            </a:p>
          </p:txBody>
        </p:sp>
        <p:sp>
          <p:nvSpPr>
            <p:cNvPr id="44" name="직사각형 42">
              <a:extLst>
                <a:ext uri="{FF2B5EF4-FFF2-40B4-BE49-F238E27FC236}">
                  <a16:creationId xmlns:a16="http://schemas.microsoft.com/office/drawing/2014/main" id="{30186E2B-7BE0-E2FB-A9B2-02C4C195B2BC}"/>
                </a:ext>
              </a:extLst>
            </p:cNvPr>
            <p:cNvSpPr/>
            <p:nvPr/>
          </p:nvSpPr>
          <p:spPr>
            <a:xfrm>
              <a:off x="1048307" y="3625464"/>
              <a:ext cx="1008609" cy="302511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45720" rIns="18000" bIns="45720" rtlCol="0" anchor="t"/>
            <a:lstStyle/>
            <a:p>
              <a:pPr marL="115888" marR="0" lvl="0" indent="-115888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Test each service in isolation</a:t>
              </a:r>
            </a:p>
            <a:p>
              <a:pPr marL="115888" marR="0" lvl="0" indent="-115888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endPara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endParaRPr>
            </a:p>
            <a:p>
              <a:pPr marL="115888" marR="0" lvl="0" indent="-115888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Validate core logic and calculations</a:t>
              </a:r>
            </a:p>
            <a:p>
              <a:pPr marL="115888" marR="0" lvl="0" indent="-115888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endPara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endParaRPr>
            </a:p>
            <a:p>
              <a:pPr marL="115888" marR="0" lvl="0" indent="-115888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Check handling across diverse inputs</a:t>
              </a:r>
            </a:p>
          </p:txBody>
        </p:sp>
        <p:sp>
          <p:nvSpPr>
            <p:cNvPr id="45" name="직사각형 36">
              <a:extLst>
                <a:ext uri="{FF2B5EF4-FFF2-40B4-BE49-F238E27FC236}">
                  <a16:creationId xmlns:a16="http://schemas.microsoft.com/office/drawing/2014/main" id="{1C500623-1575-0902-A29B-2543001CE83E}"/>
                </a:ext>
              </a:extLst>
            </p:cNvPr>
            <p:cNvSpPr/>
            <p:nvPr/>
          </p:nvSpPr>
          <p:spPr>
            <a:xfrm>
              <a:off x="1044426" y="3002229"/>
              <a:ext cx="2087622" cy="52509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G1 App WS2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(Developers)</a:t>
              </a:r>
              <a:endPara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endParaRPr>
            </a:p>
          </p:txBody>
        </p:sp>
      </p:grpSp>
      <p:sp>
        <p:nvSpPr>
          <p:cNvPr id="10" name="제목 1">
            <a:extLst>
              <a:ext uri="{FF2B5EF4-FFF2-40B4-BE49-F238E27FC236}">
                <a16:creationId xmlns:a16="http://schemas.microsoft.com/office/drawing/2014/main" id="{4D655847-11BC-C31F-72D9-CD0BA27E9F98}"/>
              </a:ext>
            </a:extLst>
          </p:cNvPr>
          <p:cNvSpPr txBox="1">
            <a:spLocks/>
          </p:cNvSpPr>
          <p:nvPr/>
        </p:nvSpPr>
        <p:spPr>
          <a:xfrm>
            <a:off x="274320" y="228600"/>
            <a:ext cx="6583680" cy="457200"/>
          </a:xfrm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>
            <a:lvl1pPr algn="l" defTabSz="474933" rtl="0" eaLnBrk="1" latinLnBrk="1" hangingPunct="1">
              <a:spcBef>
                <a:spcPct val="0"/>
              </a:spcBef>
              <a:buNone/>
              <a:defRPr sz="2600" b="0" i="0" kern="400" baseline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  <a:cs typeface="현대산스 Head Medium" panose="020B0600000101010101" pitchFamily="50" charset="-127"/>
              </a:defRPr>
            </a:lvl1pPr>
          </a:lstStyle>
          <a:p>
            <a:pPr lvl="0" defTabSz="494019" latinLnBrk="0">
              <a:defRPr/>
            </a:pPr>
            <a:r>
              <a:rPr kumimoji="1" lang="en-US" altLang="ko-KR" sz="24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Insert Title 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96A61D-4961-0E85-DF56-6788B0482CE6}"/>
              </a:ext>
            </a:extLst>
          </p:cNvPr>
          <p:cNvSpPr txBox="1"/>
          <p:nvPr/>
        </p:nvSpPr>
        <p:spPr>
          <a:xfrm>
            <a:off x="457200" y="868680"/>
            <a:ext cx="9154915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defTabSz="494019">
              <a:lnSpc>
                <a:spcPct val="120000"/>
              </a:lnSpc>
              <a:spcBef>
                <a:spcPct val="0"/>
              </a:spcBef>
              <a:defRPr/>
            </a:pPr>
            <a:r>
              <a:rPr kumimoji="1" lang="en-GB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HDharmony B" panose="02020603020101020101" pitchFamily="18" charset="-127"/>
                <a:ea typeface="HDharmony B"/>
                <a:sym typeface="+mn-lt"/>
              </a:rPr>
              <a:t>Page Brief description</a:t>
            </a:r>
            <a:endParaRPr lang="en-US">
              <a:solidFill>
                <a:srgbClr val="002060"/>
              </a:solidFill>
            </a:endParaRPr>
          </a:p>
        </p:txBody>
      </p:sp>
      <p:sp>
        <p:nvSpPr>
          <p:cNvPr id="7" name="직사각형 75803">
            <a:extLst>
              <a:ext uri="{FF2B5EF4-FFF2-40B4-BE49-F238E27FC236}">
                <a16:creationId xmlns:a16="http://schemas.microsoft.com/office/drawing/2014/main" id="{3FF6418D-C309-79FE-0E40-32751E38517E}"/>
              </a:ext>
            </a:extLst>
          </p:cNvPr>
          <p:cNvSpPr/>
          <p:nvPr/>
        </p:nvSpPr>
        <p:spPr>
          <a:xfrm>
            <a:off x="274320" y="822960"/>
            <a:ext cx="72566" cy="526369"/>
          </a:xfrm>
          <a:prstGeom prst="rect">
            <a:avLst/>
          </a:prstGeom>
          <a:solidFill>
            <a:srgbClr val="00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100" b="0" i="0" u="none" strike="noStrike" kern="1200" cap="none" spc="0" normalizeH="0" baseline="0" noProof="0">
              <a:ln>
                <a:solidFill>
                  <a:srgbClr val="4F81BD">
                    <a:shade val="95000"/>
                    <a:satMod val="105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Hyundai Sans Head KR Light" panose="020B0600000101010101" pitchFamily="34" charset="-127"/>
              <a:ea typeface="Hyundai Sans Head KR Light" panose="020B0600000101010101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4932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25" imgH="426" progId="TCLayout.ActiveDocument.1">
                  <p:embed/>
                </p:oleObj>
              </mc:Choice>
              <mc:Fallback>
                <p:oleObj name="think-cell Slide" r:id="rId14" imgW="425" imgH="426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9F5866-4DF0-9E98-D5BD-B784AF60B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5005801"/>
              </p:ext>
            </p:extLst>
          </p:nvPr>
        </p:nvGraphicFramePr>
        <p:xfrm>
          <a:off x="273050" y="1501008"/>
          <a:ext cx="9348602" cy="4889846"/>
        </p:xfrm>
        <a:graphic>
          <a:graphicData uri="http://schemas.openxmlformats.org/drawingml/2006/table">
            <a:tbl>
              <a:tblPr/>
              <a:tblGrid>
                <a:gridCol w="1147172">
                  <a:extLst>
                    <a:ext uri="{9D8B030D-6E8A-4147-A177-3AD203B41FA5}">
                      <a16:colId xmlns:a16="http://schemas.microsoft.com/office/drawing/2014/main" val="2345846876"/>
                    </a:ext>
                  </a:extLst>
                </a:gridCol>
                <a:gridCol w="1366905">
                  <a:extLst>
                    <a:ext uri="{9D8B030D-6E8A-4147-A177-3AD203B41FA5}">
                      <a16:colId xmlns:a16="http://schemas.microsoft.com/office/drawing/2014/main" val="2012557283"/>
                    </a:ext>
                  </a:extLst>
                </a:gridCol>
                <a:gridCol w="1366905">
                  <a:extLst>
                    <a:ext uri="{9D8B030D-6E8A-4147-A177-3AD203B41FA5}">
                      <a16:colId xmlns:a16="http://schemas.microsoft.com/office/drawing/2014/main" val="3318174442"/>
                    </a:ext>
                  </a:extLst>
                </a:gridCol>
                <a:gridCol w="1366905">
                  <a:extLst>
                    <a:ext uri="{9D8B030D-6E8A-4147-A177-3AD203B41FA5}">
                      <a16:colId xmlns:a16="http://schemas.microsoft.com/office/drawing/2014/main" val="1557098894"/>
                    </a:ext>
                  </a:extLst>
                </a:gridCol>
                <a:gridCol w="1366905">
                  <a:extLst>
                    <a:ext uri="{9D8B030D-6E8A-4147-A177-3AD203B41FA5}">
                      <a16:colId xmlns:a16="http://schemas.microsoft.com/office/drawing/2014/main" val="1967636063"/>
                    </a:ext>
                  </a:extLst>
                </a:gridCol>
                <a:gridCol w="1366905">
                  <a:extLst>
                    <a:ext uri="{9D8B030D-6E8A-4147-A177-3AD203B41FA5}">
                      <a16:colId xmlns:a16="http://schemas.microsoft.com/office/drawing/2014/main" val="2857664524"/>
                    </a:ext>
                  </a:extLst>
                </a:gridCol>
                <a:gridCol w="1366905">
                  <a:extLst>
                    <a:ext uri="{9D8B030D-6E8A-4147-A177-3AD203B41FA5}">
                      <a16:colId xmlns:a16="http://schemas.microsoft.com/office/drawing/2014/main" val="1173454303"/>
                    </a:ext>
                  </a:extLst>
                </a:gridCol>
              </a:tblGrid>
              <a:tr h="250924"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Plan / Sprint</a:t>
                      </a:r>
                    </a:p>
                  </a:txBody>
                  <a:tcPr marL="0" marR="4877" marT="4877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Sprint 1 </a:t>
                      </a:r>
                    </a:p>
                  </a:txBody>
                  <a:tcPr marL="0" marR="4877" marT="4877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Sprint 2  </a:t>
                      </a:r>
                    </a:p>
                  </a:txBody>
                  <a:tcPr marL="0" marR="4877" marT="4877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 Sprint 3 </a:t>
                      </a:r>
                    </a:p>
                  </a:txBody>
                  <a:tcPr marL="0" marR="4877" marT="4877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Sprint 4  </a:t>
                      </a:r>
                    </a:p>
                  </a:txBody>
                  <a:tcPr marL="0" marR="4877" marT="4877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Sprint 5  </a:t>
                      </a:r>
                    </a:p>
                  </a:txBody>
                  <a:tcPr marL="0" marR="4877" marT="4877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7429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Handover &amp; Hypercare</a:t>
                      </a:r>
                    </a:p>
                  </a:txBody>
                  <a:tcPr marL="0" marR="4877" marT="4877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682244"/>
                  </a:ext>
                </a:extLst>
              </a:tr>
              <a:tr h="654610"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Sprint Objective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(EPIC)</a:t>
                      </a:r>
                    </a:p>
                  </a:txBody>
                  <a:tcPr marL="0" marR="4877" marT="4877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현대하모니 M" panose="02020603020101020101" pitchFamily="18" charset="-127"/>
                          <a:cs typeface="+mn-cs"/>
                        </a:rPr>
                        <a:t>Collect all issues in one place</a:t>
                      </a:r>
                    </a:p>
                  </a:txBody>
                  <a:tcPr marL="0" marR="4877" marT="4877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SG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현대하모니 M" panose="02020603020101020101" pitchFamily="18" charset="-127"/>
                          <a:cs typeface="+mn-cs"/>
                        </a:rPr>
                        <a:t>Assign the right owner</a:t>
                      </a:r>
                    </a:p>
                  </a:txBody>
                  <a:tcPr marL="0" marR="4877" marT="4877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SG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현대하모니 M" panose="02020603020101020101" pitchFamily="18" charset="-127"/>
                          <a:cs typeface="+mn-cs"/>
                        </a:rPr>
                        <a:t>Close the loop (CI)</a:t>
                      </a:r>
                    </a:p>
                  </a:txBody>
                  <a:tcPr marL="0" marR="4877" marT="4877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현대하모니 M" panose="02020603020101020101" pitchFamily="18" charset="-127"/>
                          <a:cs typeface="+mn-cs"/>
                        </a:rPr>
                        <a:t>Integrate real-time reporting/analyses, and make it sustainable (mobile)</a:t>
                      </a:r>
                    </a:p>
                  </a:txBody>
                  <a:tcPr marL="0" marR="4877" marT="4877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현대하모니 M" panose="02020603020101020101" pitchFamily="18" charset="-127"/>
                          <a:cs typeface="+mn-cs"/>
                        </a:rPr>
                        <a:t>Automate production report and drive CI Performance</a:t>
                      </a:r>
                    </a:p>
                  </a:txBody>
                  <a:tcPr marL="0" marR="4877" marT="4877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4877" marT="4877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301267"/>
                  </a:ext>
                </a:extLst>
              </a:tr>
              <a:tr h="1328104"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Process</a:t>
                      </a:r>
                    </a:p>
                  </a:txBody>
                  <a:tcPr marL="0" marR="4877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marL="112713" marR="0" lvl="0" indent="-112713" algn="l" defTabSz="7429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현대하모니 M" panose="02020603020101020101" pitchFamily="18" charset="-127"/>
                        </a:rPr>
                        <a:t>68 processes defined</a:t>
                      </a:r>
                    </a:p>
                    <a:p>
                      <a:pPr marL="112713" indent="-112713" algn="l" fontAlgn="b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현대하모니 M" panose="02020603020101020101" pitchFamily="18" charset="-127"/>
                        </a:rPr>
                        <a:t>Demo, training, dry run</a:t>
                      </a:r>
                    </a:p>
                  </a:txBody>
                  <a:tcPr marL="45720" marR="4877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2713" indent="-112713" algn="l" fontAlgn="b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현대하모니 M" panose="02020603020101020101" pitchFamily="18" charset="-127"/>
                        </a:rPr>
                        <a:t>89 processes defined</a:t>
                      </a:r>
                    </a:p>
                    <a:p>
                      <a:pPr marL="112713" indent="-112713" algn="l" fontAlgn="b" latinLnBrk="0">
                        <a:buFont typeface="Arial" panose="020B0604020202020204" pitchFamily="34" charset="0"/>
                        <a:buChar char="•"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현대하모니 M" panose="02020603020101020101" pitchFamily="18" charset="-127"/>
                      </a:endParaRPr>
                    </a:p>
                  </a:txBody>
                  <a:tcPr marL="45720" marR="4877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2713" indent="-112713" algn="l" fontAlgn="b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현대하모니 M" panose="02020603020101020101" pitchFamily="18" charset="-127"/>
                        </a:rPr>
                        <a:t>103 processes defined</a:t>
                      </a:r>
                    </a:p>
                    <a:p>
                      <a:pPr marL="112713" indent="-112713" algn="l" fontAlgn="b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현대하모니 M" panose="02020603020101020101" pitchFamily="18" charset="-127"/>
                        </a:rPr>
                        <a:t>CI process defined</a:t>
                      </a:r>
                    </a:p>
                  </a:txBody>
                  <a:tcPr marL="45720" marR="4877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2713" indent="-112713" algn="l" fontAlgn="b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현대하모니 M" panose="02020603020101020101" pitchFamily="18" charset="-127"/>
                        </a:rPr>
                        <a:t>109 processes defined</a:t>
                      </a:r>
                    </a:p>
                    <a:p>
                      <a:pPr marL="112713" indent="-112713" algn="l" fontAlgn="b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현대하모니 M" panose="02020603020101020101" pitchFamily="18" charset="-127"/>
                        </a:rPr>
                        <a:t>Mobile app process defined</a:t>
                      </a:r>
                    </a:p>
                  </a:txBody>
                  <a:tcPr marL="45720" marR="4877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2713" indent="-112713" algn="l" fontAlgn="b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현대하모니 M" panose="02020603020101020101" pitchFamily="18" charset="-127"/>
                        </a:rPr>
                        <a:t>111 processes defined</a:t>
                      </a:r>
                    </a:p>
                  </a:txBody>
                  <a:tcPr marL="45720" marR="4877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5563" indent="-55563" algn="l" fontAlgn="b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현대하모니 M" panose="02020603020101020101" pitchFamily="18" charset="-127"/>
                        </a:rPr>
                        <a:t>Handover process defined</a:t>
                      </a:r>
                    </a:p>
                    <a:p>
                      <a:pPr marL="55563" indent="-55563" algn="l" fontAlgn="b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현대하모니 M" panose="02020603020101020101" pitchFamily="18" charset="-127"/>
                        </a:rPr>
                        <a:t>Process signoff</a:t>
                      </a:r>
                    </a:p>
                  </a:txBody>
                  <a:tcPr marL="45720" marR="4877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713554"/>
                  </a:ext>
                </a:extLst>
              </a:tr>
              <a:tr h="1328104"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Technology</a:t>
                      </a:r>
                    </a:p>
                  </a:txBody>
                  <a:tcPr marL="0" marR="4877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112713" marR="0" lvl="0" indent="-112713" algn="l" defTabSz="7429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현대하모니 M" panose="02020603020101020101" pitchFamily="18" charset="-127"/>
                        </a:rPr>
                        <a:t>Backend setup (DB tables, data structure)</a:t>
                      </a:r>
                    </a:p>
                    <a:p>
                      <a:pPr marL="112713" marR="0" lvl="0" indent="-112713" algn="l" defTabSz="7429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현대하모니 M" panose="02020603020101020101" pitchFamily="18" charset="-127"/>
                        </a:rPr>
                        <a:t>Issue list repository</a:t>
                      </a:r>
                    </a:p>
                    <a:p>
                      <a:pPr marL="112713" marR="0" lvl="0" indent="-112713" algn="l" defTabSz="7429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현대하모니 M" panose="02020603020101020101" pitchFamily="18" charset="-127"/>
                        </a:rPr>
                        <a:t>Email notification</a:t>
                      </a:r>
                    </a:p>
                    <a:p>
                      <a:pPr marL="112713" marR="0" lvl="0" indent="-112713" algn="l" defTabSz="7429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현대하모니 M" panose="02020603020101020101" pitchFamily="18" charset="-127"/>
                        </a:rPr>
                        <a:t>WSC &amp; Tablet setup</a:t>
                      </a:r>
                    </a:p>
                    <a:p>
                      <a:pPr marL="112713" marR="0" lvl="0" indent="-112713" algn="l" defTabSz="7429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현대하모니 M" panose="02020603020101020101" pitchFamily="18" charset="-127"/>
                        </a:rPr>
                        <a:t>Functional testing</a:t>
                      </a:r>
                    </a:p>
                    <a:p>
                      <a:pPr marL="112713" indent="-112713" algn="l" fontAlgn="b" latinLnBrk="0">
                        <a:buFont typeface="Arial" panose="020B0604020202020204" pitchFamily="34" charset="0"/>
                        <a:buChar char="•"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현대하모니 M" panose="02020603020101020101" pitchFamily="18" charset="-127"/>
                      </a:endParaRPr>
                    </a:p>
                  </a:txBody>
                  <a:tcPr marL="45720" marR="4877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2713" indent="-112713" algn="l" fontAlgn="b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현대하모니 M" panose="02020603020101020101" pitchFamily="18" charset="-127"/>
                        </a:rPr>
                        <a:t>Issue Reclassification</a:t>
                      </a:r>
                    </a:p>
                    <a:p>
                      <a:pPr marL="112713" indent="-112713" algn="l" fontAlgn="b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현대하모니 M" panose="02020603020101020101" pitchFamily="18" charset="-127"/>
                        </a:rPr>
                        <a:t>Downtime split</a:t>
                      </a:r>
                    </a:p>
                  </a:txBody>
                  <a:tcPr marL="45720" marR="4877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2713" indent="-112713" algn="l" fontAlgn="b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현대하모니 M" panose="02020603020101020101" pitchFamily="18" charset="-127"/>
                        </a:rPr>
                        <a:t>Issue board enhancement</a:t>
                      </a:r>
                    </a:p>
                    <a:p>
                      <a:pPr marL="112713" indent="-112713" algn="l" fontAlgn="b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현대하모니 M" panose="02020603020101020101" pitchFamily="18" charset="-127"/>
                        </a:rPr>
                        <a:t>CI board development</a:t>
                      </a:r>
                    </a:p>
                    <a:p>
                      <a:pPr marL="112713" indent="-112713" algn="l" fontAlgn="b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현대하모니 M" panose="02020603020101020101" pitchFamily="18" charset="-127"/>
                        </a:rPr>
                        <a:t>Mobile app development</a:t>
                      </a:r>
                    </a:p>
                  </a:txBody>
                  <a:tcPr marL="45720" marR="4877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2713" indent="-112713" algn="l" fontAlgn="b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현대하모니 M" panose="02020603020101020101" pitchFamily="18" charset="-127"/>
                        </a:rPr>
                        <a:t>Integrate production reporting</a:t>
                      </a:r>
                    </a:p>
                    <a:p>
                      <a:pPr marL="112713" indent="-112713" algn="l" fontAlgn="b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현대하모니 M" panose="02020603020101020101" pitchFamily="18" charset="-127"/>
                        </a:rPr>
                        <a:t>Power BI development</a:t>
                      </a:r>
                    </a:p>
                    <a:p>
                      <a:pPr marL="112713" indent="-112713" algn="l" fontAlgn="b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현대하모니 M" panose="02020603020101020101" pitchFamily="18" charset="-127"/>
                        </a:rPr>
                        <a:t>Mobile App deployment</a:t>
                      </a:r>
                    </a:p>
                  </a:txBody>
                  <a:tcPr marL="45720" marR="4877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2713" indent="-112713" algn="l" fontAlgn="b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현대하모니 M" panose="02020603020101020101" pitchFamily="18" charset="-127"/>
                        </a:rPr>
                        <a:t>Time range selector</a:t>
                      </a:r>
                    </a:p>
                    <a:p>
                      <a:pPr marL="112713" indent="-112713" algn="l" fontAlgn="b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현대하모니 M" panose="02020603020101020101" pitchFamily="18" charset="-127"/>
                        </a:rPr>
                        <a:t>Schedule chart</a:t>
                      </a:r>
                    </a:p>
                    <a:p>
                      <a:pPr marL="112713" indent="-112713" algn="l" fontAlgn="b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현대하모니 M" panose="02020603020101020101" pitchFamily="18" charset="-127"/>
                        </a:rPr>
                        <a:t>CI dashboard</a:t>
                      </a:r>
                    </a:p>
                  </a:txBody>
                  <a:tcPr marL="45720" marR="4877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5563" indent="-55563" algn="l" fontAlgn="b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현대하모니 M" panose="02020603020101020101" pitchFamily="18" charset="-127"/>
                        </a:rPr>
                        <a:t>Documentation</a:t>
                      </a:r>
                    </a:p>
                  </a:txBody>
                  <a:tcPr marL="45720" marR="4877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824899"/>
                  </a:ext>
                </a:extLst>
              </a:tr>
              <a:tr h="1328104"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Organization</a:t>
                      </a:r>
                    </a:p>
                  </a:txBody>
                  <a:tcPr marL="0" marR="4877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112713" marR="0" lvl="0" indent="-112713" algn="l" defTabSz="7429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현대하모니 M" panose="02020603020101020101" pitchFamily="18" charset="-127"/>
                          <a:cs typeface="+mn-cs"/>
                        </a:rPr>
                        <a:t>R&amp;R definition</a:t>
                      </a:r>
                    </a:p>
                  </a:txBody>
                  <a:tcPr marL="45720" marR="4877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indent="-228600" algn="l" fontAlgn="b" latinLnBrk="0">
                        <a:buFont typeface="Arial" panose="020B0604020202020204" pitchFamily="34" charset="0"/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현대하모니 M" panose="02020603020101020101" pitchFamily="18" charset="-127"/>
                        </a:rPr>
                        <a:t>Capabilities building in MIG</a:t>
                      </a:r>
                    </a:p>
                    <a:p>
                      <a:pPr marL="228600" indent="-228600" algn="l" fontAlgn="b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현대하모니 M" panose="02020603020101020101" pitchFamily="18" charset="-127"/>
                        </a:rPr>
                        <a:t>PCC – Overall performance</a:t>
                      </a:r>
                    </a:p>
                    <a:p>
                      <a:pPr marL="228600" indent="-228600" algn="l" fontAlgn="b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현대하모니 M" panose="02020603020101020101" pitchFamily="18" charset="-127"/>
                        </a:rPr>
                        <a:t>PT – Overall issue management</a:t>
                      </a:r>
                    </a:p>
                    <a:p>
                      <a:pPr marL="228600" indent="-228600" algn="l" fontAlgn="b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현대하모니 M" panose="02020603020101020101" pitchFamily="18" charset="-127"/>
                        </a:rPr>
                        <a:t>LT, MC – Specific issues</a:t>
                      </a:r>
                    </a:p>
                  </a:txBody>
                  <a:tcPr marL="45720" marR="4877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12713" indent="-112713" algn="l" fontAlgn="b" latinLnBrk="0">
                        <a:buFont typeface="Arial" panose="020B0604020202020204" pitchFamily="34" charset="0"/>
                        <a:buChar char="•"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45720" marR="4877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9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현대하모니 M" panose="02020603020101020101" pitchFamily="18" charset="-127"/>
                        <a:cs typeface="+mn-cs"/>
                      </a:endParaRPr>
                    </a:p>
                    <a:p>
                      <a:pPr marL="171450" indent="-171450" algn="l" fontAlgn="b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현대하모니 M" panose="02020603020101020101" pitchFamily="18" charset="-127"/>
                        </a:rPr>
                        <a:t>PCC-led with DX support</a:t>
                      </a:r>
                    </a:p>
                  </a:txBody>
                  <a:tcPr marL="45720" marR="4877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b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현대하모니 M" panose="02020603020101020101" pitchFamily="18" charset="-127"/>
                        </a:rPr>
                        <a:t>PCC lead independently</a:t>
                      </a:r>
                    </a:p>
                  </a:txBody>
                  <a:tcPr marL="45720" marR="4877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5563" indent="-55563" algn="l" fontAlgn="b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현대하모니 M" panose="02020603020101020101" pitchFamily="18" charset="-127"/>
                        </a:rPr>
                        <a:t>Handover training</a:t>
                      </a:r>
                    </a:p>
                  </a:txBody>
                  <a:tcPr marL="45720" marR="4877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89845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0A2FED9-8BCB-559A-9653-750112D427DD}"/>
              </a:ext>
            </a:extLst>
          </p:cNvPr>
          <p:cNvGraphicFramePr>
            <a:graphicFrameLocks noGrp="1"/>
          </p:cNvGraphicFramePr>
          <p:nvPr/>
        </p:nvGraphicFramePr>
        <p:xfrm>
          <a:off x="1419224" y="1245245"/>
          <a:ext cx="8202424" cy="257984"/>
        </p:xfrm>
        <a:graphic>
          <a:graphicData uri="http://schemas.openxmlformats.org/drawingml/2006/table">
            <a:tbl>
              <a:tblPr/>
              <a:tblGrid>
                <a:gridCol w="1025303">
                  <a:extLst>
                    <a:ext uri="{9D8B030D-6E8A-4147-A177-3AD203B41FA5}">
                      <a16:colId xmlns:a16="http://schemas.microsoft.com/office/drawing/2014/main" val="2012557283"/>
                    </a:ext>
                  </a:extLst>
                </a:gridCol>
                <a:gridCol w="1025303">
                  <a:extLst>
                    <a:ext uri="{9D8B030D-6E8A-4147-A177-3AD203B41FA5}">
                      <a16:colId xmlns:a16="http://schemas.microsoft.com/office/drawing/2014/main" val="3318174442"/>
                    </a:ext>
                  </a:extLst>
                </a:gridCol>
                <a:gridCol w="1025303">
                  <a:extLst>
                    <a:ext uri="{9D8B030D-6E8A-4147-A177-3AD203B41FA5}">
                      <a16:colId xmlns:a16="http://schemas.microsoft.com/office/drawing/2014/main" val="1557098894"/>
                    </a:ext>
                  </a:extLst>
                </a:gridCol>
                <a:gridCol w="1025303">
                  <a:extLst>
                    <a:ext uri="{9D8B030D-6E8A-4147-A177-3AD203B41FA5}">
                      <a16:colId xmlns:a16="http://schemas.microsoft.com/office/drawing/2014/main" val="1967636063"/>
                    </a:ext>
                  </a:extLst>
                </a:gridCol>
                <a:gridCol w="1025303">
                  <a:extLst>
                    <a:ext uri="{9D8B030D-6E8A-4147-A177-3AD203B41FA5}">
                      <a16:colId xmlns:a16="http://schemas.microsoft.com/office/drawing/2014/main" val="2857664524"/>
                    </a:ext>
                  </a:extLst>
                </a:gridCol>
                <a:gridCol w="1025303">
                  <a:extLst>
                    <a:ext uri="{9D8B030D-6E8A-4147-A177-3AD203B41FA5}">
                      <a16:colId xmlns:a16="http://schemas.microsoft.com/office/drawing/2014/main" val="3368621176"/>
                    </a:ext>
                  </a:extLst>
                </a:gridCol>
                <a:gridCol w="1025303">
                  <a:extLst>
                    <a:ext uri="{9D8B030D-6E8A-4147-A177-3AD203B41FA5}">
                      <a16:colId xmlns:a16="http://schemas.microsoft.com/office/drawing/2014/main" val="1860200300"/>
                    </a:ext>
                  </a:extLst>
                </a:gridCol>
                <a:gridCol w="1025303">
                  <a:extLst>
                    <a:ext uri="{9D8B030D-6E8A-4147-A177-3AD203B41FA5}">
                      <a16:colId xmlns:a16="http://schemas.microsoft.com/office/drawing/2014/main" val="3943040834"/>
                    </a:ext>
                  </a:extLst>
                </a:gridCol>
              </a:tblGrid>
              <a:tr h="257984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May</a:t>
                      </a:r>
                    </a:p>
                  </a:txBody>
                  <a:tcPr marL="0" marR="4877" marT="4877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Jun</a:t>
                      </a:r>
                    </a:p>
                  </a:txBody>
                  <a:tcPr marL="0" marR="4877" marT="4877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July</a:t>
                      </a:r>
                    </a:p>
                  </a:txBody>
                  <a:tcPr marL="0" marR="4877" marT="4877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Aug</a:t>
                      </a:r>
                    </a:p>
                  </a:txBody>
                  <a:tcPr marL="0" marR="4877" marT="4877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Sep</a:t>
                      </a:r>
                    </a:p>
                  </a:txBody>
                  <a:tcPr marL="0" marR="4877" marT="4877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Oct</a:t>
                      </a:r>
                    </a:p>
                  </a:txBody>
                  <a:tcPr marL="0" marR="4877" marT="4877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Nov</a:t>
                      </a:r>
                    </a:p>
                  </a:txBody>
                  <a:tcPr marL="0" marR="4877" marT="4877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Dec</a:t>
                      </a:r>
                    </a:p>
                  </a:txBody>
                  <a:tcPr marL="0" marR="4877" marT="4877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801055"/>
                  </a:ext>
                </a:extLst>
              </a:tr>
            </a:tbl>
          </a:graphicData>
        </a:graphic>
      </p:graphicFrame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C9AF0577-C0BD-6543-D236-7F9AB982A14C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 rot="10800000">
            <a:off x="2703764" y="1083708"/>
            <a:ext cx="161817" cy="120791"/>
          </a:xfrm>
          <a:prstGeom prst="triangle">
            <a:avLst/>
          </a:prstGeom>
          <a:solidFill>
            <a:srgbClr val="C30C3E"/>
          </a:solidFill>
          <a:ln w="9525" cap="flat" cmpd="sng" algn="ctr">
            <a:solidFill>
              <a:srgbClr val="C30C3E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BFD9AE4D-7DD5-5115-8584-DD5F7D09E6FA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auto">
          <a:xfrm>
            <a:off x="2280616" y="904237"/>
            <a:ext cx="1008112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85738" indent="-185738" algn="l" defTabSz="742950" rtl="0" eaLnBrk="1" latinLnBrk="1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Char char="•"/>
              <a:defRPr sz="2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868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6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0016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163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4311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8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606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53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74295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C30C3E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Production</a:t>
            </a: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C30C3E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48BAD5D-2382-F766-311C-0E96F6DEECF0}"/>
              </a:ext>
            </a:extLst>
          </p:cNvPr>
          <p:cNvCxnSpPr>
            <a:cxnSpLocks/>
          </p:cNvCxnSpPr>
          <p:nvPr/>
        </p:nvCxnSpPr>
        <p:spPr>
          <a:xfrm>
            <a:off x="2782069" y="1245245"/>
            <a:ext cx="0" cy="255763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ECD6855B-E09D-08D0-E9A3-93D37591CA46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 rot="10800000">
            <a:off x="4065839" y="1083708"/>
            <a:ext cx="161817" cy="120791"/>
          </a:xfrm>
          <a:prstGeom prst="triangle">
            <a:avLst/>
          </a:prstGeom>
          <a:solidFill>
            <a:srgbClr val="C30C3E"/>
          </a:solidFill>
          <a:ln w="9525" cap="flat" cmpd="sng" algn="ctr">
            <a:solidFill>
              <a:srgbClr val="C30C3E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2844928C-1A14-AB8E-9311-3FBACE6C7989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auto">
          <a:xfrm>
            <a:off x="3642691" y="904237"/>
            <a:ext cx="1008112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85738" indent="-185738" algn="l" defTabSz="742950" rtl="0" eaLnBrk="1" latinLnBrk="1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Char char="•"/>
              <a:defRPr sz="2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868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6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0016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163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4311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8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606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53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74295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C30C3E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Production</a:t>
            </a: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C30C3E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F0711BB-F268-F192-385F-36FA10529A18}"/>
              </a:ext>
            </a:extLst>
          </p:cNvPr>
          <p:cNvCxnSpPr>
            <a:cxnSpLocks/>
          </p:cNvCxnSpPr>
          <p:nvPr/>
        </p:nvCxnSpPr>
        <p:spPr>
          <a:xfrm>
            <a:off x="4144144" y="1245245"/>
            <a:ext cx="0" cy="255763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52F4B768-7C2A-9766-0ABB-8C3E6E7B90C5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 rot="10800000">
            <a:off x="5437439" y="1083708"/>
            <a:ext cx="161817" cy="120791"/>
          </a:xfrm>
          <a:prstGeom prst="triangle">
            <a:avLst/>
          </a:prstGeom>
          <a:solidFill>
            <a:srgbClr val="C30C3E"/>
          </a:solidFill>
          <a:ln w="9525" cap="flat" cmpd="sng" algn="ctr">
            <a:solidFill>
              <a:srgbClr val="C30C3E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6" name="텍스트 개체 틀 2">
            <a:extLst>
              <a:ext uri="{FF2B5EF4-FFF2-40B4-BE49-F238E27FC236}">
                <a16:creationId xmlns:a16="http://schemas.microsoft.com/office/drawing/2014/main" id="{094755CE-6817-1E2C-FA59-2E66D4639C60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5014291" y="904237"/>
            <a:ext cx="1008112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85738" indent="-185738" algn="l" defTabSz="742950" rtl="0" eaLnBrk="1" latinLnBrk="1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Char char="•"/>
              <a:defRPr sz="2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868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6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0016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163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4311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8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606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53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74295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C30C3E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Production</a:t>
            </a: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C30C3E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907B1E4-8BC0-BB93-760B-34FB59EB916C}"/>
              </a:ext>
            </a:extLst>
          </p:cNvPr>
          <p:cNvCxnSpPr>
            <a:cxnSpLocks/>
          </p:cNvCxnSpPr>
          <p:nvPr/>
        </p:nvCxnSpPr>
        <p:spPr>
          <a:xfrm>
            <a:off x="5515744" y="1245245"/>
            <a:ext cx="0" cy="255763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7E1C5D7B-8D02-FF89-709B-DC00BCD9DB13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 rot="10800000">
            <a:off x="6799514" y="1083708"/>
            <a:ext cx="161817" cy="120791"/>
          </a:xfrm>
          <a:prstGeom prst="triangle">
            <a:avLst/>
          </a:prstGeom>
          <a:solidFill>
            <a:srgbClr val="C30C3E"/>
          </a:solidFill>
          <a:ln w="9525" cap="flat" cmpd="sng" algn="ctr">
            <a:solidFill>
              <a:srgbClr val="C30C3E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19" name="텍스트 개체 틀 2">
            <a:extLst>
              <a:ext uri="{FF2B5EF4-FFF2-40B4-BE49-F238E27FC236}">
                <a16:creationId xmlns:a16="http://schemas.microsoft.com/office/drawing/2014/main" id="{2A1FADEE-80BF-DC31-B4FB-E1859665D0D5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auto">
          <a:xfrm>
            <a:off x="6376366" y="904237"/>
            <a:ext cx="1008112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85738" indent="-185738" algn="l" defTabSz="742950" rtl="0" eaLnBrk="1" latinLnBrk="1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Char char="•"/>
              <a:defRPr sz="2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868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6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0016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163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4311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8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606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53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74295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C30C3E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Production</a:t>
            </a: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C30C3E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E344617-3557-29AD-2FC0-AD91F783F03E}"/>
              </a:ext>
            </a:extLst>
          </p:cNvPr>
          <p:cNvCxnSpPr>
            <a:cxnSpLocks/>
          </p:cNvCxnSpPr>
          <p:nvPr/>
        </p:nvCxnSpPr>
        <p:spPr>
          <a:xfrm>
            <a:off x="6877819" y="1245245"/>
            <a:ext cx="0" cy="255763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830FC734-AD44-A5D3-1DEA-3D33AF8F0089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 rot="10800000">
            <a:off x="8171114" y="1083708"/>
            <a:ext cx="161817" cy="120791"/>
          </a:xfrm>
          <a:prstGeom prst="triangle">
            <a:avLst/>
          </a:prstGeom>
          <a:solidFill>
            <a:srgbClr val="C30C3E"/>
          </a:solidFill>
          <a:ln w="9525" cap="flat" cmpd="sng" algn="ctr">
            <a:solidFill>
              <a:srgbClr val="C30C3E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id="{2B154CD1-60BD-995A-77DC-288A07B61E7B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7747966" y="904237"/>
            <a:ext cx="1008112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85738" indent="-185738" algn="l" defTabSz="742950" rtl="0" eaLnBrk="1" latinLnBrk="1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Char char="•"/>
              <a:defRPr sz="2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868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6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0016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163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4311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8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6063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538" indent="-185738" algn="l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74295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C30C3E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Production</a:t>
            </a: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C30C3E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2B26403-8F9D-1AA5-39C5-024AFFD8ED03}"/>
              </a:ext>
            </a:extLst>
          </p:cNvPr>
          <p:cNvCxnSpPr>
            <a:cxnSpLocks/>
          </p:cNvCxnSpPr>
          <p:nvPr/>
        </p:nvCxnSpPr>
        <p:spPr>
          <a:xfrm>
            <a:off x="8249419" y="1245245"/>
            <a:ext cx="0" cy="255763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89C48ABF-F35D-81F0-CECE-D24A4891F646}"/>
              </a:ext>
            </a:extLst>
          </p:cNvPr>
          <p:cNvSpPr txBox="1">
            <a:spLocks/>
          </p:cNvSpPr>
          <p:nvPr/>
        </p:nvSpPr>
        <p:spPr>
          <a:xfrm>
            <a:off x="274320" y="228600"/>
            <a:ext cx="6583680" cy="457200"/>
          </a:xfrm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>
            <a:lvl1pPr algn="l" defTabSz="474933" rtl="0" eaLnBrk="1" latinLnBrk="1" hangingPunct="1">
              <a:spcBef>
                <a:spcPct val="0"/>
              </a:spcBef>
              <a:buNone/>
              <a:defRPr sz="2600" b="0" i="0" kern="400" baseline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  <a:cs typeface="현대산스 Head Medium" panose="020B0600000101010101" pitchFamily="50" charset="-127"/>
              </a:defRPr>
            </a:lvl1pPr>
          </a:lstStyle>
          <a:p>
            <a:pPr lvl="0" defTabSz="494019" latinLnBrk="0">
              <a:defRPr/>
            </a:pPr>
            <a:r>
              <a:rPr kumimoji="1" lang="en-US" altLang="ko-KR" sz="24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Insert Title here</a:t>
            </a:r>
          </a:p>
        </p:txBody>
      </p:sp>
      <p:sp>
        <p:nvSpPr>
          <p:cNvPr id="25" name="Text Box 38">
            <a:extLst>
              <a:ext uri="{FF2B5EF4-FFF2-40B4-BE49-F238E27FC236}">
                <a16:creationId xmlns:a16="http://schemas.microsoft.com/office/drawing/2014/main" id="{E894B6A7-3842-B512-A5F6-D78DC1793F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7100" y="70615"/>
            <a:ext cx="1368366" cy="2095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lIns="83969" tIns="41985" rIns="83969" bIns="41985"/>
          <a:lstStyle>
            <a:lvl1pPr defTabSz="838200" eaLnBrk="0" hangingPunct="0">
              <a:spcBef>
                <a:spcPct val="20000"/>
              </a:spcBef>
              <a:buFont typeface="Arial" pitchFamily="34" charset="0"/>
              <a:buChar char="•"/>
              <a:defRPr sz="3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defTabSz="838200" eaLnBrk="0" hangingPunct="0">
              <a:spcBef>
                <a:spcPct val="20000"/>
              </a:spcBef>
              <a:buFont typeface="Arial" pitchFamily="34" charset="0"/>
              <a:buChar char="–"/>
              <a:defRPr sz="29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defTabSz="838200" eaLnBrk="0" hangingPunct="0">
              <a:spcBef>
                <a:spcPct val="20000"/>
              </a:spcBef>
              <a:buFont typeface="Arial" pitchFamily="34" charset="0"/>
              <a:buChar char="•"/>
              <a:defRPr sz="2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defTabSz="838200" eaLnBrk="0" hangingPunct="0">
              <a:spcBef>
                <a:spcPct val="20000"/>
              </a:spcBef>
              <a:buFont typeface="Arial" pitchFamily="34" charset="0"/>
              <a:buChar char="–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defTabSz="838200" eaLnBrk="0" hangingPunct="0">
              <a:spcBef>
                <a:spcPct val="20000"/>
              </a:spcBef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ctr" defTabSz="838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현대하모니 M" pitchFamily="18" charset="-127"/>
                <a:ea typeface="현대하모니 M" pitchFamily="18" charset="-127"/>
                <a:cs typeface="+mn-cs"/>
              </a:rPr>
              <a:t>사내한 </a:t>
            </a:r>
            <a:r>
              <a:rPr kumimoji="1" lang="en-US" altLang="ko-KR" sz="900" b="0" i="0" u="none" strike="noStrike" kern="1200" cap="none" spc="0" normalizeH="0" baseline="0" noProof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현대하모니 M" pitchFamily="18" charset="-127"/>
                <a:ea typeface="현대하모니 M" pitchFamily="18" charset="-127"/>
                <a:cs typeface="+mn-cs"/>
              </a:rPr>
              <a:t>(Restricted)</a:t>
            </a:r>
            <a:endParaRPr kumimoji="1" lang="ko-KR" altLang="en-US" sz="900" b="0" i="0" u="none" strike="noStrike" kern="1200" cap="none" spc="0" normalizeH="0" baseline="0" noProof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FF0000"/>
              </a:solidFill>
              <a:effectLst/>
              <a:uLnTx/>
              <a:uFillTx/>
              <a:latin typeface="현대하모니 M" pitchFamily="18" charset="-127"/>
              <a:ea typeface="현대하모니 M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8315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1E2F7-5540-AA75-7BC1-A9C057EEA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7C35C65-C628-4388-09F4-C03029C3FB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7C35C65-C628-4388-09F4-C03029C3FB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ound Same Side Corner Rectangle 88">
            <a:extLst>
              <a:ext uri="{FF2B5EF4-FFF2-40B4-BE49-F238E27FC236}">
                <a16:creationId xmlns:a16="http://schemas.microsoft.com/office/drawing/2014/main" id="{49264576-17EB-BB09-1C96-9028D8B8058F}"/>
              </a:ext>
            </a:extLst>
          </p:cNvPr>
          <p:cNvSpPr/>
          <p:nvPr/>
        </p:nvSpPr>
        <p:spPr bwMode="gray">
          <a:xfrm>
            <a:off x="1336951" y="751150"/>
            <a:ext cx="2035876" cy="73478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rPr>
              <a:t>May’25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098A724-A666-28DE-8D54-6CBF3FDA02F4}"/>
              </a:ext>
            </a:extLst>
          </p:cNvPr>
          <p:cNvSpPr txBox="1">
            <a:spLocks/>
          </p:cNvSpPr>
          <p:nvPr/>
        </p:nvSpPr>
        <p:spPr>
          <a:xfrm>
            <a:off x="1336947" y="3610443"/>
            <a:ext cx="2035876" cy="212779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vert="horz" wrap="square" lIns="45720" tIns="45720" rIns="45720" bIns="45720" rtlCol="0">
            <a:noAutofit/>
          </a:bodyPr>
          <a:lstStyle>
            <a:lvl1pPr marL="0" indent="0" algn="l" defTabSz="742950" rtl="0" eaLnBrk="1" latinLnBrk="1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478919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9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57838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62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36757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15677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394596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73515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352434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31353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Automated trigger-based data capture</a:t>
            </a: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Standardized schema for long-term scalability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9E5DCE9-9E4F-4C28-4C8A-C6E00A5F87F8}"/>
              </a:ext>
            </a:extLst>
          </p:cNvPr>
          <p:cNvSpPr txBox="1">
            <a:spLocks/>
          </p:cNvSpPr>
          <p:nvPr/>
        </p:nvSpPr>
        <p:spPr>
          <a:xfrm>
            <a:off x="1336944" y="5829299"/>
            <a:ext cx="2035877" cy="5814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vert="horz" wrap="square" lIns="45720" tIns="45720" rIns="45720" bIns="45720" rtlCol="0">
            <a:noAutofit/>
          </a:bodyPr>
          <a:lstStyle>
            <a:lvl1pPr marL="0" indent="0" algn="l" defTabSz="742950" rtl="0" eaLnBrk="1" latinLnBrk="1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478919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9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57838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62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36757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15677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394596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73515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352434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31353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Database Administrators (DBA)</a:t>
            </a: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Log#3</a:t>
            </a:r>
          </a:p>
        </p:txBody>
      </p:sp>
      <p:sp>
        <p:nvSpPr>
          <p:cNvPr id="7" name="Round Same Side Corner Rectangle 88">
            <a:extLst>
              <a:ext uri="{FF2B5EF4-FFF2-40B4-BE49-F238E27FC236}">
                <a16:creationId xmlns:a16="http://schemas.microsoft.com/office/drawing/2014/main" id="{878EAED0-96FE-0BF3-1AD9-DA8AF931BD06}"/>
              </a:ext>
            </a:extLst>
          </p:cNvPr>
          <p:cNvSpPr/>
          <p:nvPr/>
        </p:nvSpPr>
        <p:spPr bwMode="gray">
          <a:xfrm>
            <a:off x="3436755" y="751150"/>
            <a:ext cx="2035877" cy="73152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rPr>
              <a:t>Jun’25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9A68D2D-F34C-6CE5-B80C-E32B282A8775}"/>
              </a:ext>
            </a:extLst>
          </p:cNvPr>
          <p:cNvSpPr txBox="1">
            <a:spLocks/>
          </p:cNvSpPr>
          <p:nvPr/>
        </p:nvSpPr>
        <p:spPr>
          <a:xfrm>
            <a:off x="3436755" y="3600272"/>
            <a:ext cx="2035876" cy="213796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vert="horz" wrap="square" lIns="45720" tIns="45720" rIns="45720" bIns="45720" rtlCol="0">
            <a:noAutofit/>
          </a:bodyPr>
          <a:lstStyle>
            <a:lvl1pPr marL="0" indent="0" algn="l" defTabSz="742950" rtl="0" eaLnBrk="1" latinLnBrk="1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478919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9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57838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62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36757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15677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394596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73515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352434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31353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Integration with Legacy systems </a:t>
            </a:r>
            <a:b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</a:b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(HALO, HIMS, LEO, ECS)</a:t>
            </a: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Near Real-time milestone tracking</a:t>
            </a: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Historical timestamp audit logs</a:t>
            </a: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Implementation of UI changes for ease of usability</a:t>
            </a: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Observe correction made on data accuracy and database data integrity</a:t>
            </a: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All legacy systems data received and validated</a:t>
            </a: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Observe network stability and reliability of tool</a:t>
            </a: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Hyundai Sans Text KR" panose="020B0600000101010101" pitchFamily="34" charset="-127"/>
              <a:ea typeface="Hyundai Sans Text KR" panose="020B0600000101010101" pitchFamily="34" charset="-127"/>
              <a:cs typeface="+mn-cs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B95A893-D182-C6A5-D981-76CC79E66093}"/>
              </a:ext>
            </a:extLst>
          </p:cNvPr>
          <p:cNvSpPr txBox="1">
            <a:spLocks/>
          </p:cNvSpPr>
          <p:nvPr/>
        </p:nvSpPr>
        <p:spPr>
          <a:xfrm>
            <a:off x="3436753" y="5829297"/>
            <a:ext cx="2035876" cy="5814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vert="horz" wrap="square" lIns="45720" tIns="45720" rIns="45720" bIns="45720" rtlCol="0">
            <a:noAutofit/>
          </a:bodyPr>
          <a:lstStyle>
            <a:lvl1pPr marL="0" indent="0" algn="l" defTabSz="742950" rtl="0" eaLnBrk="1" latinLnBrk="1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478919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9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57838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62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36757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15677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394596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73515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352434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31353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LT Supervisor &amp; Equipment Engineer</a:t>
            </a: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Log#3 </a:t>
            </a:r>
          </a:p>
        </p:txBody>
      </p:sp>
      <p:sp>
        <p:nvSpPr>
          <p:cNvPr id="12" name="Round Same Side Corner Rectangle 88">
            <a:extLst>
              <a:ext uri="{FF2B5EF4-FFF2-40B4-BE49-F238E27FC236}">
                <a16:creationId xmlns:a16="http://schemas.microsoft.com/office/drawing/2014/main" id="{3FEE410B-93E4-044C-D730-368050343121}"/>
              </a:ext>
            </a:extLst>
          </p:cNvPr>
          <p:cNvSpPr/>
          <p:nvPr/>
        </p:nvSpPr>
        <p:spPr bwMode="gray">
          <a:xfrm>
            <a:off x="273048" y="754410"/>
            <a:ext cx="876571" cy="73152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02060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rPr>
              <a:t>Canary / Rolling Deployment</a:t>
            </a:r>
          </a:p>
        </p:txBody>
      </p:sp>
      <p:sp>
        <p:nvSpPr>
          <p:cNvPr id="13" name="Round Same Side Corner Rectangle 88">
            <a:extLst>
              <a:ext uri="{FF2B5EF4-FFF2-40B4-BE49-F238E27FC236}">
                <a16:creationId xmlns:a16="http://schemas.microsoft.com/office/drawing/2014/main" id="{C29105E1-5100-AB08-6B32-BB16F114C3FB}"/>
              </a:ext>
            </a:extLst>
          </p:cNvPr>
          <p:cNvSpPr/>
          <p:nvPr/>
        </p:nvSpPr>
        <p:spPr bwMode="gray">
          <a:xfrm>
            <a:off x="263524" y="3610443"/>
            <a:ext cx="886093" cy="212779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02060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rPr>
              <a:t>Features</a:t>
            </a:r>
          </a:p>
        </p:txBody>
      </p:sp>
      <p:sp>
        <p:nvSpPr>
          <p:cNvPr id="14" name="Round Same Side Corner Rectangle 88">
            <a:extLst>
              <a:ext uri="{FF2B5EF4-FFF2-40B4-BE49-F238E27FC236}">
                <a16:creationId xmlns:a16="http://schemas.microsoft.com/office/drawing/2014/main" id="{C944F588-42B0-9E95-631A-29A0EC7DB049}"/>
              </a:ext>
            </a:extLst>
          </p:cNvPr>
          <p:cNvSpPr/>
          <p:nvPr/>
        </p:nvSpPr>
        <p:spPr bwMode="gray">
          <a:xfrm>
            <a:off x="263524" y="5829299"/>
            <a:ext cx="886092" cy="581409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02060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rPr>
              <a:t>People</a:t>
            </a:r>
          </a:p>
        </p:txBody>
      </p:sp>
      <p:sp>
        <p:nvSpPr>
          <p:cNvPr id="15" name="Round Same Side Corner Rectangle 88">
            <a:extLst>
              <a:ext uri="{FF2B5EF4-FFF2-40B4-BE49-F238E27FC236}">
                <a16:creationId xmlns:a16="http://schemas.microsoft.com/office/drawing/2014/main" id="{53B9D0FF-726D-0C3C-9456-EFB0BD03D4B7}"/>
              </a:ext>
            </a:extLst>
          </p:cNvPr>
          <p:cNvSpPr/>
          <p:nvPr/>
        </p:nvSpPr>
        <p:spPr bwMode="gray">
          <a:xfrm>
            <a:off x="7467597" y="754410"/>
            <a:ext cx="2170910" cy="726544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02060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rPr>
              <a:t>Sept’25 ~ Nov’25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D3AB5600-A1AD-DFE1-39B2-A9D967BCF740}"/>
              </a:ext>
            </a:extLst>
          </p:cNvPr>
          <p:cNvSpPr txBox="1">
            <a:spLocks/>
          </p:cNvSpPr>
          <p:nvPr/>
        </p:nvSpPr>
        <p:spPr>
          <a:xfrm>
            <a:off x="7476980" y="3590372"/>
            <a:ext cx="2161526" cy="214786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vert="horz" wrap="square" lIns="45720" tIns="45720" rIns="45720" bIns="45720" rtlCol="0">
            <a:noAutofit/>
          </a:bodyPr>
          <a:lstStyle>
            <a:defPPr>
              <a:defRPr lang="ko-KR"/>
            </a:defPPr>
            <a:lvl1pPr marL="64008" lvl="0" indent="-64008" defTabSz="742950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000">
                <a:solidFill>
                  <a:prstClr val="black">
                    <a:lumMod val="95000"/>
                    <a:lumOff val="5000"/>
                  </a:prstClr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1pPr>
            <a:lvl2pPr marL="478919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2pPr>
            <a:lvl3pPr marL="957838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3pPr>
            <a:lvl4pPr marL="1436757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4pPr>
            <a:lvl5pPr marL="1915677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5pPr>
            <a:lvl6pPr marL="2394596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6pPr>
            <a:lvl7pPr marL="2873515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7pPr>
            <a:lvl8pPr marL="3352434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8pPr>
            <a:lvl9pPr marL="3831353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View case ids in a grid synced with A61</a:t>
            </a: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Interactive issue escalation and closure workflow</a:t>
            </a: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Area-level visualization of issue hotspots</a:t>
            </a: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KPI observation for application adoption and impact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CA87152F-7788-9DEE-D031-FEC4FB5D3F50}"/>
              </a:ext>
            </a:extLst>
          </p:cNvPr>
          <p:cNvSpPr txBox="1">
            <a:spLocks/>
          </p:cNvSpPr>
          <p:nvPr/>
        </p:nvSpPr>
        <p:spPr>
          <a:xfrm>
            <a:off x="7475207" y="5829298"/>
            <a:ext cx="2161526" cy="59578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vert="horz" wrap="square" lIns="45720" tIns="45720" rIns="45720" bIns="45720" rtlCol="0">
            <a:noAutofit/>
          </a:bodyPr>
          <a:lstStyle>
            <a:defPPr>
              <a:defRPr lang="ko-KR"/>
            </a:defPPr>
            <a:lvl1pPr marL="64008" lvl="0" indent="-64008" defTabSz="742950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000">
                <a:solidFill>
                  <a:prstClr val="black">
                    <a:lumMod val="95000"/>
                    <a:lumOff val="5000"/>
                  </a:prstClr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1pPr>
            <a:lvl2pPr marL="478919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2pPr>
            <a:lvl3pPr marL="957838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3pPr>
            <a:lvl4pPr marL="1436757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4pPr>
            <a:lvl5pPr marL="1915677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5pPr>
            <a:lvl6pPr marL="2394596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6pPr>
            <a:lvl7pPr marL="2873515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7pPr>
            <a:lvl8pPr marL="3352434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8pPr>
            <a:lvl9pPr marL="3831353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LT Supervisor &amp; Equipment Engineer</a:t>
            </a: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Ass#1 (A61)</a:t>
            </a: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Log#3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FF6A5ADF-79D5-F734-B5FF-04B8F1ADEE8A}"/>
              </a:ext>
            </a:extLst>
          </p:cNvPr>
          <p:cNvSpPr txBox="1">
            <a:spLocks/>
          </p:cNvSpPr>
          <p:nvPr/>
        </p:nvSpPr>
        <p:spPr>
          <a:xfrm>
            <a:off x="1336947" y="2543175"/>
            <a:ext cx="2035876" cy="97620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vert="horz" wrap="square" lIns="45720" tIns="45720" rIns="45720" bIns="45720" rtlCol="0">
            <a:noAutofit/>
          </a:bodyPr>
          <a:lstStyle>
            <a:lvl1pPr marL="0" indent="0" algn="l" defTabSz="742950" rtl="0" eaLnBrk="1" latinLnBrk="1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478919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9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57838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62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36757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15677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394596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73515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352434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31353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Data accuracy</a:t>
            </a: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Trigger procedures execution success/failure logs</a:t>
            </a: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Stability of legacy systems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404F9F7A-44CF-5629-CC10-245EBF44BA64}"/>
              </a:ext>
            </a:extLst>
          </p:cNvPr>
          <p:cNvSpPr txBox="1">
            <a:spLocks/>
          </p:cNvSpPr>
          <p:nvPr/>
        </p:nvSpPr>
        <p:spPr>
          <a:xfrm>
            <a:off x="3436753" y="2538225"/>
            <a:ext cx="2035876" cy="98115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vert="horz" wrap="square" lIns="45720" tIns="45720" rIns="45720" bIns="45720" rtlCol="0">
            <a:noAutofit/>
          </a:bodyPr>
          <a:lstStyle>
            <a:lvl1pPr marL="0" indent="0" algn="l" defTabSz="742950" rtl="0" eaLnBrk="1" latinLnBrk="1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478919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9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57838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62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36757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15677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394596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73515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352434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31353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Data synchronization between legacy and application DB</a:t>
            </a: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Accuracy of timestamps across systems</a:t>
            </a: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Dashboard refresh frequency &amp; latency</a:t>
            </a:r>
          </a:p>
        </p:txBody>
      </p:sp>
      <p:sp>
        <p:nvSpPr>
          <p:cNvPr id="27" name="Round Same Side Corner Rectangle 88">
            <a:extLst>
              <a:ext uri="{FF2B5EF4-FFF2-40B4-BE49-F238E27FC236}">
                <a16:creationId xmlns:a16="http://schemas.microsoft.com/office/drawing/2014/main" id="{2D2533BF-7E1E-A041-7A39-A0EF23036E49}"/>
              </a:ext>
            </a:extLst>
          </p:cNvPr>
          <p:cNvSpPr/>
          <p:nvPr/>
        </p:nvSpPr>
        <p:spPr bwMode="gray">
          <a:xfrm>
            <a:off x="263525" y="2538224"/>
            <a:ext cx="886094" cy="981152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02060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rPr>
              <a:t>Items to Monitor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BCE4C51B-DDCE-11E3-6864-20801A7DA575}"/>
              </a:ext>
            </a:extLst>
          </p:cNvPr>
          <p:cNvSpPr txBox="1">
            <a:spLocks/>
          </p:cNvSpPr>
          <p:nvPr/>
        </p:nvSpPr>
        <p:spPr>
          <a:xfrm>
            <a:off x="7476980" y="2538225"/>
            <a:ext cx="2178486" cy="99057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vert="horz" wrap="square" lIns="45720" tIns="45720" rIns="45720" bIns="45720" rtlCol="0">
            <a:noAutofit/>
          </a:bodyPr>
          <a:lstStyle>
            <a:defPPr>
              <a:defRPr lang="ko-KR"/>
            </a:defPPr>
            <a:lvl1pPr marL="64008" lvl="0" indent="-64008" defTabSz="742950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000">
                <a:solidFill>
                  <a:prstClr val="black">
                    <a:lumMod val="95000"/>
                    <a:lumOff val="5000"/>
                  </a:prstClr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1pPr>
            <a:lvl2pPr marL="478919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2pPr>
            <a:lvl3pPr marL="957838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3pPr>
            <a:lvl4pPr marL="1436757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4pPr>
            <a:lvl5pPr marL="1915677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5pPr>
            <a:lvl6pPr marL="2394596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6pPr>
            <a:lvl7pPr marL="2873515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7pPr>
            <a:lvl8pPr marL="3352434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8pPr>
            <a:lvl9pPr marL="3831353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API response time and error handling</a:t>
            </a: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Ticket creation &amp; closure success rate</a:t>
            </a: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Issue area mapping accuracy</a:t>
            </a: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Data accuracy</a:t>
            </a: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Network connectivity</a:t>
            </a: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Solution Adoption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768A0387-42C4-E523-3A66-8F68A6BA0642}"/>
              </a:ext>
            </a:extLst>
          </p:cNvPr>
          <p:cNvSpPr txBox="1">
            <a:spLocks/>
          </p:cNvSpPr>
          <p:nvPr/>
        </p:nvSpPr>
        <p:spPr>
          <a:xfrm>
            <a:off x="1336951" y="1576997"/>
            <a:ext cx="2035876" cy="89965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vert="horz" wrap="square" lIns="45720" tIns="45720" rIns="45720" bIns="45720" rtlCol="0" anchor="t">
            <a:noAutofit/>
          </a:bodyPr>
          <a:lstStyle>
            <a:lvl1pPr marL="0" indent="0" algn="l" defTabSz="742950" rtl="0" eaLnBrk="1" latinLnBrk="1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478919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9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57838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62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36757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15677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394596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73515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352434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31353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Trigger procedures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 and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tables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 created in legacy systems for integration</a:t>
            </a: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Application DB schema designed to capture all Setbox &amp; pallet data</a:t>
            </a:r>
          </a:p>
        </p:txBody>
      </p:sp>
      <p:sp>
        <p:nvSpPr>
          <p:cNvPr id="34" name="Round Same Side Corner Rectangle 88">
            <a:extLst>
              <a:ext uri="{FF2B5EF4-FFF2-40B4-BE49-F238E27FC236}">
                <a16:creationId xmlns:a16="http://schemas.microsoft.com/office/drawing/2014/main" id="{141DFC59-04BE-4C4F-EA68-B6A4B06AB7AA}"/>
              </a:ext>
            </a:extLst>
          </p:cNvPr>
          <p:cNvSpPr/>
          <p:nvPr/>
        </p:nvSpPr>
        <p:spPr bwMode="gray">
          <a:xfrm>
            <a:off x="273048" y="1576997"/>
            <a:ext cx="876571" cy="885309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02060"/>
          </a:solidFill>
          <a:ln w="190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rPr>
              <a:t>Functionality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현대하모니 B" panose="02020603020101020101" pitchFamily="18" charset="-127"/>
              <a:ea typeface="현대하모니 B" panose="02020603020101020101" pitchFamily="18" charset="-127"/>
              <a:cs typeface="+mn-cs"/>
            </a:endParaRP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129EC99C-CC81-40C2-7A5B-B5C13A34CFEB}"/>
              </a:ext>
            </a:extLst>
          </p:cNvPr>
          <p:cNvSpPr txBox="1">
            <a:spLocks/>
          </p:cNvSpPr>
          <p:nvPr/>
        </p:nvSpPr>
        <p:spPr>
          <a:xfrm>
            <a:off x="3436756" y="1576970"/>
            <a:ext cx="2035876" cy="8996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vert="horz" wrap="square" lIns="45720" tIns="45720" rIns="45720" bIns="45720" rtlCol="0" anchor="t">
            <a:noAutofit/>
          </a:bodyPr>
          <a:lstStyle>
            <a:lvl1pPr marL="0" indent="0" algn="l" defTabSz="742950" rtl="0" eaLnBrk="1" latinLnBrk="1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478919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9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57838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62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36757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15677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394596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873515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352434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31353" indent="0" algn="ctr" defTabSz="742950" rtl="0" eaLnBrk="1" latinLnBrk="1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0" marR="0" lvl="0" indent="-63500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Process Tracking Dashboard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 showing timestamps at each milestone of 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Setbox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 &amp; pallet flow</a:t>
            </a: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E3676EBB-66BA-93F0-1722-AE9ECD56E9E5}"/>
              </a:ext>
            </a:extLst>
          </p:cNvPr>
          <p:cNvSpPr txBox="1">
            <a:spLocks/>
          </p:cNvSpPr>
          <p:nvPr/>
        </p:nvSpPr>
        <p:spPr>
          <a:xfrm>
            <a:off x="7475207" y="1591347"/>
            <a:ext cx="2166370" cy="88530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vert="horz" wrap="square" lIns="45720" tIns="45720" rIns="45720" bIns="45720" rtlCol="0" anchor="t">
            <a:noAutofit/>
          </a:bodyPr>
          <a:lstStyle>
            <a:defPPr>
              <a:defRPr lang="ko-KR"/>
            </a:defPPr>
            <a:lvl1pPr marL="63500" indent="-63500" defTabSz="742950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prstClr val="black">
                    <a:lumMod val="95000"/>
                    <a:lumOff val="5000"/>
                  </a:prstClr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1pPr>
            <a:lvl2pPr marL="478919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2pPr>
            <a:lvl3pPr marL="957838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3pPr>
            <a:lvl4pPr marL="1436757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4pPr>
            <a:lvl5pPr marL="1915677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5pPr>
            <a:lvl6pPr marL="2394596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6pPr>
            <a:lvl7pPr marL="2873515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7pPr>
            <a:lvl8pPr marL="3352434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8pPr>
            <a:lvl9pPr marL="3831353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Auto-validate and create A61 case IDs</a:t>
            </a: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Overview Dashboard integrating with data lightning via API</a:t>
            </a: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Ability to update/close A61 case ids directly from dashboard</a:t>
            </a: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1" i="0" u="none" strike="noStrike" kern="1200" cap="none" spc="0" normalizeH="0" baseline="0" noProof="0" err="1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Analyse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 Logistics Downtime &amp; OEE Impact</a:t>
            </a:r>
          </a:p>
        </p:txBody>
      </p:sp>
      <p:sp>
        <p:nvSpPr>
          <p:cNvPr id="21" name="Round Same Side Corner Rectangle 88">
            <a:extLst>
              <a:ext uri="{FF2B5EF4-FFF2-40B4-BE49-F238E27FC236}">
                <a16:creationId xmlns:a16="http://schemas.microsoft.com/office/drawing/2014/main" id="{9F2A83B9-9689-BB1D-BC90-FF68C0F2F345}"/>
              </a:ext>
            </a:extLst>
          </p:cNvPr>
          <p:cNvSpPr/>
          <p:nvPr/>
        </p:nvSpPr>
        <p:spPr bwMode="gray">
          <a:xfrm>
            <a:off x="5513547" y="765527"/>
            <a:ext cx="1906415" cy="73478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rPr>
              <a:t>Aug’25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BFDD5154-1F46-3399-10FB-4C66FBCE2BCC}"/>
              </a:ext>
            </a:extLst>
          </p:cNvPr>
          <p:cNvSpPr txBox="1">
            <a:spLocks/>
          </p:cNvSpPr>
          <p:nvPr/>
        </p:nvSpPr>
        <p:spPr>
          <a:xfrm>
            <a:off x="5513543" y="3600273"/>
            <a:ext cx="1906416" cy="213796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vert="horz" wrap="square" lIns="45720" tIns="45720" rIns="45720" bIns="45720" rtlCol="0">
            <a:noAutofit/>
          </a:bodyPr>
          <a:lstStyle>
            <a:defPPr>
              <a:defRPr lang="ko-KR"/>
            </a:defPPr>
            <a:lvl1pPr marL="64008" lvl="0" indent="-64008" defTabSz="742950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000">
                <a:solidFill>
                  <a:prstClr val="black">
                    <a:lumMod val="95000"/>
                    <a:lumOff val="5000"/>
                  </a:prstClr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1pPr>
            <a:lvl2pPr marL="478919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2pPr>
            <a:lvl3pPr marL="957838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3pPr>
            <a:lvl4pPr marL="1436757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4pPr>
            <a:lvl5pPr marL="1915677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5pPr>
            <a:lvl6pPr marL="2394596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6pPr>
            <a:lvl7pPr marL="2873515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7pPr>
            <a:lvl8pPr marL="3352434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8pPr>
            <a:lvl9pPr marL="3831353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Standardized PLC data ingestion layer</a:t>
            </a: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Error-checking and validation logic for PLC data</a:t>
            </a: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Configurable PLC parameter tuning to </a:t>
            </a:r>
            <a:r>
              <a:rPr kumimoji="0" lang="en-SG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prevent misreads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Hyundai Sans Text KR" panose="020B0600000101010101" pitchFamily="34" charset="-127"/>
              <a:ea typeface="Hyundai Sans Text KR" panose="020B0600000101010101" pitchFamily="34" charset="-127"/>
              <a:cs typeface="+mn-cs"/>
            </a:endParaRP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SG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Seamless Data Integration</a:t>
            </a: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SG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Automated Data Capture</a:t>
            </a: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SG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High Data Accuracy &amp; Stability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Hyundai Sans Text KR" panose="020B0600000101010101" pitchFamily="34" charset="-127"/>
              <a:ea typeface="Hyundai Sans Text KR" panose="020B0600000101010101" pitchFamily="34" charset="-127"/>
              <a:cs typeface="+mn-cs"/>
            </a:endParaRP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25BF9783-C901-2D50-495D-E2DA4AE4FCBD}"/>
              </a:ext>
            </a:extLst>
          </p:cNvPr>
          <p:cNvSpPr txBox="1">
            <a:spLocks/>
          </p:cNvSpPr>
          <p:nvPr/>
        </p:nvSpPr>
        <p:spPr>
          <a:xfrm>
            <a:off x="5513543" y="5829298"/>
            <a:ext cx="1906416" cy="58140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vert="horz" wrap="square" lIns="45720" tIns="45720" rIns="45720" bIns="45720" rtlCol="0">
            <a:noAutofit/>
          </a:bodyPr>
          <a:lstStyle>
            <a:defPPr>
              <a:defRPr lang="ko-KR"/>
            </a:defPPr>
            <a:lvl1pPr marL="64008" lvl="0" indent="-64008" defTabSz="742950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000">
                <a:solidFill>
                  <a:prstClr val="black">
                    <a:lumMod val="95000"/>
                    <a:lumOff val="5000"/>
                  </a:prstClr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1pPr>
            <a:lvl2pPr marL="478919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2pPr>
            <a:lvl3pPr marL="957838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3pPr>
            <a:lvl4pPr marL="1436757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4pPr>
            <a:lvl5pPr marL="1915677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5pPr>
            <a:lvl6pPr marL="2394596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6pPr>
            <a:lvl7pPr marL="2873515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7pPr>
            <a:lvl8pPr marL="3352434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8pPr>
            <a:lvl9pPr marL="3831353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Maintenance Engineer (PLC)</a:t>
            </a: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DS01 (KEPWARE)</a:t>
            </a: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Log#3</a:t>
            </a: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013514B3-E9BF-759A-203F-30C130C240A3}"/>
              </a:ext>
            </a:extLst>
          </p:cNvPr>
          <p:cNvSpPr txBox="1">
            <a:spLocks/>
          </p:cNvSpPr>
          <p:nvPr/>
        </p:nvSpPr>
        <p:spPr>
          <a:xfrm>
            <a:off x="5513544" y="2538224"/>
            <a:ext cx="1906415" cy="99057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vert="horz" wrap="square" lIns="45720" tIns="45720" rIns="45720" bIns="45720" rtlCol="0">
            <a:noAutofit/>
          </a:bodyPr>
          <a:lstStyle>
            <a:defPPr>
              <a:defRPr lang="ko-KR"/>
            </a:defPPr>
            <a:lvl1pPr marL="64008" lvl="0" indent="-64008" defTabSz="742950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000">
                <a:solidFill>
                  <a:prstClr val="black">
                    <a:lumMod val="95000"/>
                    <a:lumOff val="5000"/>
                  </a:prstClr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1pPr>
            <a:lvl2pPr marL="478919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2pPr>
            <a:lvl3pPr marL="957838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3pPr>
            <a:lvl4pPr marL="1436757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4pPr>
            <a:lvl5pPr marL="1915677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5pPr>
            <a:lvl6pPr marL="2394596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6pPr>
            <a:lvl7pPr marL="2873515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7pPr>
            <a:lvl8pPr marL="3352434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8pPr>
            <a:lvl9pPr marL="3831353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PLC-to-Kepware connectivity status</a:t>
            </a: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Data transmission errors or packet drops</a:t>
            </a:r>
          </a:p>
          <a:p>
            <a:pPr marL="64008" marR="0" lvl="0" indent="-64008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Accuracy and completeness of captured data</a:t>
            </a:r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BEE49943-6831-5CB0-3327-1B996B9EDC8C}"/>
              </a:ext>
            </a:extLst>
          </p:cNvPr>
          <p:cNvSpPr txBox="1">
            <a:spLocks/>
          </p:cNvSpPr>
          <p:nvPr/>
        </p:nvSpPr>
        <p:spPr>
          <a:xfrm>
            <a:off x="5513545" y="1591347"/>
            <a:ext cx="1906414" cy="88530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vert="horz" wrap="square" lIns="45720" tIns="45720" rIns="45720" bIns="45720" rtlCol="0" anchor="t">
            <a:noAutofit/>
          </a:bodyPr>
          <a:lstStyle>
            <a:defPPr>
              <a:defRPr lang="ko-KR"/>
            </a:defPPr>
            <a:lvl1pPr marL="63500" indent="-63500" defTabSz="742950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900">
                <a:solidFill>
                  <a:prstClr val="black">
                    <a:lumMod val="95000"/>
                    <a:lumOff val="5000"/>
                  </a:prstClr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</a:defRPr>
            </a:lvl1pPr>
            <a:lvl2pPr marL="478919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2pPr>
            <a:lvl3pPr marL="957838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3pPr>
            <a:lvl4pPr marL="1436757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4pPr>
            <a:lvl5pPr marL="1915677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5pPr>
            <a:lvl6pPr marL="2394596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6pPr>
            <a:lvl7pPr marL="2873515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7pPr>
            <a:lvl8pPr marL="3352434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8pPr>
            <a:lvl9pPr marL="3831353" indent="0" algn="ctr" defTabSz="742950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63500" marR="0" lvl="0" indent="-63500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Establish connectivity to PLCs via Kepware</a:t>
            </a:r>
          </a:p>
          <a:p>
            <a:pPr marL="63500" marR="0" lvl="0" indent="-63500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Capture Barcode Reader (BCR) data into the application</a:t>
            </a:r>
          </a:p>
          <a:p>
            <a:pPr marL="63500" marR="0" lvl="0" indent="-63500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rPr>
              <a:t>Fine-tune PLC configurations for stability and accuracy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6BAE3448-5E4F-7807-60E1-D8623FD6689C}"/>
              </a:ext>
            </a:extLst>
          </p:cNvPr>
          <p:cNvSpPr txBox="1">
            <a:spLocks/>
          </p:cNvSpPr>
          <p:nvPr/>
        </p:nvSpPr>
        <p:spPr>
          <a:xfrm>
            <a:off x="274320" y="228600"/>
            <a:ext cx="6583680" cy="457200"/>
          </a:xfrm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>
            <a:lvl1pPr algn="l" defTabSz="474933" rtl="0" eaLnBrk="1" latinLnBrk="1" hangingPunct="1">
              <a:spcBef>
                <a:spcPct val="0"/>
              </a:spcBef>
              <a:buNone/>
              <a:defRPr sz="2600" b="0" i="0" kern="400" baseline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  <a:cs typeface="현대산스 Head Medium" panose="020B0600000101010101" pitchFamily="50" charset="-127"/>
              </a:defRPr>
            </a:lvl1pPr>
          </a:lstStyle>
          <a:p>
            <a:pPr lvl="0" defTabSz="494019" latinLnBrk="0">
              <a:defRPr/>
            </a:pPr>
            <a:r>
              <a:rPr kumimoji="1" lang="en-US" altLang="ko-KR" sz="24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Insert Title here</a:t>
            </a:r>
          </a:p>
        </p:txBody>
      </p:sp>
      <p:sp>
        <p:nvSpPr>
          <p:cNvPr id="20" name="Text Box 38">
            <a:extLst>
              <a:ext uri="{FF2B5EF4-FFF2-40B4-BE49-F238E27FC236}">
                <a16:creationId xmlns:a16="http://schemas.microsoft.com/office/drawing/2014/main" id="{A79E5D12-0745-A4F6-12F6-F4ACABE90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7100" y="70615"/>
            <a:ext cx="1368366" cy="2095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lIns="83969" tIns="41985" rIns="83969" bIns="41985"/>
          <a:lstStyle>
            <a:lvl1pPr defTabSz="838200" eaLnBrk="0" hangingPunct="0">
              <a:spcBef>
                <a:spcPct val="20000"/>
              </a:spcBef>
              <a:buFont typeface="Arial" pitchFamily="34" charset="0"/>
              <a:buChar char="•"/>
              <a:defRPr sz="3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defTabSz="838200" eaLnBrk="0" hangingPunct="0">
              <a:spcBef>
                <a:spcPct val="20000"/>
              </a:spcBef>
              <a:buFont typeface="Arial" pitchFamily="34" charset="0"/>
              <a:buChar char="–"/>
              <a:defRPr sz="29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defTabSz="838200" eaLnBrk="0" hangingPunct="0">
              <a:spcBef>
                <a:spcPct val="20000"/>
              </a:spcBef>
              <a:buFont typeface="Arial" pitchFamily="34" charset="0"/>
              <a:buChar char="•"/>
              <a:defRPr sz="2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defTabSz="838200" eaLnBrk="0" hangingPunct="0">
              <a:spcBef>
                <a:spcPct val="20000"/>
              </a:spcBef>
              <a:buFont typeface="Arial" pitchFamily="34" charset="0"/>
              <a:buChar char="–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defTabSz="838200" eaLnBrk="0" hangingPunct="0">
              <a:spcBef>
                <a:spcPct val="20000"/>
              </a:spcBef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ctr" defTabSz="838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현대하모니 M" pitchFamily="18" charset="-127"/>
                <a:ea typeface="현대하모니 M" pitchFamily="18" charset="-127"/>
                <a:cs typeface="+mn-cs"/>
              </a:rPr>
              <a:t>사내한 </a:t>
            </a:r>
            <a:r>
              <a:rPr kumimoji="1" lang="en-US" altLang="ko-KR" sz="900" b="0" i="0" u="none" strike="noStrike" kern="1200" cap="none" spc="0" normalizeH="0" baseline="0" noProof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현대하모니 M" pitchFamily="18" charset="-127"/>
                <a:ea typeface="현대하모니 M" pitchFamily="18" charset="-127"/>
                <a:cs typeface="+mn-cs"/>
              </a:rPr>
              <a:t>(Restricted)</a:t>
            </a:r>
            <a:endParaRPr kumimoji="1" lang="ko-KR" altLang="en-US" sz="900" b="0" i="0" u="none" strike="noStrike" kern="1200" cap="none" spc="0" normalizeH="0" baseline="0" noProof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FF0000"/>
              </a:solidFill>
              <a:effectLst/>
              <a:uLnTx/>
              <a:uFillTx/>
              <a:latin typeface="현대하모니 M" pitchFamily="18" charset="-127"/>
              <a:ea typeface="현대하모니 M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7849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9738EA-8A78-293D-8C04-9C07C6423734}"/>
              </a:ext>
            </a:extLst>
          </p:cNvPr>
          <p:cNvSpPr/>
          <p:nvPr/>
        </p:nvSpPr>
        <p:spPr>
          <a:xfrm>
            <a:off x="362309" y="5128180"/>
            <a:ext cx="9064265" cy="13502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Hyundai Sans Text KR"/>
              </a:rPr>
              <a:t>Update Lesson Learnt to master lesson learned excel, and copy them / screenshot to the table above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FE1A5D-C3B1-6E66-91E5-2FF192A50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873167"/>
              </p:ext>
            </p:extLst>
          </p:nvPr>
        </p:nvGraphicFramePr>
        <p:xfrm>
          <a:off x="169682" y="1574800"/>
          <a:ext cx="9539928" cy="224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94">
                  <a:extLst>
                    <a:ext uri="{9D8B030D-6E8A-4147-A177-3AD203B41FA5}">
                      <a16:colId xmlns:a16="http://schemas.microsoft.com/office/drawing/2014/main" val="2834117551"/>
                    </a:ext>
                  </a:extLst>
                </a:gridCol>
                <a:gridCol w="1282046">
                  <a:extLst>
                    <a:ext uri="{9D8B030D-6E8A-4147-A177-3AD203B41FA5}">
                      <a16:colId xmlns:a16="http://schemas.microsoft.com/office/drawing/2014/main" val="2053279779"/>
                    </a:ext>
                  </a:extLst>
                </a:gridCol>
                <a:gridCol w="801278">
                  <a:extLst>
                    <a:ext uri="{9D8B030D-6E8A-4147-A177-3AD203B41FA5}">
                      <a16:colId xmlns:a16="http://schemas.microsoft.com/office/drawing/2014/main" val="1256692846"/>
                    </a:ext>
                  </a:extLst>
                </a:gridCol>
                <a:gridCol w="1046375">
                  <a:extLst>
                    <a:ext uri="{9D8B030D-6E8A-4147-A177-3AD203B41FA5}">
                      <a16:colId xmlns:a16="http://schemas.microsoft.com/office/drawing/2014/main" val="2974058176"/>
                    </a:ext>
                  </a:extLst>
                </a:gridCol>
                <a:gridCol w="386499">
                  <a:extLst>
                    <a:ext uri="{9D8B030D-6E8A-4147-A177-3AD203B41FA5}">
                      <a16:colId xmlns:a16="http://schemas.microsoft.com/office/drawing/2014/main" val="1428583706"/>
                    </a:ext>
                  </a:extLst>
                </a:gridCol>
                <a:gridCol w="2293552">
                  <a:extLst>
                    <a:ext uri="{9D8B030D-6E8A-4147-A177-3AD203B41FA5}">
                      <a16:colId xmlns:a16="http://schemas.microsoft.com/office/drawing/2014/main" val="2459325371"/>
                    </a:ext>
                  </a:extLst>
                </a:gridCol>
                <a:gridCol w="1307690">
                  <a:extLst>
                    <a:ext uri="{9D8B030D-6E8A-4147-A177-3AD203B41FA5}">
                      <a16:colId xmlns:a16="http://schemas.microsoft.com/office/drawing/2014/main" val="137153967"/>
                    </a:ext>
                  </a:extLst>
                </a:gridCol>
                <a:gridCol w="1932294">
                  <a:extLst>
                    <a:ext uri="{9D8B030D-6E8A-4147-A177-3AD203B41FA5}">
                      <a16:colId xmlns:a16="http://schemas.microsoft.com/office/drawing/2014/main" val="30550406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 err="1">
                          <a:solidFill>
                            <a:schemeClr val="tx1"/>
                          </a:solidFill>
                        </a:rPr>
                        <a:t>S.No</a:t>
                      </a:r>
                      <a:endParaRPr lang="en-SG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Project Phase</a:t>
                      </a:r>
                    </a:p>
                    <a:p>
                      <a:pPr algn="ctr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(L0/L1/L2/L3/L4)</a:t>
                      </a:r>
                      <a:endParaRPr lang="en-SG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Person</a:t>
                      </a:r>
                      <a:endParaRPr lang="en-SG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Category </a:t>
                      </a:r>
                      <a:br>
                        <a:rPr lang="en-US" sz="1100">
                          <a:solidFill>
                            <a:schemeClr val="tx1"/>
                          </a:solidFill>
                        </a:rPr>
                      </a:br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(Process/</a:t>
                      </a:r>
                      <a:br>
                        <a:rPr lang="en-US" sz="1100">
                          <a:solidFill>
                            <a:schemeClr val="tx1"/>
                          </a:solidFill>
                        </a:rPr>
                      </a:br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Technology/</a:t>
                      </a:r>
                      <a:br>
                        <a:rPr lang="en-US" sz="1100">
                          <a:solidFill>
                            <a:schemeClr val="tx1"/>
                          </a:solidFill>
                        </a:rPr>
                      </a:br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Organization)</a:t>
                      </a:r>
                      <a:endParaRPr lang="en-SG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+/-</a:t>
                      </a:r>
                      <a:endParaRPr lang="en-SG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Problem/Success Summary </a:t>
                      </a:r>
                      <a:br>
                        <a:rPr lang="en-US" sz="1100">
                          <a:solidFill>
                            <a:schemeClr val="tx1"/>
                          </a:solidFill>
                        </a:rPr>
                      </a:br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(What were the barriers to succeed/ What went well)</a:t>
                      </a:r>
                      <a:endParaRPr lang="en-SG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Impact to project outcome</a:t>
                      </a:r>
                      <a:endParaRPr lang="en-SG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Maintain/ Improve this level of cross team collaboration</a:t>
                      </a:r>
                      <a:endParaRPr lang="en-SG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866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sz="12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2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2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2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+</a:t>
                      </a:r>
                      <a:endParaRPr lang="en-SG" sz="120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2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2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2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209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sz="12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2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2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2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</a:t>
                      </a:r>
                      <a:endParaRPr lang="en-SG" sz="12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2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2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2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470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sz="12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2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2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2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2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2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2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2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642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sz="12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2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2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2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2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2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2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12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328744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5C0FC71E-CC0A-C59D-04D3-F7C17A950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4643" y="304255"/>
            <a:ext cx="3233394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Master Lessons Learned List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62EE76-4C95-88DC-A540-A3946080C698}"/>
              </a:ext>
            </a:extLst>
          </p:cNvPr>
          <p:cNvSpPr txBox="1"/>
          <p:nvPr/>
        </p:nvSpPr>
        <p:spPr>
          <a:xfrm>
            <a:off x="457200" y="868680"/>
            <a:ext cx="9154915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defTabSz="494019">
              <a:lnSpc>
                <a:spcPct val="120000"/>
              </a:lnSpc>
              <a:spcBef>
                <a:spcPct val="0"/>
              </a:spcBef>
              <a:defRPr/>
            </a:pPr>
            <a:r>
              <a:rPr kumimoji="1" lang="en-GB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HDharmony B" panose="02020603020101020101" pitchFamily="18" charset="-127"/>
                <a:ea typeface="HDharmony B"/>
                <a:sym typeface="+mn-lt"/>
              </a:rPr>
              <a:t>Page Brief description</a:t>
            </a:r>
            <a:endParaRPr lang="en-US">
              <a:solidFill>
                <a:srgbClr val="002060"/>
              </a:solidFill>
            </a:endParaRPr>
          </a:p>
        </p:txBody>
      </p:sp>
      <p:sp>
        <p:nvSpPr>
          <p:cNvPr id="12" name="직사각형 75803">
            <a:extLst>
              <a:ext uri="{FF2B5EF4-FFF2-40B4-BE49-F238E27FC236}">
                <a16:creationId xmlns:a16="http://schemas.microsoft.com/office/drawing/2014/main" id="{1E0859B1-AF38-7188-344D-0D7E0769633C}"/>
              </a:ext>
            </a:extLst>
          </p:cNvPr>
          <p:cNvSpPr/>
          <p:nvPr/>
        </p:nvSpPr>
        <p:spPr>
          <a:xfrm>
            <a:off x="274320" y="822960"/>
            <a:ext cx="72566" cy="526369"/>
          </a:xfrm>
          <a:prstGeom prst="rect">
            <a:avLst/>
          </a:prstGeom>
          <a:solidFill>
            <a:srgbClr val="00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100" b="0" i="0" u="none" strike="noStrike" kern="1200" cap="none" spc="0" normalizeH="0" baseline="0" noProof="0">
              <a:ln>
                <a:solidFill>
                  <a:srgbClr val="4F81BD">
                    <a:shade val="95000"/>
                    <a:satMod val="105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Hyundai Sans Head KR Light" panose="020B0600000101010101" pitchFamily="34" charset="-127"/>
              <a:ea typeface="Hyundai Sans Head KR Light" panose="020B0600000101010101" pitchFamily="34" charset="-127"/>
              <a:cs typeface="+mn-cs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E2F4368D-5EEB-1ED8-7105-4FC38FA9700F}"/>
              </a:ext>
            </a:extLst>
          </p:cNvPr>
          <p:cNvSpPr txBox="1">
            <a:spLocks/>
          </p:cNvSpPr>
          <p:nvPr/>
        </p:nvSpPr>
        <p:spPr>
          <a:xfrm>
            <a:off x="274320" y="228600"/>
            <a:ext cx="6583680" cy="457200"/>
          </a:xfrm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>
            <a:lvl1pPr algn="l" defTabSz="474933" rtl="0" eaLnBrk="1" latinLnBrk="1" hangingPunct="1">
              <a:spcBef>
                <a:spcPct val="0"/>
              </a:spcBef>
              <a:buNone/>
              <a:defRPr sz="2600" b="0" i="0" kern="400" baseline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  <a:cs typeface="현대산스 Head Medium" panose="020B0600000101010101" pitchFamily="50" charset="-127"/>
              </a:defRPr>
            </a:lvl1pPr>
          </a:lstStyle>
          <a:p>
            <a:pPr lvl="0" defTabSz="494019" latinLnBrk="0">
              <a:defRPr/>
            </a:pPr>
            <a:r>
              <a:rPr kumimoji="1" lang="en-US" altLang="ko-KR" sz="24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현대하모니 B"/>
                <a:ea typeface="현대하모니 B"/>
                <a:sym typeface="+mn-lt"/>
              </a:rPr>
              <a:t>Lessons Learned</a:t>
            </a:r>
            <a:endParaRPr kumimoji="1" lang="en-GB" sz="240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060"/>
              </a:solidFill>
              <a:latin typeface="현대하모니 B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7280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ABA3C-F9AA-1E82-9B7E-80AF2DB80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203" y="91440"/>
            <a:ext cx="9582057" cy="506486"/>
          </a:xfrm>
        </p:spPr>
        <p:txBody>
          <a:bodyPr lIns="91440" tIns="45720" rIns="91440" bIns="45720" anchor="t"/>
          <a:lstStyle/>
          <a:p>
            <a:pPr>
              <a:lnSpc>
                <a:spcPct val="150000"/>
              </a:lnSpc>
            </a:pPr>
            <a:r>
              <a:rPr lang="en-US">
                <a:latin typeface="Hyundai Sans Head KR Medium" panose="020B0600000101010101" pitchFamily="34" charset="-127"/>
                <a:ea typeface="Hyundai Sans Head KR Medium" panose="020B0600000101010101" pitchFamily="34" charset="-127"/>
              </a:rPr>
              <a:t>Version Control – SDF Stage-Gate Document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4B374F-2F06-8F52-A4A1-C6EC1CBC1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160242"/>
              </p:ext>
            </p:extLst>
          </p:nvPr>
        </p:nvGraphicFramePr>
        <p:xfrm>
          <a:off x="54646" y="779711"/>
          <a:ext cx="9785172" cy="59746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996">
                  <a:extLst>
                    <a:ext uri="{9D8B030D-6E8A-4147-A177-3AD203B41FA5}">
                      <a16:colId xmlns:a16="http://schemas.microsoft.com/office/drawing/2014/main" val="582143671"/>
                    </a:ext>
                  </a:extLst>
                </a:gridCol>
                <a:gridCol w="654059">
                  <a:extLst>
                    <a:ext uri="{9D8B030D-6E8A-4147-A177-3AD203B41FA5}">
                      <a16:colId xmlns:a16="http://schemas.microsoft.com/office/drawing/2014/main" val="2548851796"/>
                    </a:ext>
                  </a:extLst>
                </a:gridCol>
                <a:gridCol w="6127897">
                  <a:extLst>
                    <a:ext uri="{9D8B030D-6E8A-4147-A177-3AD203B41FA5}">
                      <a16:colId xmlns:a16="http://schemas.microsoft.com/office/drawing/2014/main" val="974940376"/>
                    </a:ext>
                  </a:extLst>
                </a:gridCol>
                <a:gridCol w="1510067">
                  <a:extLst>
                    <a:ext uri="{9D8B030D-6E8A-4147-A177-3AD203B41FA5}">
                      <a16:colId xmlns:a16="http://schemas.microsoft.com/office/drawing/2014/main" val="1492171748"/>
                    </a:ext>
                  </a:extLst>
                </a:gridCol>
                <a:gridCol w="907153">
                  <a:extLst>
                    <a:ext uri="{9D8B030D-6E8A-4147-A177-3AD203B41FA5}">
                      <a16:colId xmlns:a16="http://schemas.microsoft.com/office/drawing/2014/main" val="3121233073"/>
                    </a:ext>
                  </a:extLst>
                </a:gridCol>
              </a:tblGrid>
              <a:tr h="343336">
                <a:tc>
                  <a:txBody>
                    <a:bodyPr/>
                    <a:lstStyle/>
                    <a:p>
                      <a:r>
                        <a:rPr lang="en-US" sz="100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Slide Title (Slide no.)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By Whom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3229928"/>
                  </a:ext>
                </a:extLst>
              </a:tr>
              <a:tr h="393961">
                <a:tc>
                  <a:txBody>
                    <a:bodyPr/>
                    <a:lstStyle/>
                    <a:p>
                      <a:r>
                        <a:rPr lang="en-US" sz="1000"/>
                        <a:t>20/9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Updated Tech Assessment and Physical Design as per </a:t>
                      </a:r>
                      <a:r>
                        <a:rPr lang="en-US" sz="1000" err="1"/>
                        <a:t>KaSK</a:t>
                      </a:r>
                      <a:r>
                        <a:rPr lang="en-US" sz="1000"/>
                        <a:t> --&gt; need to update for HMMC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Tech Assessment section (s42+)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Min Ling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422997"/>
                  </a:ext>
                </a:extLst>
              </a:tr>
              <a:tr h="393961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761957"/>
                  </a:ext>
                </a:extLst>
              </a:tr>
              <a:tr h="545485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551765"/>
                  </a:ext>
                </a:extLst>
              </a:tr>
              <a:tr h="848532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292150"/>
                  </a:ext>
                </a:extLst>
              </a:tr>
              <a:tr h="545485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76765"/>
                  </a:ext>
                </a:extLst>
              </a:tr>
              <a:tr h="1000056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621143"/>
                  </a:ext>
                </a:extLst>
              </a:tr>
              <a:tr h="316926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434508"/>
                  </a:ext>
                </a:extLst>
              </a:tr>
              <a:tr h="316926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338341"/>
                  </a:ext>
                </a:extLst>
              </a:tr>
              <a:tr h="316926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200806"/>
                  </a:ext>
                </a:extLst>
              </a:tr>
              <a:tr h="316926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012267"/>
                  </a:ext>
                </a:extLst>
              </a:tr>
              <a:tr h="316926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045542"/>
                  </a:ext>
                </a:extLst>
              </a:tr>
              <a:tr h="316926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839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1509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5D678F-7365-F8AD-782F-E0EC7A809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" y="90025"/>
            <a:ext cx="9732272" cy="405179"/>
          </a:xfrm>
        </p:spPr>
        <p:txBody>
          <a:bodyPr/>
          <a:lstStyle/>
          <a:p>
            <a:r>
              <a:rPr lang="en-US" sz="2400">
                <a:latin typeface="HDharmony B" panose="02020603020101020101" pitchFamily="18" charset="-127"/>
                <a:ea typeface="HDharmony B" panose="02020603020101020101" pitchFamily="18" charset="-127"/>
              </a:rPr>
              <a:t>Stakeholder’s comments</a:t>
            </a:r>
            <a:endParaRPr lang="en-SG" sz="2400">
              <a:latin typeface="HDharmony B" panose="02020603020101020101" pitchFamily="18" charset="-127"/>
              <a:ea typeface="HDharmony B" panose="02020603020101020101" pitchFamily="18" charset="-127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40C01C-3D82-8B4A-B577-C11D1854221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6598" y="409732"/>
            <a:ext cx="3648075" cy="238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L1 STAGE GATING</a:t>
            </a:r>
            <a:endParaRPr lang="en-SG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54CD077-9904-378A-1829-0A4F99FBB5DC}"/>
              </a:ext>
            </a:extLst>
          </p:cNvPr>
          <p:cNvGraphicFramePr>
            <a:graphicFrameLocks noGrp="1"/>
          </p:cNvGraphicFramePr>
          <p:nvPr/>
        </p:nvGraphicFramePr>
        <p:xfrm>
          <a:off x="184150" y="709433"/>
          <a:ext cx="9417050" cy="315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7957">
                  <a:extLst>
                    <a:ext uri="{9D8B030D-6E8A-4147-A177-3AD203B41FA5}">
                      <a16:colId xmlns:a16="http://schemas.microsoft.com/office/drawing/2014/main" val="173140738"/>
                    </a:ext>
                  </a:extLst>
                </a:gridCol>
                <a:gridCol w="1705368">
                  <a:extLst>
                    <a:ext uri="{9D8B030D-6E8A-4147-A177-3AD203B41FA5}">
                      <a16:colId xmlns:a16="http://schemas.microsoft.com/office/drawing/2014/main" val="2334205245"/>
                    </a:ext>
                  </a:extLst>
                </a:gridCol>
                <a:gridCol w="3371850">
                  <a:extLst>
                    <a:ext uri="{9D8B030D-6E8A-4147-A177-3AD203B41FA5}">
                      <a16:colId xmlns:a16="http://schemas.microsoft.com/office/drawing/2014/main" val="3903257421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val="3938683688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937241391"/>
                    </a:ext>
                  </a:extLst>
                </a:gridCol>
              </a:tblGrid>
              <a:tr h="277644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+mj-lt"/>
                        </a:rPr>
                        <a:t>Report Version</a:t>
                      </a:r>
                      <a:endParaRPr lang="en-SG" sz="1000" b="1">
                        <a:latin typeface="+mj-lt"/>
                      </a:endParaRP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+mj-lt"/>
                        </a:rPr>
                        <a:t>Stakeholder</a:t>
                      </a:r>
                      <a:endParaRPr lang="en-SG" sz="1000" b="1">
                        <a:latin typeface="+mj-lt"/>
                      </a:endParaRP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+mj-lt"/>
                        </a:rPr>
                        <a:t>Comments</a:t>
                      </a:r>
                      <a:endParaRPr lang="en-SG" sz="1000" b="1">
                        <a:latin typeface="+mj-lt"/>
                      </a:endParaRP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+mj-lt"/>
                        </a:rPr>
                        <a:t>Event &amp; Date</a:t>
                      </a:r>
                      <a:endParaRPr lang="en-SG" sz="1000" b="1">
                        <a:latin typeface="+mj-lt"/>
                      </a:endParaRP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+mj-lt"/>
                        </a:rPr>
                        <a:t>Action</a:t>
                      </a:r>
                      <a:endParaRPr lang="en-SG" sz="1000" b="1">
                        <a:latin typeface="+mj-lt"/>
                      </a:endParaRP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501705"/>
                  </a:ext>
                </a:extLst>
              </a:tr>
              <a:tr h="2756448">
                <a:tc>
                  <a:txBody>
                    <a:bodyPr/>
                    <a:lstStyle/>
                    <a:p>
                      <a:pPr algn="ctr"/>
                      <a:endParaRPr lang="en-US" sz="800">
                        <a:latin typeface="Hyundai Sans Text KR" panose="020B0600000101010101" pitchFamily="34" charset="-127"/>
                        <a:ea typeface="Hyundai Sans Text KR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>
                        <a:latin typeface="Hyundai Sans Text KR" panose="020B0600000101010101" pitchFamily="34" charset="-127"/>
                        <a:ea typeface="Hyundai Sans Text KR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endParaRPr lang="en-US" sz="800"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>
                        <a:latin typeface="Hyundai Sans Text KR" panose="020B0600000101010101" pitchFamily="34" charset="-127"/>
                        <a:ea typeface="Hyundai Sans Text KR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>
                        <a:latin typeface="Hyundai Sans Text KR" panose="020B0600000101010101" pitchFamily="34" charset="-127"/>
                        <a:ea typeface="Hyundai Sans Text KR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045613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3874B88-7513-4F4E-DAC2-21DBF3CC857E}"/>
              </a:ext>
            </a:extLst>
          </p:cNvPr>
          <p:cNvGraphicFramePr>
            <a:graphicFrameLocks noGrp="1"/>
          </p:cNvGraphicFramePr>
          <p:nvPr/>
        </p:nvGraphicFramePr>
        <p:xfrm>
          <a:off x="184150" y="4719654"/>
          <a:ext cx="9417050" cy="11880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7957">
                  <a:extLst>
                    <a:ext uri="{9D8B030D-6E8A-4147-A177-3AD203B41FA5}">
                      <a16:colId xmlns:a16="http://schemas.microsoft.com/office/drawing/2014/main" val="3587168322"/>
                    </a:ext>
                  </a:extLst>
                </a:gridCol>
                <a:gridCol w="1705368">
                  <a:extLst>
                    <a:ext uri="{9D8B030D-6E8A-4147-A177-3AD203B41FA5}">
                      <a16:colId xmlns:a16="http://schemas.microsoft.com/office/drawing/2014/main" val="4122676140"/>
                    </a:ext>
                  </a:extLst>
                </a:gridCol>
                <a:gridCol w="3371850">
                  <a:extLst>
                    <a:ext uri="{9D8B030D-6E8A-4147-A177-3AD203B41FA5}">
                      <a16:colId xmlns:a16="http://schemas.microsoft.com/office/drawing/2014/main" val="235403834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val="4034947018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1991275451"/>
                    </a:ext>
                  </a:extLst>
                </a:gridCol>
              </a:tblGrid>
              <a:tr h="277644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+mj-lt"/>
                        </a:rPr>
                        <a:t>Report Version</a:t>
                      </a:r>
                      <a:endParaRPr lang="en-SG" sz="1000" b="1">
                        <a:latin typeface="+mj-lt"/>
                      </a:endParaRP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+mj-lt"/>
                        </a:rPr>
                        <a:t>Stakeholder</a:t>
                      </a:r>
                      <a:endParaRPr lang="en-SG" sz="1000" b="1">
                        <a:latin typeface="+mj-lt"/>
                      </a:endParaRP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+mj-lt"/>
                        </a:rPr>
                        <a:t>Comments</a:t>
                      </a:r>
                      <a:endParaRPr lang="en-SG" sz="1000" b="1">
                        <a:latin typeface="+mj-lt"/>
                      </a:endParaRP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+mj-lt"/>
                        </a:rPr>
                        <a:t>Event &amp; Date</a:t>
                      </a:r>
                      <a:endParaRPr lang="en-SG" sz="1000" b="1">
                        <a:latin typeface="+mj-lt"/>
                      </a:endParaRP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+mj-lt"/>
                        </a:rPr>
                        <a:t>Action</a:t>
                      </a:r>
                      <a:endParaRPr lang="en-SG" sz="1000" b="1">
                        <a:latin typeface="+mj-lt"/>
                      </a:endParaRP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428651"/>
                  </a:ext>
                </a:extLst>
              </a:tr>
              <a:tr h="791811">
                <a:tc>
                  <a:txBody>
                    <a:bodyPr/>
                    <a:lstStyle/>
                    <a:p>
                      <a:pPr algn="ctr"/>
                      <a:endParaRPr lang="en-US" sz="800">
                        <a:latin typeface="Hyundai Sans Text KR" panose="020B0600000101010101" pitchFamily="34" charset="-127"/>
                        <a:ea typeface="Hyundai Sans Text KR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>
                        <a:latin typeface="Hyundai Sans Text KR" panose="020B0600000101010101" pitchFamily="34" charset="-127"/>
                        <a:ea typeface="Hyundai Sans Text KR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800">
                        <a:latin typeface="Hyundai Sans Text KR" panose="020B0600000101010101" pitchFamily="34" charset="-127"/>
                        <a:ea typeface="Hyundai Sans Text KR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>
                        <a:latin typeface="Hyundai Sans Text KR" panose="020B0600000101010101" pitchFamily="34" charset="-127"/>
                        <a:ea typeface="Hyundai Sans Text KR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sz="800">
                        <a:latin typeface="Hyundai Sans Text KR" panose="020B0600000101010101" pitchFamily="34" charset="-127"/>
                        <a:ea typeface="Hyundai Sans Text KR" panose="020B0600000101010101" pitchFamily="34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784006"/>
                  </a:ext>
                </a:extLst>
              </a:tr>
            </a:tbl>
          </a:graphicData>
        </a:graphic>
      </p:graphicFrame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E6AA8547-ED0B-9988-D58C-02EDB3BDF146}"/>
              </a:ext>
            </a:extLst>
          </p:cNvPr>
          <p:cNvSpPr txBox="1">
            <a:spLocks/>
          </p:cNvSpPr>
          <p:nvPr/>
        </p:nvSpPr>
        <p:spPr>
          <a:xfrm>
            <a:off x="86598" y="4419865"/>
            <a:ext cx="3648075" cy="23812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accent3">
                    <a:lumMod val="50000"/>
                  </a:schemeClr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Hyundai Sans Text KR" panose="020B0600000101010101" pitchFamily="34" charset="-127"/>
                <a:ea typeface="Hyundai Sans Text KR" panose="020B0600000101010101" pitchFamily="34" charset="-127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Hyundai Sans Text KR"/>
                <a:cs typeface="+mn-cs"/>
              </a:rPr>
              <a:t>L2 STAGE GATING</a:t>
            </a: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Hyundai Sans Text KR" panose="020B0600000101010101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2487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62F0B53-8005-01F3-185B-927A957ED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C40439-F044-DAC4-E54E-DBD4EF161503}"/>
              </a:ext>
            </a:extLst>
          </p:cNvPr>
          <p:cNvSpPr/>
          <p:nvPr/>
        </p:nvSpPr>
        <p:spPr>
          <a:xfrm>
            <a:off x="0" y="6421120"/>
            <a:ext cx="9906000" cy="436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2223497-BA08-6485-BB4A-15F0042AA5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221276"/>
              </p:ext>
            </p:extLst>
          </p:nvPr>
        </p:nvGraphicFramePr>
        <p:xfrm>
          <a:off x="120650" y="755557"/>
          <a:ext cx="9474328" cy="5055258"/>
        </p:xfrm>
        <a:graphic>
          <a:graphicData uri="http://schemas.openxmlformats.org/drawingml/2006/table">
            <a:tbl>
              <a:tblPr/>
              <a:tblGrid>
                <a:gridCol w="674480">
                  <a:extLst>
                    <a:ext uri="{9D8B030D-6E8A-4147-A177-3AD203B41FA5}">
                      <a16:colId xmlns:a16="http://schemas.microsoft.com/office/drawing/2014/main" val="3987403053"/>
                    </a:ext>
                  </a:extLst>
                </a:gridCol>
                <a:gridCol w="825203">
                  <a:extLst>
                    <a:ext uri="{9D8B030D-6E8A-4147-A177-3AD203B41FA5}">
                      <a16:colId xmlns:a16="http://schemas.microsoft.com/office/drawing/2014/main" val="2478382216"/>
                    </a:ext>
                  </a:extLst>
                </a:gridCol>
                <a:gridCol w="1940847">
                  <a:extLst>
                    <a:ext uri="{9D8B030D-6E8A-4147-A177-3AD203B41FA5}">
                      <a16:colId xmlns:a16="http://schemas.microsoft.com/office/drawing/2014/main" val="594605025"/>
                    </a:ext>
                  </a:extLst>
                </a:gridCol>
                <a:gridCol w="2011266">
                  <a:extLst>
                    <a:ext uri="{9D8B030D-6E8A-4147-A177-3AD203B41FA5}">
                      <a16:colId xmlns:a16="http://schemas.microsoft.com/office/drawing/2014/main" val="2511332107"/>
                    </a:ext>
                  </a:extLst>
                </a:gridCol>
                <a:gridCol w="2011266">
                  <a:extLst>
                    <a:ext uri="{9D8B030D-6E8A-4147-A177-3AD203B41FA5}">
                      <a16:colId xmlns:a16="http://schemas.microsoft.com/office/drawing/2014/main" val="4207578832"/>
                    </a:ext>
                  </a:extLst>
                </a:gridCol>
                <a:gridCol w="2011266">
                  <a:extLst>
                    <a:ext uri="{9D8B030D-6E8A-4147-A177-3AD203B41FA5}">
                      <a16:colId xmlns:a16="http://schemas.microsoft.com/office/drawing/2014/main" val="3549325651"/>
                    </a:ext>
                  </a:extLst>
                </a:gridCol>
              </a:tblGrid>
              <a:tr h="221918">
                <a:tc rowSpan="2">
                  <a:txBody>
                    <a:bodyPr/>
                    <a:lstStyle/>
                    <a:p>
                      <a:pPr algn="ctr" fontAlgn="ctr"/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HD harmony M"/>
                        <a:ea typeface="HDharmony M"/>
                      </a:endParaRPr>
                    </a:p>
                    <a:p>
                      <a:pPr algn="ctr" fontAlgn="ctr"/>
                      <a:r>
                        <a:rPr lang="en-SG" sz="1000" b="1" i="0" u="none" strike="noStrike">
                          <a:solidFill>
                            <a:srgbClr val="000000"/>
                          </a:solidFill>
                          <a:effectLst/>
                          <a:latin typeface="HD harmony M"/>
                          <a:ea typeface="HDharmony M"/>
                        </a:rPr>
                        <a:t>Teams</a:t>
                      </a:r>
                    </a:p>
                  </a:txBody>
                  <a:tcPr marL="1144" marR="1144" marT="1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t"/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HD harmony M"/>
                        <a:ea typeface="HDharmony M"/>
                      </a:endParaRPr>
                    </a:p>
                    <a:p>
                      <a:pPr algn="ctr" fontAlgn="t"/>
                      <a:r>
                        <a:rPr lang="en-SG" sz="1000" b="1" i="0" u="none" strike="noStrike">
                          <a:solidFill>
                            <a:srgbClr val="000000"/>
                          </a:solidFill>
                          <a:effectLst/>
                          <a:latin typeface="HD harmony M"/>
                          <a:ea typeface="HDharmony M"/>
                        </a:rPr>
                        <a:t>Roles</a:t>
                      </a:r>
                    </a:p>
                  </a:txBody>
                  <a:tcPr marL="1144" marR="1144" marT="1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SG" sz="1050" b="1" i="0" u="none" strike="noStrike">
                          <a:solidFill>
                            <a:srgbClr val="000000"/>
                          </a:solidFill>
                          <a:effectLst/>
                          <a:latin typeface="HD harmony M"/>
                          <a:ea typeface="HDharmony M"/>
                        </a:rPr>
                        <a:t>Use Case Process Name</a:t>
                      </a:r>
                    </a:p>
                  </a:txBody>
                  <a:tcPr marL="1144" marR="1144" marT="1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646388622"/>
                  </a:ext>
                </a:extLst>
              </a:tr>
              <a:tr h="2852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144" marR="1144" marT="1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144" marR="1144" marT="114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HD harmony M"/>
                          <a:ea typeface="HDharmony M"/>
                        </a:rPr>
                        <a:t>Issue Detection</a:t>
                      </a:r>
                      <a:endParaRPr lang="en-SG" sz="1000" b="1" i="0" u="none" strike="noStrike">
                        <a:solidFill>
                          <a:srgbClr val="000000"/>
                        </a:solidFill>
                        <a:effectLst/>
                        <a:latin typeface="HD harmony M"/>
                        <a:ea typeface="HDharmony M"/>
                      </a:endParaRPr>
                    </a:p>
                  </a:txBody>
                  <a:tcPr marL="1144" marR="1144" marT="1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HD harmony M"/>
                          <a:ea typeface="HDharmony M"/>
                        </a:rPr>
                        <a:t>Troubleshooting</a:t>
                      </a:r>
                      <a:endParaRPr lang="en-SG" sz="1000" b="1" i="0" u="none" strike="noStrike">
                        <a:solidFill>
                          <a:srgbClr val="000000"/>
                        </a:solidFill>
                        <a:effectLst/>
                        <a:latin typeface="HD harmony M"/>
                        <a:ea typeface="HDharmony M"/>
                      </a:endParaRPr>
                    </a:p>
                  </a:txBody>
                  <a:tcPr marL="1144" marR="1144" marT="1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HD harmony M"/>
                          <a:ea typeface="HDharmony M"/>
                        </a:rPr>
                        <a:t>Issue Reporting</a:t>
                      </a:r>
                      <a:endParaRPr lang="en-SG" sz="1000" b="1" i="0" u="none" strike="noStrike">
                        <a:solidFill>
                          <a:srgbClr val="000000"/>
                        </a:solidFill>
                        <a:effectLst/>
                        <a:latin typeface="HD harmony M"/>
                        <a:ea typeface="HDharmony M"/>
                      </a:endParaRPr>
                    </a:p>
                  </a:txBody>
                  <a:tcPr marL="1144" marR="1144" marT="1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HD harmony M"/>
                          <a:ea typeface="HDharmony M"/>
                        </a:rPr>
                        <a:t>Management Reporting (DDF EOD, CEO Quality reporting)</a:t>
                      </a:r>
                      <a:endParaRPr lang="en-SG" sz="1000" b="1" i="0" u="none" strike="noStrike">
                        <a:solidFill>
                          <a:srgbClr val="000000"/>
                        </a:solidFill>
                        <a:effectLst/>
                        <a:latin typeface="HD harmony M"/>
                        <a:ea typeface="HDharmony M"/>
                      </a:endParaRPr>
                    </a:p>
                  </a:txBody>
                  <a:tcPr marL="1144" marR="1144" marT="1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240497"/>
                  </a:ext>
                </a:extLst>
              </a:tr>
              <a:tr h="1137700">
                <a:tc rowSpan="4">
                  <a:txBody>
                    <a:bodyPr/>
                    <a:lstStyle/>
                    <a:p>
                      <a:pPr algn="ctr"/>
                      <a:r>
                        <a:rPr lang="en-GB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HD harmony M"/>
                          <a:ea typeface="HDharmony M"/>
                          <a:cs typeface="+mn-cs"/>
                        </a:rPr>
                        <a:t>Assembly</a:t>
                      </a:r>
                    </a:p>
                  </a:txBody>
                  <a:tcPr marL="1144" marR="1144" marT="1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HD harmony M"/>
                          <a:ea typeface="HDharmony M"/>
                          <a:cs typeface="+mn-cs"/>
                        </a:rPr>
                        <a:t>System</a:t>
                      </a:r>
                    </a:p>
                  </a:txBody>
                  <a:tcPr marL="1144" marR="1144" marT="1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HD harmony M"/>
                          <a:ea typeface="HDharmony M"/>
                        </a:rPr>
                        <a:t>PLC subprocess real time duration</a:t>
                      </a: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HD harmony M"/>
                          <a:ea typeface="HDharmony M"/>
                        </a:rPr>
                        <a:t>PLC subprocess Standard Time</a:t>
                      </a: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HD harmony M"/>
                        <a:ea typeface="HDharmony M"/>
                      </a:endParaRP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HD harmony M"/>
                          <a:ea typeface="HDharmony M"/>
                        </a:rPr>
                        <a:t>PLC Alarms if incident occurs</a:t>
                      </a: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HD harmony M"/>
                        <a:ea typeface="HDharmony M"/>
                      </a:endParaRPr>
                    </a:p>
                    <a:p>
                      <a:pPr marL="171450" marR="0" lvl="0" indent="-17145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000" b="0" i="0" u="none" strike="noStrike">
                          <a:solidFill>
                            <a:srgbClr val="000000"/>
                          </a:solidFill>
                          <a:effectLst/>
                          <a:latin typeface="HD harmony M"/>
                          <a:ea typeface="HDharmony M"/>
                        </a:rPr>
                        <a:t>Final Sub-Category of fault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HD harmony M"/>
                        <a:ea typeface="HDharmony M"/>
                      </a:endParaRPr>
                    </a:p>
                    <a:p>
                      <a:pPr algn="l" fontAlgn="t"/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HD harmony M"/>
                        <a:ea typeface="HDharmony M"/>
                      </a:endParaRPr>
                    </a:p>
                  </a:txBody>
                  <a:tcPr marL="18288" marR="1144" marT="1828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HD harmony M"/>
                          <a:ea typeface="HDharmony M"/>
                        </a:rPr>
                        <a:t>PLC Subprocess sequence</a:t>
                      </a: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HD harmony M"/>
                        <a:ea typeface="HDharmony M"/>
                      </a:endParaRP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HD harmony M"/>
                          <a:ea typeface="HDharmony M"/>
                        </a:rPr>
                        <a:t>PLC Alarms and Timestamp</a:t>
                      </a: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HD harmony M"/>
                        <a:ea typeface="HDharmony M"/>
                      </a:endParaRP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HD harmony M"/>
                          <a:ea typeface="HDharmony M"/>
                        </a:rPr>
                        <a:t>Body Part and ongoing process when fault occurred</a:t>
                      </a: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HD harmony M"/>
                        <a:ea typeface="HDharmony M"/>
                      </a:endParaRP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HD harmony M"/>
                        <a:ea typeface="HDharmony M"/>
                      </a:endParaRPr>
                    </a:p>
                  </a:txBody>
                  <a:tcPr marL="18288" marR="1144" marT="1828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HD harmony M"/>
                          <a:ea typeface="HDharmony M"/>
                        </a:rPr>
                        <a:t>PLC Alarms and Timestamp</a:t>
                      </a: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HD harmony M"/>
                        <a:ea typeface="HDharmony M"/>
                      </a:endParaRP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HD harmony M"/>
                          <a:ea typeface="HDharmony M"/>
                        </a:rPr>
                        <a:t>Body Part and ongoing process when fault occurred</a:t>
                      </a: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HD harmony M"/>
                        <a:ea typeface="HDharmony M"/>
                      </a:endParaRP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SG" sz="1000" b="0" i="0" u="none" strike="noStrike">
                          <a:solidFill>
                            <a:srgbClr val="000000"/>
                          </a:solidFill>
                          <a:effectLst/>
                          <a:latin typeface="HD harmony M"/>
                          <a:ea typeface="HDharmony M"/>
                        </a:rPr>
                        <a:t>Final Sub-Category of fault (using existing categories)</a:t>
                      </a:r>
                    </a:p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HD harmony M"/>
                        <a:ea typeface="HDharmony M"/>
                      </a:endParaRPr>
                    </a:p>
                  </a:txBody>
                  <a:tcPr marL="18288" marR="1144" marT="1828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18288" indent="0" algn="l" fontAlgn="t">
                        <a:buFont typeface="Arial" panose="020B0604020202020204" pitchFamily="34" charset="0"/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HD harmony M"/>
                          <a:ea typeface="HDharmony M"/>
                        </a:rPr>
                        <a:t>Documented in A61 all issue cases and detailed information in description.</a:t>
                      </a:r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HD harmony M"/>
                        <a:ea typeface="HDharmony M"/>
                      </a:endParaRPr>
                    </a:p>
                  </a:txBody>
                  <a:tcPr marL="1144" marR="1144" marT="114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217559"/>
                  </a:ext>
                </a:extLst>
              </a:tr>
              <a:tr h="12797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144" marR="1144" marT="1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SG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HD harmony M"/>
                          <a:ea typeface="HDharmony M"/>
                          <a:cs typeface="+mn-cs"/>
                        </a:rPr>
                        <a:t>Vision /</a:t>
                      </a:r>
                    </a:p>
                    <a:p>
                      <a:pPr algn="ctr" fontAlgn="ctr"/>
                      <a:r>
                        <a:rPr lang="en-SG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HD harmony M"/>
                          <a:ea typeface="HDharmony M"/>
                          <a:cs typeface="+mn-cs"/>
                        </a:rPr>
                        <a:t>Robotics /</a:t>
                      </a:r>
                    </a:p>
                    <a:p>
                      <a:pPr algn="ctr"/>
                      <a:r>
                        <a:rPr lang="en-SG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HD harmony M"/>
                          <a:ea typeface="HDharmony M"/>
                          <a:cs typeface="+mn-cs"/>
                        </a:rPr>
                        <a:t>PLC Engineer</a:t>
                      </a:r>
                    </a:p>
                  </a:txBody>
                  <a:tcPr marL="1144" marR="1144" marT="1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18288" algn="l" fontAlgn="t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HD harmony M"/>
                          <a:ea typeface="HDharmony M"/>
                        </a:rPr>
                        <a:t>As the specialist, I want to be informed of only the relevant issue requiring my involvement in real time.</a:t>
                      </a:r>
                    </a:p>
                    <a:p>
                      <a:pPr marL="18288" lvl="0" algn="l">
                        <a:buNone/>
                      </a:pP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HD harmony M"/>
                        <a:ea typeface="HDharmony M"/>
                      </a:endParaRPr>
                    </a:p>
                    <a:p>
                      <a:pPr marL="18288" algn="l" fontAlgn="t"/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HD harmony M"/>
                        <a:ea typeface="HDharmony M"/>
                      </a:endParaRPr>
                    </a:p>
                  </a:txBody>
                  <a:tcPr marL="18288" marR="1144" marT="1828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18288" algn="l" fontAlgn="t"/>
                      <a:r>
                        <a:rPr lang="en-SG" sz="1000" b="0" i="0" u="none" strike="noStrike">
                          <a:solidFill>
                            <a:srgbClr val="000000"/>
                          </a:solidFill>
                          <a:effectLst/>
                          <a:latin typeface="HD harmony M"/>
                          <a:ea typeface="HDharmony M"/>
                        </a:rPr>
                        <a:t>I require all the relevant information needed to trace the actions that led up to the issue.</a:t>
                      </a:r>
                    </a:p>
                    <a:p>
                      <a:pPr marL="18288" lvl="0" algn="l">
                        <a:buNone/>
                      </a:pPr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HD harmony M"/>
                        <a:ea typeface="HDharmony M"/>
                      </a:endParaRPr>
                    </a:p>
                    <a:p>
                      <a:pPr marL="18288" lvl="0" algn="l">
                        <a:buNone/>
                      </a:pPr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HD harmony M"/>
                        <a:ea typeface="HDharmony M"/>
                      </a:endParaRPr>
                    </a:p>
                    <a:p>
                      <a:pPr marL="18288" lvl="0" algn="l">
                        <a:buNone/>
                      </a:pPr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HD harmony M"/>
                        <a:ea typeface="HDharmony M"/>
                      </a:endParaRPr>
                    </a:p>
                    <a:p>
                      <a:pPr marL="18288" lvl="0" algn="l">
                        <a:buNone/>
                      </a:pPr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HD harmony M"/>
                        <a:ea typeface="HDharmony M"/>
                      </a:endParaRPr>
                    </a:p>
                    <a:p>
                      <a:pPr marL="18288" lvl="0" algn="l">
                        <a:buNone/>
                      </a:pPr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HD harmony M"/>
                        <a:ea typeface="HDharmony M"/>
                      </a:endParaRPr>
                    </a:p>
                    <a:p>
                      <a:pPr marL="18288" lvl="0" algn="l">
                        <a:buNone/>
                      </a:pPr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HD harmony M"/>
                        <a:ea typeface="HDharmony M"/>
                      </a:endParaRPr>
                    </a:p>
                  </a:txBody>
                  <a:tcPr marL="18288" marR="1144" marT="1828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18288" algn="l" fontAlgn="t"/>
                      <a:r>
                        <a:rPr lang="en-SG" sz="1000" b="0" i="0" u="none" strike="noStrike">
                          <a:solidFill>
                            <a:srgbClr val="000000"/>
                          </a:solidFill>
                          <a:effectLst/>
                          <a:latin typeface="HD harmony M"/>
                          <a:ea typeface="HDharmony M"/>
                        </a:rPr>
                        <a:t>Automation issues are reported automatically with the correct “final sub-category” and the relevant details that led to the issue in a61</a:t>
                      </a:r>
                    </a:p>
                  </a:txBody>
                  <a:tcPr marL="18288" marR="1144" marT="1828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18288" algn="l" fontAlgn="t"/>
                      <a:r>
                        <a:rPr lang="en-SG" sz="1000" b="0" i="0" u="none" strike="noStrike">
                          <a:solidFill>
                            <a:srgbClr val="000000"/>
                          </a:solidFill>
                          <a:effectLst/>
                          <a:latin typeface="HD harmony M"/>
                          <a:ea typeface="HDharmony M"/>
                        </a:rPr>
                        <a:t>As the specialist, I want all incidents to be automatically recorded in detail to recall the issue for deeper RCA investigation.</a:t>
                      </a:r>
                    </a:p>
                  </a:txBody>
                  <a:tcPr marL="18288" marR="1144" marT="1828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63480"/>
                  </a:ext>
                </a:extLst>
              </a:tr>
              <a:tr h="950010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88" lvl="0" algn="l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HD harmony M"/>
                          <a:ea typeface="HDharmony M"/>
                        </a:rPr>
                        <a:t>I want an automatic issue to be created with the relevant details and subcategory through PLC for accurate issue detection.</a:t>
                      </a:r>
                    </a:p>
                  </a:txBody>
                  <a:tcPr marL="18288" marR="1144" marT="1828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marL="18288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D harmony M"/>
                          <a:ea typeface="HDharmony M"/>
                        </a:rPr>
                        <a:t>If additional Issues occur on the same vehicle, I want the additional information and sequence of events to be appended to the same issue.</a:t>
                      </a:r>
                    </a:p>
                    <a:p>
                      <a:pPr marL="18288" algn="l" fontAlgn="t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HD harmony M"/>
                        <a:ea typeface="HDharmony M"/>
                      </a:endParaRPr>
                    </a:p>
                  </a:txBody>
                  <a:tcPr marL="18288" marR="1144" marT="1828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18288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HD harmony M"/>
                          <a:ea typeface="HDharmony M"/>
                        </a:rPr>
                        <a:t>I require the application to automatically understand the data pulled for categorizing the correct subcategory and inform the relevant PIC</a:t>
                      </a:r>
                    </a:p>
                    <a:p>
                      <a:pPr marL="18288" algn="l" fontAlgn="t"/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HD harmony M"/>
                        <a:ea typeface="HDharmony M"/>
                      </a:endParaRPr>
                    </a:p>
                  </a:txBody>
                  <a:tcPr marL="18288" marR="1144" marT="1828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marL="18288" algn="l" fontAlgn="t"/>
                      <a:r>
                        <a:rPr lang="en-SG" sz="1000" b="0" i="0" u="none" strike="noStrike">
                          <a:solidFill>
                            <a:srgbClr val="000000"/>
                          </a:solidFill>
                          <a:effectLst/>
                          <a:latin typeface="HD harmony M"/>
                          <a:ea typeface="HDharmony M"/>
                        </a:rPr>
                        <a:t>I require issue to be correctly categorized for accurate reporting of downtime and calculation of OEE</a:t>
                      </a:r>
                    </a:p>
                  </a:txBody>
                  <a:tcPr marL="18288" marR="1144" marT="1828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585882"/>
                  </a:ext>
                </a:extLst>
              </a:tr>
              <a:tr h="950010">
                <a:tc vMerge="1">
                  <a:txBody>
                    <a:bodyPr/>
                    <a:lstStyle/>
                    <a:p>
                      <a:pPr algn="ctr"/>
                      <a:endParaRPr lang="en-GB" sz="1000" b="1" i="0" u="none" strike="noStrike" kern="1200">
                        <a:solidFill>
                          <a:srgbClr val="000000"/>
                        </a:solidFill>
                        <a:effectLst/>
                        <a:latin typeface="HD harmony M"/>
                        <a:ea typeface="HDharmony M"/>
                        <a:cs typeface="+mn-cs"/>
                      </a:endParaRPr>
                    </a:p>
                  </a:txBody>
                  <a:tcPr marL="1144" marR="1144" marT="1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SG" sz="1000" b="1" i="0" u="none" strike="noStrike" kern="1200">
                        <a:solidFill>
                          <a:srgbClr val="000000"/>
                        </a:solidFill>
                        <a:effectLst/>
                        <a:latin typeface="HD harmony M"/>
                        <a:ea typeface="HDharmony M"/>
                        <a:cs typeface="+mn-cs"/>
                      </a:endParaRPr>
                    </a:p>
                  </a:txBody>
                  <a:tcPr marL="1144" marR="1144" marT="1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18288" lvl="0" algn="l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HD harmony M"/>
                          <a:ea typeface="HDharmony M"/>
                        </a:rPr>
                        <a:t>I require each process to be matched with an appropriate standard time to identify the sub process that has caused an issue in the automation cell for reporting in A61.</a:t>
                      </a:r>
                    </a:p>
                  </a:txBody>
                  <a:tcPr marL="18288" marR="1144" marT="1828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marL="18288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HD harmony M"/>
                          <a:ea typeface="HDharmony M"/>
                        </a:rPr>
                        <a:t>I want PLC alarms and subprocess sequences to be pulled and compiled into A61 details for my full understanding of the issue.</a:t>
                      </a:r>
                    </a:p>
                  </a:txBody>
                  <a:tcPr marL="18288" marR="1144" marT="1828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marL="18288" algn="l" fontAlgn="t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HD harmony M"/>
                          <a:ea typeface="HDharmony M"/>
                        </a:rPr>
                        <a:t>I need the subcategory to be updated with the correct root cause for recalling issues and reporting</a:t>
                      </a:r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HD harmony M"/>
                        <a:ea typeface="HDharmony M"/>
                      </a:endParaRPr>
                    </a:p>
                  </a:txBody>
                  <a:tcPr marL="18288" marR="1144" marT="1828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marL="18288" algn="l" fontAlgn="t"/>
                      <a:endParaRPr lang="en-SG" sz="1000" b="0" i="0" u="none" strike="noStrike">
                        <a:solidFill>
                          <a:srgbClr val="000000"/>
                        </a:solidFill>
                        <a:effectLst/>
                        <a:latin typeface="HD harmony M"/>
                        <a:ea typeface="HDharmony M"/>
                      </a:endParaRPr>
                    </a:p>
                  </a:txBody>
                  <a:tcPr marL="18288" marR="1144" marT="1828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953093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E4CD740E-8FAB-05C4-B181-52544B162E2A}"/>
              </a:ext>
            </a:extLst>
          </p:cNvPr>
          <p:cNvGrpSpPr/>
          <p:nvPr/>
        </p:nvGrpSpPr>
        <p:grpSpPr>
          <a:xfrm>
            <a:off x="7365175" y="79600"/>
            <a:ext cx="2332356" cy="599052"/>
            <a:chOff x="7283895" y="79600"/>
            <a:chExt cx="2332356" cy="59905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F733959-AD16-AC50-FCD5-F011BFC387EA}"/>
                </a:ext>
              </a:extLst>
            </p:cNvPr>
            <p:cNvSpPr/>
            <p:nvPr/>
          </p:nvSpPr>
          <p:spPr>
            <a:xfrm>
              <a:off x="7283895" y="141347"/>
              <a:ext cx="122626" cy="130421"/>
            </a:xfrm>
            <a:prstGeom prst="rect">
              <a:avLst/>
            </a:prstGeom>
            <a:solidFill>
              <a:srgbClr val="FF999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9CA8A67-46C5-1C8F-EE58-B706101FF169}"/>
                </a:ext>
              </a:extLst>
            </p:cNvPr>
            <p:cNvSpPr txBox="1"/>
            <p:nvPr/>
          </p:nvSpPr>
          <p:spPr>
            <a:xfrm>
              <a:off x="7406521" y="79600"/>
              <a:ext cx="22097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What user wants to do or how to be notified</a:t>
              </a:r>
              <a:endParaRPr kumimoji="0" lang="en-SG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D32430B-52B5-C8D1-7C3D-336870AE5620}"/>
                </a:ext>
              </a:extLst>
            </p:cNvPr>
            <p:cNvSpPr/>
            <p:nvPr/>
          </p:nvSpPr>
          <p:spPr>
            <a:xfrm>
              <a:off x="7283895" y="327790"/>
              <a:ext cx="122626" cy="130421"/>
            </a:xfrm>
            <a:prstGeom prst="rect">
              <a:avLst/>
            </a:prstGeom>
            <a:solidFill>
              <a:srgbClr val="C1F0C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91D705F-22F0-77C3-3D0C-B782A50653AC}"/>
                </a:ext>
              </a:extLst>
            </p:cNvPr>
            <p:cNvSpPr txBox="1"/>
            <p:nvPr/>
          </p:nvSpPr>
          <p:spPr>
            <a:xfrm>
              <a:off x="7406521" y="266043"/>
              <a:ext cx="22097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What business logic does user want</a:t>
              </a:r>
              <a:endParaRPr kumimoji="0" lang="en-SG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BD287C-48E2-4BC8-D84D-ABDFA971D619}"/>
                </a:ext>
              </a:extLst>
            </p:cNvPr>
            <p:cNvSpPr/>
            <p:nvPr/>
          </p:nvSpPr>
          <p:spPr>
            <a:xfrm>
              <a:off x="7283895" y="524955"/>
              <a:ext cx="122626" cy="130421"/>
            </a:xfrm>
            <a:prstGeom prst="rect">
              <a:avLst/>
            </a:prstGeom>
            <a:solidFill>
              <a:srgbClr val="BFBFB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3931FA6-0AEB-7C75-B3C8-81881F028610}"/>
                </a:ext>
              </a:extLst>
            </p:cNvPr>
            <p:cNvSpPr txBox="1"/>
            <p:nvPr/>
          </p:nvSpPr>
          <p:spPr>
            <a:xfrm>
              <a:off x="7406521" y="463208"/>
              <a:ext cx="22097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What information needs to be gathered in app</a:t>
              </a:r>
              <a:endParaRPr kumimoji="0" lang="en-SG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3" name="제목 1">
            <a:extLst>
              <a:ext uri="{FF2B5EF4-FFF2-40B4-BE49-F238E27FC236}">
                <a16:creationId xmlns:a16="http://schemas.microsoft.com/office/drawing/2014/main" id="{A07C4663-7543-AC16-544D-446CF6283756}"/>
              </a:ext>
            </a:extLst>
          </p:cNvPr>
          <p:cNvSpPr txBox="1">
            <a:spLocks/>
          </p:cNvSpPr>
          <p:nvPr/>
        </p:nvSpPr>
        <p:spPr>
          <a:xfrm>
            <a:off x="320040" y="228600"/>
            <a:ext cx="6583680" cy="457200"/>
          </a:xfrm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>
            <a:lvl1pPr algn="l" defTabSz="474933" rtl="0" eaLnBrk="1" latinLnBrk="1" hangingPunct="1">
              <a:spcBef>
                <a:spcPct val="0"/>
              </a:spcBef>
              <a:buNone/>
              <a:defRPr sz="2600" b="0" i="0" kern="400" baseline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  <a:cs typeface="현대산스 Head Medium" panose="020B0600000101010101" pitchFamily="50" charset="-127"/>
              </a:defRPr>
            </a:lvl1pPr>
          </a:lstStyle>
          <a:p>
            <a:pPr lvl="0" defTabSz="494019" latinLnBrk="0">
              <a:defRPr/>
            </a:pPr>
            <a:r>
              <a:rPr kumimoji="1" lang="en-US" sz="24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현대하모니 B"/>
                <a:ea typeface="현대하모니 B"/>
              </a:rPr>
              <a:t>L2-3: User-stories – Automation Issue Triggered</a:t>
            </a:r>
            <a:endParaRPr kumimoji="1" lang="en-GB" sz="240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060"/>
              </a:solidFill>
              <a:latin typeface="현대하모니 B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244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C691C0D-672E-EC8A-5F7F-D05BDAD03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190F9112-D284-C51E-2FFB-02DD1149108D}"/>
              </a:ext>
            </a:extLst>
          </p:cNvPr>
          <p:cNvSpPr/>
          <p:nvPr/>
        </p:nvSpPr>
        <p:spPr>
          <a:xfrm>
            <a:off x="0" y="6220916"/>
            <a:ext cx="9906000" cy="345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undai Sans Text KR" panose="020B0600000101010101" pitchFamily="34" charset="-127"/>
              <a:ea typeface="Hyundai Sans Text KR" panose="020B0600000101010101" pitchFamily="34" charset="-127"/>
            </a:endParaRPr>
          </a:p>
        </p:txBody>
      </p:sp>
      <p:sp>
        <p:nvSpPr>
          <p:cNvPr id="91" name="Text Box 38">
            <a:extLst>
              <a:ext uri="{FF2B5EF4-FFF2-40B4-BE49-F238E27FC236}">
                <a16:creationId xmlns:a16="http://schemas.microsoft.com/office/drawing/2014/main" id="{7A424FBF-FF85-CEE0-69DB-B688971B0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1062" y="9005"/>
            <a:ext cx="1368366" cy="2095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lIns="83969" tIns="41985" rIns="83969" bIns="41985"/>
          <a:lstStyle>
            <a:lvl1pPr defTabSz="838200" eaLnBrk="0" hangingPunct="0">
              <a:spcBef>
                <a:spcPct val="20000"/>
              </a:spcBef>
              <a:buFont typeface="Arial" pitchFamily="34" charset="0"/>
              <a:buChar char="•"/>
              <a:defRPr sz="3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defTabSz="838200" eaLnBrk="0" hangingPunct="0">
              <a:spcBef>
                <a:spcPct val="20000"/>
              </a:spcBef>
              <a:buFont typeface="Arial" pitchFamily="34" charset="0"/>
              <a:buChar char="–"/>
              <a:defRPr sz="29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defTabSz="838200" eaLnBrk="0" hangingPunct="0">
              <a:spcBef>
                <a:spcPct val="20000"/>
              </a:spcBef>
              <a:buFont typeface="Arial" pitchFamily="34" charset="0"/>
              <a:buChar char="•"/>
              <a:defRPr sz="2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defTabSz="838200" eaLnBrk="0" hangingPunct="0">
              <a:spcBef>
                <a:spcPct val="20000"/>
              </a:spcBef>
              <a:buFont typeface="Arial" pitchFamily="34" charset="0"/>
              <a:buChar char="–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defTabSz="838200" eaLnBrk="0" hangingPunct="0">
              <a:spcBef>
                <a:spcPct val="20000"/>
              </a:spcBef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ctr" defTabSz="838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현대하모니 M" pitchFamily="18" charset="-127"/>
                <a:ea typeface="현대하모니 M" pitchFamily="18" charset="-127"/>
                <a:cs typeface="+mn-cs"/>
              </a:rPr>
              <a:t>사내한 </a:t>
            </a:r>
            <a:r>
              <a:rPr kumimoji="1" lang="en-US" altLang="ko-KR" sz="900" b="0" i="0" u="none" strike="noStrike" kern="1200" cap="none" spc="0" normalizeH="0" baseline="0" noProof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현대하모니 M" pitchFamily="18" charset="-127"/>
                <a:ea typeface="현대하모니 M" pitchFamily="18" charset="-127"/>
                <a:cs typeface="+mn-cs"/>
              </a:rPr>
              <a:t>(Restricted)</a:t>
            </a:r>
            <a:endParaRPr kumimoji="1" lang="ko-KR" altLang="en-US" sz="900" b="0" i="0" u="none" strike="noStrike" kern="1200" cap="none" spc="0" normalizeH="0" baseline="0" noProof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FF0000"/>
              </a:solidFill>
              <a:effectLst/>
              <a:uLnTx/>
              <a:uFillTx/>
              <a:latin typeface="현대하모니 M" pitchFamily="18" charset="-127"/>
              <a:ea typeface="현대하모니 M" pitchFamily="18" charset="-127"/>
              <a:cs typeface="+mn-cs"/>
            </a:endParaRPr>
          </a:p>
        </p:txBody>
      </p:sp>
      <p:sp>
        <p:nvSpPr>
          <p:cNvPr id="66" name="Arrow: Right 65">
            <a:extLst>
              <a:ext uri="{FF2B5EF4-FFF2-40B4-BE49-F238E27FC236}">
                <a16:creationId xmlns:a16="http://schemas.microsoft.com/office/drawing/2014/main" id="{9BE44D55-7F2E-EC5F-9BE2-77B904E2ABDB}"/>
              </a:ext>
            </a:extLst>
          </p:cNvPr>
          <p:cNvSpPr/>
          <p:nvPr/>
        </p:nvSpPr>
        <p:spPr>
          <a:xfrm>
            <a:off x="4915031" y="2655821"/>
            <a:ext cx="219439" cy="291824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SG" sz="1200" b="1" i="0" u="none" strike="noStrike" kern="400" cap="none" spc="0" normalizeH="0" baseline="0" noProof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Hyundai Sans Text KR" panose="020B0600000101010101" pitchFamily="34" charset="-127"/>
              <a:ea typeface="Hyundai Sans Text KR" panose="020B0600000101010101" pitchFamily="34" charset="-127"/>
            </a:endParaRPr>
          </a:p>
        </p:txBody>
      </p: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70A57179-311A-DE29-7CDC-F1B3577B6B5C}"/>
              </a:ext>
            </a:extLst>
          </p:cNvPr>
          <p:cNvCxnSpPr>
            <a:cxnSpLocks/>
          </p:cNvCxnSpPr>
          <p:nvPr/>
        </p:nvCxnSpPr>
        <p:spPr>
          <a:xfrm>
            <a:off x="3382662" y="3067104"/>
            <a:ext cx="0" cy="358405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845905AD-89B8-7B17-CB3A-8BC3A7F1C0DD}"/>
              </a:ext>
            </a:extLst>
          </p:cNvPr>
          <p:cNvCxnSpPr>
            <a:cxnSpLocks/>
          </p:cNvCxnSpPr>
          <p:nvPr/>
        </p:nvCxnSpPr>
        <p:spPr>
          <a:xfrm>
            <a:off x="5917582" y="3067104"/>
            <a:ext cx="0" cy="358405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58813169-8940-BBBB-A8F1-9EC6BA4B3247}"/>
              </a:ext>
            </a:extLst>
          </p:cNvPr>
          <p:cNvGrpSpPr/>
          <p:nvPr/>
        </p:nvGrpSpPr>
        <p:grpSpPr>
          <a:xfrm>
            <a:off x="292530" y="3178777"/>
            <a:ext cx="9158219" cy="3198791"/>
            <a:chOff x="240523" y="3481535"/>
            <a:chExt cx="7455268" cy="3225809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39A5C465-89FD-BF95-FD5E-9A4E8F1551B9}"/>
                </a:ext>
              </a:extLst>
            </p:cNvPr>
            <p:cNvSpPr/>
            <p:nvPr/>
          </p:nvSpPr>
          <p:spPr>
            <a:xfrm>
              <a:off x="240523" y="3481535"/>
              <a:ext cx="418421" cy="807846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10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Revenue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31281D09-C5C4-BF02-0B90-972DD1B0924F}"/>
                </a:ext>
              </a:extLst>
            </p:cNvPr>
            <p:cNvSpPr/>
            <p:nvPr/>
          </p:nvSpPr>
          <p:spPr>
            <a:xfrm>
              <a:off x="240523" y="4376822"/>
              <a:ext cx="415851" cy="229354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10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Cost</a:t>
              </a:r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F1059BF4-63A4-BD31-DBA2-6C89C4E29289}"/>
                </a:ext>
              </a:extLst>
            </p:cNvPr>
            <p:cNvSpPr/>
            <p:nvPr/>
          </p:nvSpPr>
          <p:spPr>
            <a:xfrm>
              <a:off x="733154" y="3481535"/>
              <a:ext cx="1991365" cy="807846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7016A444-65B9-565A-1133-0D4471B9D8DC}"/>
                </a:ext>
              </a:extLst>
            </p:cNvPr>
            <p:cNvSpPr txBox="1"/>
            <p:nvPr/>
          </p:nvSpPr>
          <p:spPr>
            <a:xfrm>
              <a:off x="715833" y="3516934"/>
              <a:ext cx="475298" cy="1551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SG" sz="10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 Sales</a:t>
              </a:r>
            </a:p>
          </p:txBody>
        </p: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18DFFF4A-5AC4-499F-7629-CCE4A8D41B0D}"/>
                </a:ext>
              </a:extLst>
            </p:cNvPr>
            <p:cNvCxnSpPr>
              <a:stCxn id="100" idx="3"/>
            </p:cNvCxnSpPr>
            <p:nvPr/>
          </p:nvCxnSpPr>
          <p:spPr>
            <a:xfrm flipV="1">
              <a:off x="1191132" y="3586780"/>
              <a:ext cx="237171" cy="7748"/>
            </a:xfrm>
            <a:prstGeom prst="line">
              <a:avLst/>
            </a:prstGeom>
            <a:ln w="127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3347F95D-9630-3743-D010-5AF70498CF12}"/>
                </a:ext>
              </a:extLst>
            </p:cNvPr>
            <p:cNvGrpSpPr/>
            <p:nvPr/>
          </p:nvGrpSpPr>
          <p:grpSpPr>
            <a:xfrm>
              <a:off x="1321623" y="3593697"/>
              <a:ext cx="106680" cy="348768"/>
              <a:chOff x="1496735" y="3329494"/>
              <a:chExt cx="179665" cy="384212"/>
            </a:xfrm>
          </p:grpSpPr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C713C181-B1F8-50EF-C115-D3924E5186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6735" y="3706086"/>
                <a:ext cx="179665" cy="0"/>
              </a:xfrm>
              <a:prstGeom prst="line">
                <a:avLst/>
              </a:prstGeom>
              <a:ln w="12700">
                <a:solidFill>
                  <a:srgbClr val="00206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46F3CFBC-2A50-67E3-0094-C1F67526BA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6735" y="3329494"/>
                <a:ext cx="0" cy="384212"/>
              </a:xfrm>
              <a:prstGeom prst="line">
                <a:avLst/>
              </a:prstGeom>
              <a:ln w="12700">
                <a:solidFill>
                  <a:srgbClr val="00206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64CF68B5-3FEF-7CB5-8DCA-528C870DC9C0}"/>
                </a:ext>
              </a:extLst>
            </p:cNvPr>
            <p:cNvSpPr txBox="1"/>
            <p:nvPr/>
          </p:nvSpPr>
          <p:spPr>
            <a:xfrm>
              <a:off x="1468665" y="3521546"/>
              <a:ext cx="547049" cy="12415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SG" sz="8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 Vehicle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81874A00-2921-318C-3132-0899467DEAF1}"/>
                </a:ext>
              </a:extLst>
            </p:cNvPr>
            <p:cNvSpPr txBox="1"/>
            <p:nvPr/>
          </p:nvSpPr>
          <p:spPr>
            <a:xfrm>
              <a:off x="1466402" y="3871854"/>
              <a:ext cx="1198327" cy="12415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SG" sz="8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 Engine &amp; Spare Part</a:t>
              </a:r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A848B9C5-C2AD-0430-57C5-D577B49092F6}"/>
                </a:ext>
              </a:extLst>
            </p:cNvPr>
            <p:cNvSpPr/>
            <p:nvPr/>
          </p:nvSpPr>
          <p:spPr>
            <a:xfrm>
              <a:off x="733154" y="4359226"/>
              <a:ext cx="1991365" cy="2302340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DBD48011-9DEC-E3F0-A72F-63DEFAD3F426}"/>
                </a:ext>
              </a:extLst>
            </p:cNvPr>
            <p:cNvSpPr txBox="1"/>
            <p:nvPr/>
          </p:nvSpPr>
          <p:spPr>
            <a:xfrm>
              <a:off x="671088" y="4380090"/>
              <a:ext cx="1514429" cy="1551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SG" sz="10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 Material consumption</a:t>
              </a:r>
            </a:p>
          </p:txBody>
        </p: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BD9FA0C2-66C5-4807-DED0-023414D6B1A5}"/>
                </a:ext>
              </a:extLst>
            </p:cNvPr>
            <p:cNvGrpSpPr/>
            <p:nvPr/>
          </p:nvGrpSpPr>
          <p:grpSpPr>
            <a:xfrm>
              <a:off x="864422" y="4514781"/>
              <a:ext cx="80011" cy="70391"/>
              <a:chOff x="1490570" y="3329494"/>
              <a:chExt cx="179665" cy="384212"/>
            </a:xfrm>
          </p:grpSpPr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3D1E7A3C-0B2B-1181-B987-0EEF67820F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0570" y="3696053"/>
                <a:ext cx="179665" cy="0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E87DA6F2-5FC4-798C-FC7A-16F929F4C1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6735" y="3329494"/>
                <a:ext cx="0" cy="384212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F21F33A4-0548-D8FC-A6C9-BAF963FFC360}"/>
                </a:ext>
              </a:extLst>
            </p:cNvPr>
            <p:cNvSpPr txBox="1"/>
            <p:nvPr/>
          </p:nvSpPr>
          <p:spPr>
            <a:xfrm>
              <a:off x="975007" y="4509242"/>
              <a:ext cx="870998" cy="12415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SG" sz="8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 OS&amp;D Cost</a:t>
              </a:r>
            </a:p>
          </p:txBody>
        </p: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9AEB5C54-64E6-B85A-D8FD-2F020B21E9E7}"/>
                </a:ext>
              </a:extLst>
            </p:cNvPr>
            <p:cNvGrpSpPr/>
            <p:nvPr/>
          </p:nvGrpSpPr>
          <p:grpSpPr>
            <a:xfrm>
              <a:off x="864422" y="4579088"/>
              <a:ext cx="80011" cy="132428"/>
              <a:chOff x="1490570" y="3329494"/>
              <a:chExt cx="179665" cy="384212"/>
            </a:xfrm>
          </p:grpSpPr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C3CE0DAB-6FF5-E076-8316-ACA67AFB34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0570" y="3696053"/>
                <a:ext cx="179665" cy="0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AEA6B022-E6C8-9584-4218-EA78155B5C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6735" y="3329494"/>
                <a:ext cx="0" cy="384212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A4BA0E37-D2C2-E102-1C7D-5C72CBB06663}"/>
                </a:ext>
              </a:extLst>
            </p:cNvPr>
            <p:cNvSpPr txBox="1"/>
            <p:nvPr/>
          </p:nvSpPr>
          <p:spPr>
            <a:xfrm>
              <a:off x="975007" y="4635586"/>
              <a:ext cx="1728371" cy="12415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SG" sz="8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 </a:t>
              </a:r>
              <a:r>
                <a:rPr kumimoji="0" lang="en-GB" sz="8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FG Inventory Working Capital Cost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354C1680-5B5F-090F-8234-8F7B53505824}"/>
                </a:ext>
              </a:extLst>
            </p:cNvPr>
            <p:cNvSpPr txBox="1"/>
            <p:nvPr/>
          </p:nvSpPr>
          <p:spPr>
            <a:xfrm>
              <a:off x="758863" y="5050091"/>
              <a:ext cx="2011903" cy="1551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SG" sz="10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 Logistics services cost </a:t>
              </a:r>
              <a:r>
                <a:rPr kumimoji="0" lang="en-SG" sz="8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(</a:t>
              </a:r>
              <a:r>
                <a:rPr kumimoji="0" lang="en-SG" sz="800" b="0" i="0" u="none" strike="noStrike" kern="1200" cap="none" spc="0" normalizeH="0" baseline="0" noProof="0" err="1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Glovis</a:t>
              </a:r>
              <a:r>
                <a:rPr kumimoji="0" lang="en-SG" sz="8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)</a:t>
              </a:r>
              <a:endParaRPr kumimoji="0" lang="en-SG" sz="1000" b="0" i="0" u="none" strike="noStrike" kern="1200" cap="none" spc="0" normalizeH="0" baseline="0" noProof="0">
                <a:ln>
                  <a:noFill/>
                </a:ln>
                <a:solidFill>
                  <a:srgbClr val="E97132">
                    <a:lumMod val="50000"/>
                  </a:srgb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EA3B0323-5265-C8FC-2C8C-E05D1A788D73}"/>
                </a:ext>
              </a:extLst>
            </p:cNvPr>
            <p:cNvSpPr txBox="1"/>
            <p:nvPr/>
          </p:nvSpPr>
          <p:spPr>
            <a:xfrm>
              <a:off x="758863" y="5284213"/>
              <a:ext cx="1284827" cy="1551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SG" sz="10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 </a:t>
              </a:r>
              <a:r>
                <a:rPr kumimoji="0" lang="en-SG" sz="1000" b="1" i="0" u="sng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Employee benefits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7054A042-9EF7-6B04-FDB8-8EFB742DB567}"/>
                </a:ext>
              </a:extLst>
            </p:cNvPr>
            <p:cNvSpPr txBox="1"/>
            <p:nvPr/>
          </p:nvSpPr>
          <p:spPr>
            <a:xfrm>
              <a:off x="758863" y="5984515"/>
              <a:ext cx="1400466" cy="1551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SG" sz="10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 Energy consumption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03BC9F5D-03CE-F069-8FBE-EEFAC3A86A19}"/>
                </a:ext>
              </a:extLst>
            </p:cNvPr>
            <p:cNvSpPr txBox="1"/>
            <p:nvPr/>
          </p:nvSpPr>
          <p:spPr>
            <a:xfrm>
              <a:off x="1012863" y="5779040"/>
              <a:ext cx="141120" cy="16294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105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…</a:t>
              </a:r>
            </a:p>
          </p:txBody>
        </p: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164158EE-F49C-F2C8-AE58-4076416C436A}"/>
                </a:ext>
              </a:extLst>
            </p:cNvPr>
            <p:cNvGrpSpPr/>
            <p:nvPr/>
          </p:nvGrpSpPr>
          <p:grpSpPr>
            <a:xfrm>
              <a:off x="864422" y="5433727"/>
              <a:ext cx="80011" cy="82106"/>
              <a:chOff x="1490570" y="3329494"/>
              <a:chExt cx="179665" cy="384212"/>
            </a:xfrm>
          </p:grpSpPr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E3181390-4C29-C5BD-8472-FACB4A4ECD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0570" y="3696053"/>
                <a:ext cx="179665" cy="0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A8E51584-BE9A-A1AA-2A93-3042FE87DD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6735" y="3329494"/>
                <a:ext cx="0" cy="384212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7334198E-9221-E1A3-5EDD-F44D6B1E6D74}"/>
                </a:ext>
              </a:extLst>
            </p:cNvPr>
            <p:cNvSpPr txBox="1"/>
            <p:nvPr/>
          </p:nvSpPr>
          <p:spPr>
            <a:xfrm>
              <a:off x="975008" y="5447072"/>
              <a:ext cx="1002680" cy="12415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SG" sz="8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 </a:t>
              </a:r>
              <a:r>
                <a:rPr kumimoji="0" lang="en-GB" sz="8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Labour Cost-Body</a:t>
              </a:r>
            </a:p>
          </p:txBody>
        </p: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71FEC7D1-900A-6192-6B12-06F8D92E916C}"/>
                </a:ext>
              </a:extLst>
            </p:cNvPr>
            <p:cNvGrpSpPr/>
            <p:nvPr/>
          </p:nvGrpSpPr>
          <p:grpSpPr>
            <a:xfrm>
              <a:off x="864422" y="5500012"/>
              <a:ext cx="80011" cy="132428"/>
              <a:chOff x="1490570" y="3329494"/>
              <a:chExt cx="179665" cy="384212"/>
            </a:xfrm>
          </p:grpSpPr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466E01CC-056D-27E0-9A58-705E73B8A0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0570" y="3696053"/>
                <a:ext cx="179665" cy="0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CFF67963-1687-48E6-1EC6-876B9AEF2C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6735" y="3329494"/>
                <a:ext cx="0" cy="384212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38233A82-0190-9AD6-0642-7F76A7B7614A}"/>
                </a:ext>
              </a:extLst>
            </p:cNvPr>
            <p:cNvSpPr txBox="1"/>
            <p:nvPr/>
          </p:nvSpPr>
          <p:spPr>
            <a:xfrm>
              <a:off x="975008" y="5563679"/>
              <a:ext cx="1002680" cy="12415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SG" sz="8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 </a:t>
              </a:r>
              <a:r>
                <a:rPr kumimoji="0" lang="en-GB" sz="8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Labour Cost-Paint</a:t>
              </a:r>
            </a:p>
          </p:txBody>
        </p: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A786E537-E17A-2E80-17EA-E6380F9E44A4}"/>
                </a:ext>
              </a:extLst>
            </p:cNvPr>
            <p:cNvGrpSpPr/>
            <p:nvPr/>
          </p:nvGrpSpPr>
          <p:grpSpPr>
            <a:xfrm>
              <a:off x="864422" y="5618183"/>
              <a:ext cx="80011" cy="132428"/>
              <a:chOff x="1490570" y="3329494"/>
              <a:chExt cx="179665" cy="384212"/>
            </a:xfrm>
          </p:grpSpPr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FB16453A-E702-C218-7481-8F45C15293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0570" y="3696053"/>
                <a:ext cx="179665" cy="0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20E64CEB-BE64-D90E-372B-C124EB49D4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6735" y="3329494"/>
                <a:ext cx="0" cy="384212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A36087A9-9E67-8CDA-79A7-311D16DEE1AF}"/>
                </a:ext>
              </a:extLst>
            </p:cNvPr>
            <p:cNvSpPr txBox="1"/>
            <p:nvPr/>
          </p:nvSpPr>
          <p:spPr>
            <a:xfrm>
              <a:off x="975007" y="5681850"/>
              <a:ext cx="1210507" cy="12415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SG" sz="800" b="1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 </a:t>
              </a:r>
              <a:r>
                <a:rPr kumimoji="0" lang="en-GB" sz="800" b="1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Labour Cost-Assembly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D5D47B16-D4CF-2B4D-2C08-89F65A0A1E12}"/>
                </a:ext>
              </a:extLst>
            </p:cNvPr>
            <p:cNvSpPr txBox="1"/>
            <p:nvPr/>
          </p:nvSpPr>
          <p:spPr>
            <a:xfrm>
              <a:off x="758863" y="6196544"/>
              <a:ext cx="1400466" cy="1551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SG" sz="10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 Other Cost Items</a:t>
              </a:r>
            </a:p>
          </p:txBody>
        </p:sp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FCEFDA0C-9D0B-8C7C-28D1-7B618E7B5785}"/>
                </a:ext>
              </a:extLst>
            </p:cNvPr>
            <p:cNvGrpSpPr/>
            <p:nvPr/>
          </p:nvGrpSpPr>
          <p:grpSpPr>
            <a:xfrm>
              <a:off x="864422" y="4699482"/>
              <a:ext cx="80011" cy="132428"/>
              <a:chOff x="1490570" y="3329494"/>
              <a:chExt cx="179665" cy="384212"/>
            </a:xfrm>
          </p:grpSpPr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2D05287D-BDD7-B4D4-4A9E-9DB352017D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0570" y="3696053"/>
                <a:ext cx="179665" cy="0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D78F169-E77D-189C-0D52-055FE2A8F5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6735" y="3329494"/>
                <a:ext cx="0" cy="384212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9D0ED61-C719-6548-BF10-8BE519C8CCD4}"/>
                </a:ext>
              </a:extLst>
            </p:cNvPr>
            <p:cNvSpPr txBox="1"/>
            <p:nvPr/>
          </p:nvSpPr>
          <p:spPr>
            <a:xfrm>
              <a:off x="975007" y="4756207"/>
              <a:ext cx="1728371" cy="12415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SG" sz="8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 Parts &amp; Consumables usage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76F7931E-C6AC-4CA0-ED46-A13F2BCADD95}"/>
                </a:ext>
              </a:extLst>
            </p:cNvPr>
            <p:cNvSpPr txBox="1"/>
            <p:nvPr/>
          </p:nvSpPr>
          <p:spPr>
            <a:xfrm>
              <a:off x="1012863" y="4841628"/>
              <a:ext cx="141120" cy="16294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105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…</a:t>
              </a:r>
            </a:p>
          </p:txBody>
        </p: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BBC17FB9-6EF1-136E-2C39-4881AEB04CD7}"/>
                </a:ext>
              </a:extLst>
            </p:cNvPr>
            <p:cNvGrpSpPr/>
            <p:nvPr/>
          </p:nvGrpSpPr>
          <p:grpSpPr>
            <a:xfrm>
              <a:off x="864422" y="6333033"/>
              <a:ext cx="80011" cy="88424"/>
              <a:chOff x="1490570" y="3329494"/>
              <a:chExt cx="179665" cy="384212"/>
            </a:xfrm>
          </p:grpSpPr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686B48D8-99B8-024F-B1EA-38A4D0E143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0570" y="3696053"/>
                <a:ext cx="179665" cy="0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7D0CE92-05AC-69C6-26CF-AD5749B306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6735" y="3329494"/>
                <a:ext cx="0" cy="384212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86D74FE7-60ED-D728-2B39-2E11DC452BB9}"/>
                </a:ext>
              </a:extLst>
            </p:cNvPr>
            <p:cNvSpPr txBox="1"/>
            <p:nvPr/>
          </p:nvSpPr>
          <p:spPr>
            <a:xfrm>
              <a:off x="975008" y="6352696"/>
              <a:ext cx="1002680" cy="12415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SG" sz="8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 </a:t>
              </a:r>
              <a:r>
                <a:rPr kumimoji="0" lang="en-GB" sz="8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Air freight Cost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E5D49555-A524-DDE2-B00D-33542A7ED461}"/>
                </a:ext>
              </a:extLst>
            </p:cNvPr>
            <p:cNvSpPr txBox="1"/>
            <p:nvPr/>
          </p:nvSpPr>
          <p:spPr>
            <a:xfrm>
              <a:off x="1012863" y="6461833"/>
              <a:ext cx="141120" cy="16294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105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…</a:t>
              </a:r>
            </a:p>
          </p:txBody>
        </p: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43CE749E-6384-4D94-B60B-8DF561AF6C30}"/>
                </a:ext>
              </a:extLst>
            </p:cNvPr>
            <p:cNvGrpSpPr/>
            <p:nvPr/>
          </p:nvGrpSpPr>
          <p:grpSpPr>
            <a:xfrm>
              <a:off x="1321623" y="3894410"/>
              <a:ext cx="106680" cy="348768"/>
              <a:chOff x="1496735" y="3329494"/>
              <a:chExt cx="179665" cy="384212"/>
            </a:xfrm>
          </p:grpSpPr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41795230-2447-2290-68B4-9D2C1BEDE9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6735" y="3706086"/>
                <a:ext cx="179665" cy="0"/>
              </a:xfrm>
              <a:prstGeom prst="line">
                <a:avLst/>
              </a:prstGeom>
              <a:ln w="12700">
                <a:solidFill>
                  <a:srgbClr val="00206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>
                <a:extLst>
                  <a:ext uri="{FF2B5EF4-FFF2-40B4-BE49-F238E27FC236}">
                    <a16:creationId xmlns:a16="http://schemas.microsoft.com/office/drawing/2014/main" id="{42C3F797-3991-BD9B-85BD-11B6C47542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6735" y="3329494"/>
                <a:ext cx="0" cy="384212"/>
              </a:xfrm>
              <a:prstGeom prst="line">
                <a:avLst/>
              </a:prstGeom>
              <a:ln w="12700">
                <a:solidFill>
                  <a:srgbClr val="00206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691010A0-3A56-B361-3299-7EFBD909C540}"/>
                </a:ext>
              </a:extLst>
            </p:cNvPr>
            <p:cNvSpPr txBox="1"/>
            <p:nvPr/>
          </p:nvSpPr>
          <p:spPr>
            <a:xfrm>
              <a:off x="1466402" y="4175744"/>
              <a:ext cx="1198327" cy="12415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SG" sz="8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 Warranty</a:t>
              </a: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CE9171C1-C292-5B95-28D8-6B1DBC7E026C}"/>
                </a:ext>
              </a:extLst>
            </p:cNvPr>
            <p:cNvSpPr txBox="1"/>
            <p:nvPr/>
          </p:nvSpPr>
          <p:spPr>
            <a:xfrm>
              <a:off x="2981998" y="3552984"/>
              <a:ext cx="1198223" cy="1551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SG" sz="10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 </a:t>
              </a:r>
              <a:r>
                <a:rPr kumimoji="0" lang="en-SG" sz="1000" b="1" i="0" u="sng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Direct Labour cost</a:t>
              </a: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C0640AE3-CC59-CB01-FE94-4F4D84859F2C}"/>
                </a:ext>
              </a:extLst>
            </p:cNvPr>
            <p:cNvSpPr txBox="1"/>
            <p:nvPr/>
          </p:nvSpPr>
          <p:spPr>
            <a:xfrm>
              <a:off x="3182238" y="3723699"/>
              <a:ext cx="989820" cy="1551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SG" sz="10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 Assembly M/H</a:t>
              </a: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AA55CA21-2508-C5A6-633D-B87DFCC8250E}"/>
                </a:ext>
              </a:extLst>
            </p:cNvPr>
            <p:cNvSpPr txBox="1"/>
            <p:nvPr/>
          </p:nvSpPr>
          <p:spPr>
            <a:xfrm>
              <a:off x="3687957" y="4006242"/>
              <a:ext cx="671312" cy="12415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SG" sz="8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 Staff M/H</a:t>
              </a: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023BF715-6A90-776B-A5BE-1030100E2BE1}"/>
                </a:ext>
              </a:extLst>
            </p:cNvPr>
            <p:cNvSpPr txBox="1"/>
            <p:nvPr/>
          </p:nvSpPr>
          <p:spPr>
            <a:xfrm>
              <a:off x="3690069" y="4125166"/>
              <a:ext cx="926995" cy="12415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SG" sz="8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 Operator M/H</a:t>
              </a: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97E3390E-D08D-A628-0486-C613A321D83F}"/>
                </a:ext>
              </a:extLst>
            </p:cNvPr>
            <p:cNvSpPr txBox="1"/>
            <p:nvPr/>
          </p:nvSpPr>
          <p:spPr>
            <a:xfrm>
              <a:off x="3690069" y="4240565"/>
              <a:ext cx="887695" cy="12415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SG" sz="8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 Leasing M/H</a:t>
              </a:r>
            </a:p>
          </p:txBody>
        </p: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FC57FA2B-6E6E-40FD-7529-3555A94EC41E}"/>
                </a:ext>
              </a:extLst>
            </p:cNvPr>
            <p:cNvGrpSpPr/>
            <p:nvPr/>
          </p:nvGrpSpPr>
          <p:grpSpPr>
            <a:xfrm>
              <a:off x="3087155" y="3716877"/>
              <a:ext cx="80011" cy="82106"/>
              <a:chOff x="1490570" y="3329494"/>
              <a:chExt cx="179665" cy="384212"/>
            </a:xfrm>
          </p:grpSpPr>
          <p:cxnSp>
            <p:nvCxnSpPr>
              <p:cNvPr id="215" name="Straight Connector 214">
                <a:extLst>
                  <a:ext uri="{FF2B5EF4-FFF2-40B4-BE49-F238E27FC236}">
                    <a16:creationId xmlns:a16="http://schemas.microsoft.com/office/drawing/2014/main" id="{FF634E28-D07D-58CE-86D8-7029CD066A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0570" y="3696053"/>
                <a:ext cx="179665" cy="0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9F55F932-4148-E482-BAFA-087944EB2F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6735" y="3329494"/>
                <a:ext cx="0" cy="384212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7" name="Group 216">
              <a:extLst>
                <a:ext uri="{FF2B5EF4-FFF2-40B4-BE49-F238E27FC236}">
                  <a16:creationId xmlns:a16="http://schemas.microsoft.com/office/drawing/2014/main" id="{4A855DCB-55A7-03DE-B1F7-D0DC4BC74876}"/>
                </a:ext>
              </a:extLst>
            </p:cNvPr>
            <p:cNvGrpSpPr/>
            <p:nvPr/>
          </p:nvGrpSpPr>
          <p:grpSpPr>
            <a:xfrm>
              <a:off x="3348243" y="3867398"/>
              <a:ext cx="80011" cy="82106"/>
              <a:chOff x="1490570" y="3329494"/>
              <a:chExt cx="179665" cy="384212"/>
            </a:xfrm>
          </p:grpSpPr>
          <p:cxnSp>
            <p:nvCxnSpPr>
              <p:cNvPr id="218" name="Straight Connector 217">
                <a:extLst>
                  <a:ext uri="{FF2B5EF4-FFF2-40B4-BE49-F238E27FC236}">
                    <a16:creationId xmlns:a16="http://schemas.microsoft.com/office/drawing/2014/main" id="{38A08A78-589E-3283-52E8-8D8EC2EF6F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0570" y="3696053"/>
                <a:ext cx="179665" cy="0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68265A0A-5971-AFD1-F00D-A775C87C5E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6735" y="3329494"/>
                <a:ext cx="0" cy="384212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A3E2CBE0-C732-F4FE-979C-2561D84EE077}"/>
                </a:ext>
              </a:extLst>
            </p:cNvPr>
            <p:cNvSpPr txBox="1"/>
            <p:nvPr/>
          </p:nvSpPr>
          <p:spPr>
            <a:xfrm>
              <a:off x="3450462" y="3866876"/>
              <a:ext cx="703307" cy="1551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SG" sz="10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 Trim Line</a:t>
              </a:r>
            </a:p>
          </p:txBody>
        </p: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5FCDB9DD-3DFB-97DF-5E77-9BB81981805B}"/>
                </a:ext>
              </a:extLst>
            </p:cNvPr>
            <p:cNvGrpSpPr/>
            <p:nvPr/>
          </p:nvGrpSpPr>
          <p:grpSpPr>
            <a:xfrm>
              <a:off x="3348243" y="3934257"/>
              <a:ext cx="80011" cy="682278"/>
              <a:chOff x="1490570" y="3329494"/>
              <a:chExt cx="179665" cy="384212"/>
            </a:xfrm>
          </p:grpSpPr>
          <p:cxnSp>
            <p:nvCxnSpPr>
              <p:cNvPr id="233" name="Straight Connector 232">
                <a:extLst>
                  <a:ext uri="{FF2B5EF4-FFF2-40B4-BE49-F238E27FC236}">
                    <a16:creationId xmlns:a16="http://schemas.microsoft.com/office/drawing/2014/main" id="{3D067ADA-C376-E874-44D4-D3B624E072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0570" y="3709308"/>
                <a:ext cx="179665" cy="0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Straight Connector 233">
                <a:extLst>
                  <a:ext uri="{FF2B5EF4-FFF2-40B4-BE49-F238E27FC236}">
                    <a16:creationId xmlns:a16="http://schemas.microsoft.com/office/drawing/2014/main" id="{FD34468C-01B8-A851-23C3-1703433583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6735" y="3329494"/>
                <a:ext cx="0" cy="384212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6200E14A-0B82-BC0F-896D-DBF8695D17B6}"/>
                </a:ext>
              </a:extLst>
            </p:cNvPr>
            <p:cNvSpPr txBox="1"/>
            <p:nvPr/>
          </p:nvSpPr>
          <p:spPr>
            <a:xfrm>
              <a:off x="3450462" y="4539611"/>
              <a:ext cx="898018" cy="1551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SG" sz="10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 Chassis Line</a:t>
              </a: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7D8212A6-2DB5-AFC9-4C7E-16A42101F40D}"/>
                </a:ext>
              </a:extLst>
            </p:cNvPr>
            <p:cNvSpPr txBox="1"/>
            <p:nvPr/>
          </p:nvSpPr>
          <p:spPr>
            <a:xfrm>
              <a:off x="3568717" y="4673933"/>
              <a:ext cx="137523" cy="1551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10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…</a:t>
              </a:r>
            </a:p>
          </p:txBody>
        </p:sp>
        <p:grpSp>
          <p:nvGrpSpPr>
            <p:cNvPr id="237" name="Group 236">
              <a:extLst>
                <a:ext uri="{FF2B5EF4-FFF2-40B4-BE49-F238E27FC236}">
                  <a16:creationId xmlns:a16="http://schemas.microsoft.com/office/drawing/2014/main" id="{3291A23D-0F13-61EA-A25F-FE4FF5F63DE4}"/>
                </a:ext>
              </a:extLst>
            </p:cNvPr>
            <p:cNvGrpSpPr/>
            <p:nvPr/>
          </p:nvGrpSpPr>
          <p:grpSpPr>
            <a:xfrm>
              <a:off x="3598526" y="4007267"/>
              <a:ext cx="80011" cy="82106"/>
              <a:chOff x="1490570" y="3329494"/>
              <a:chExt cx="179665" cy="384212"/>
            </a:xfrm>
          </p:grpSpPr>
          <p:cxnSp>
            <p:nvCxnSpPr>
              <p:cNvPr id="238" name="Straight Connector 237">
                <a:extLst>
                  <a:ext uri="{FF2B5EF4-FFF2-40B4-BE49-F238E27FC236}">
                    <a16:creationId xmlns:a16="http://schemas.microsoft.com/office/drawing/2014/main" id="{767E7F27-5851-3094-97B7-BCE303F195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0570" y="3696053"/>
                <a:ext cx="179665" cy="0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0726AACD-966F-55F5-67E0-C0AE2B7974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6735" y="3329494"/>
                <a:ext cx="0" cy="384212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0" name="Group 239">
              <a:extLst>
                <a:ext uri="{FF2B5EF4-FFF2-40B4-BE49-F238E27FC236}">
                  <a16:creationId xmlns:a16="http://schemas.microsoft.com/office/drawing/2014/main" id="{8F0DC6FD-F764-579F-4162-E6B032E8E9D0}"/>
                </a:ext>
              </a:extLst>
            </p:cNvPr>
            <p:cNvGrpSpPr/>
            <p:nvPr/>
          </p:nvGrpSpPr>
          <p:grpSpPr>
            <a:xfrm>
              <a:off x="3598526" y="4076752"/>
              <a:ext cx="80011" cy="132114"/>
              <a:chOff x="1490570" y="3329494"/>
              <a:chExt cx="179665" cy="384212"/>
            </a:xfrm>
          </p:grpSpPr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F4E51343-A1D2-3716-84AD-23502E0F53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0570" y="3696053"/>
                <a:ext cx="179665" cy="0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>
                <a:extLst>
                  <a:ext uri="{FF2B5EF4-FFF2-40B4-BE49-F238E27FC236}">
                    <a16:creationId xmlns:a16="http://schemas.microsoft.com/office/drawing/2014/main" id="{3C07478F-6794-BDA1-5965-54EACD57F0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6735" y="3329494"/>
                <a:ext cx="0" cy="384212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B318D7EC-E295-4870-9DF0-071B65947D49}"/>
                </a:ext>
              </a:extLst>
            </p:cNvPr>
            <p:cNvGrpSpPr/>
            <p:nvPr/>
          </p:nvGrpSpPr>
          <p:grpSpPr>
            <a:xfrm>
              <a:off x="3598526" y="4195012"/>
              <a:ext cx="80011" cy="132114"/>
              <a:chOff x="1490570" y="3329494"/>
              <a:chExt cx="179665" cy="384212"/>
            </a:xfrm>
          </p:grpSpPr>
          <p:cxnSp>
            <p:nvCxnSpPr>
              <p:cNvPr id="244" name="Straight Connector 243">
                <a:extLst>
                  <a:ext uri="{FF2B5EF4-FFF2-40B4-BE49-F238E27FC236}">
                    <a16:creationId xmlns:a16="http://schemas.microsoft.com/office/drawing/2014/main" id="{2C4C64B5-7A1D-BBEB-F5CA-4C4CEB013E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0570" y="3696053"/>
                <a:ext cx="179665" cy="0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CEE114AB-9320-FA8C-A01E-F7F5E30827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6735" y="3329494"/>
                <a:ext cx="0" cy="384212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6" name="Group 245">
              <a:extLst>
                <a:ext uri="{FF2B5EF4-FFF2-40B4-BE49-F238E27FC236}">
                  <a16:creationId xmlns:a16="http://schemas.microsoft.com/office/drawing/2014/main" id="{08111E36-3ACB-DF63-CABE-5BA4E9A912FE}"/>
                </a:ext>
              </a:extLst>
            </p:cNvPr>
            <p:cNvGrpSpPr/>
            <p:nvPr/>
          </p:nvGrpSpPr>
          <p:grpSpPr>
            <a:xfrm>
              <a:off x="3598526" y="4316070"/>
              <a:ext cx="80011" cy="132114"/>
              <a:chOff x="1490570" y="3329494"/>
              <a:chExt cx="179665" cy="384212"/>
            </a:xfrm>
          </p:grpSpPr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56CABEB4-3164-0AF2-573E-3D28C8E0DB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0570" y="3696053"/>
                <a:ext cx="179665" cy="0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3A09FC0F-F927-A4D8-BBA9-48CE4FBFFD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6735" y="3329494"/>
                <a:ext cx="0" cy="384212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E272FB8F-D837-A388-8214-16142F15D6FE}"/>
                </a:ext>
              </a:extLst>
            </p:cNvPr>
            <p:cNvSpPr txBox="1"/>
            <p:nvPr/>
          </p:nvSpPr>
          <p:spPr>
            <a:xfrm>
              <a:off x="3690069" y="4367486"/>
              <a:ext cx="1122069" cy="12415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SG" sz="8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 O/Sourcing M/H</a:t>
              </a:r>
            </a:p>
          </p:txBody>
        </p:sp>
        <p:grpSp>
          <p:nvGrpSpPr>
            <p:cNvPr id="250" name="Group 249">
              <a:extLst>
                <a:ext uri="{FF2B5EF4-FFF2-40B4-BE49-F238E27FC236}">
                  <a16:creationId xmlns:a16="http://schemas.microsoft.com/office/drawing/2014/main" id="{4522FFC1-C2D0-6B80-126C-5E0E730277CB}"/>
                </a:ext>
              </a:extLst>
            </p:cNvPr>
            <p:cNvGrpSpPr/>
            <p:nvPr/>
          </p:nvGrpSpPr>
          <p:grpSpPr>
            <a:xfrm>
              <a:off x="3087155" y="3786096"/>
              <a:ext cx="80011" cy="1479458"/>
              <a:chOff x="1490570" y="3329494"/>
              <a:chExt cx="179665" cy="384212"/>
            </a:xfrm>
          </p:grpSpPr>
          <p:cxnSp>
            <p:nvCxnSpPr>
              <p:cNvPr id="251" name="Straight Connector 250">
                <a:extLst>
                  <a:ext uri="{FF2B5EF4-FFF2-40B4-BE49-F238E27FC236}">
                    <a16:creationId xmlns:a16="http://schemas.microsoft.com/office/drawing/2014/main" id="{586C75EF-4863-CD47-48E9-4BA979BFF0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0570" y="3711776"/>
                <a:ext cx="179665" cy="0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66F86997-3D83-FFE4-8CCC-23D6B1ABA5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6735" y="3329494"/>
                <a:ext cx="0" cy="384212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B2EDEC3E-9D6A-E5D1-33A7-03448F775C8C}"/>
                </a:ext>
              </a:extLst>
            </p:cNvPr>
            <p:cNvSpPr txBox="1"/>
            <p:nvPr/>
          </p:nvSpPr>
          <p:spPr>
            <a:xfrm>
              <a:off x="3182238" y="5180269"/>
              <a:ext cx="1151002" cy="1551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SG" sz="10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 Body Labour cost</a:t>
              </a:r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ED4AF512-8E08-AB84-167F-C9B35EB39FBC}"/>
                </a:ext>
              </a:extLst>
            </p:cNvPr>
            <p:cNvSpPr/>
            <p:nvPr/>
          </p:nvSpPr>
          <p:spPr>
            <a:xfrm>
              <a:off x="1962912" y="3633299"/>
              <a:ext cx="987552" cy="1741248"/>
            </a:xfrm>
            <a:custGeom>
              <a:avLst/>
              <a:gdLst>
                <a:gd name="connsiteX0" fmla="*/ 0 w 987552"/>
                <a:gd name="connsiteY0" fmla="*/ 1164336 h 1164336"/>
                <a:gd name="connsiteX1" fmla="*/ 908304 w 987552"/>
                <a:gd name="connsiteY1" fmla="*/ 1164336 h 1164336"/>
                <a:gd name="connsiteX2" fmla="*/ 908304 w 987552"/>
                <a:gd name="connsiteY2" fmla="*/ 0 h 1164336"/>
                <a:gd name="connsiteX3" fmla="*/ 987552 w 987552"/>
                <a:gd name="connsiteY3" fmla="*/ 0 h 116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552" h="1164336">
                  <a:moveTo>
                    <a:pt x="0" y="1164336"/>
                  </a:moveTo>
                  <a:lnTo>
                    <a:pt x="908304" y="1164336"/>
                  </a:lnTo>
                  <a:lnTo>
                    <a:pt x="908304" y="0"/>
                  </a:lnTo>
                  <a:lnTo>
                    <a:pt x="987552" y="0"/>
                  </a:lnTo>
                </a:path>
              </a:pathLst>
            </a:custGeom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</a:endParaRPr>
            </a:p>
          </p:txBody>
        </p:sp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7294C0AB-9718-7AB4-ADD0-68676721D82F}"/>
                </a:ext>
              </a:extLst>
            </p:cNvPr>
            <p:cNvSpPr txBox="1"/>
            <p:nvPr/>
          </p:nvSpPr>
          <p:spPr>
            <a:xfrm>
              <a:off x="3573797" y="4930968"/>
              <a:ext cx="137523" cy="1551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10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…</a:t>
              </a:r>
            </a:p>
          </p:txBody>
        </p:sp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516FEFEF-E5C2-3E57-513E-12316B2236CB}"/>
                </a:ext>
              </a:extLst>
            </p:cNvPr>
            <p:cNvSpPr txBox="1"/>
            <p:nvPr/>
          </p:nvSpPr>
          <p:spPr>
            <a:xfrm>
              <a:off x="3086117" y="5321811"/>
              <a:ext cx="137523" cy="1551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10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…</a:t>
              </a: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76FBB32D-1926-C4AC-F1CE-417B9F3D3B08}"/>
                </a:ext>
              </a:extLst>
            </p:cNvPr>
            <p:cNvSpPr/>
            <p:nvPr/>
          </p:nvSpPr>
          <p:spPr>
            <a:xfrm>
              <a:off x="5021654" y="3714905"/>
              <a:ext cx="2674137" cy="45981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  Lack of real-time visibility into repair 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  duration and manual recording across  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  multiple platforms</a:t>
              </a:r>
              <a:endParaRPr kumimoji="0" lang="en-SG" sz="1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</a:endParaRPr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43D43804-271B-96BB-D86E-420E351EB990}"/>
                </a:ext>
              </a:extLst>
            </p:cNvPr>
            <p:cNvSpPr/>
            <p:nvPr/>
          </p:nvSpPr>
          <p:spPr>
            <a:xfrm>
              <a:off x="4556760" y="3633299"/>
              <a:ext cx="419100" cy="1242561"/>
            </a:xfrm>
            <a:custGeom>
              <a:avLst/>
              <a:gdLst>
                <a:gd name="connsiteX0" fmla="*/ 769620 w 769620"/>
                <a:gd name="connsiteY0" fmla="*/ 0 h 632460"/>
                <a:gd name="connsiteX1" fmla="*/ 769620 w 769620"/>
                <a:gd name="connsiteY1" fmla="*/ 0 h 632460"/>
                <a:gd name="connsiteX2" fmla="*/ 495300 w 769620"/>
                <a:gd name="connsiteY2" fmla="*/ 0 h 632460"/>
                <a:gd name="connsiteX3" fmla="*/ 495300 w 769620"/>
                <a:gd name="connsiteY3" fmla="*/ 632460 h 632460"/>
                <a:gd name="connsiteX4" fmla="*/ 388620 w 769620"/>
                <a:gd name="connsiteY4" fmla="*/ 632460 h 632460"/>
                <a:gd name="connsiteX5" fmla="*/ 0 w 769620"/>
                <a:gd name="connsiteY5" fmla="*/ 632460 h 632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9620" h="632460">
                  <a:moveTo>
                    <a:pt x="769620" y="0"/>
                  </a:moveTo>
                  <a:lnTo>
                    <a:pt x="769620" y="0"/>
                  </a:lnTo>
                  <a:lnTo>
                    <a:pt x="495300" y="0"/>
                  </a:lnTo>
                  <a:lnTo>
                    <a:pt x="495300" y="632460"/>
                  </a:lnTo>
                  <a:lnTo>
                    <a:pt x="388620" y="632460"/>
                  </a:lnTo>
                  <a:lnTo>
                    <a:pt x="0" y="632460"/>
                  </a:lnTo>
                </a:path>
              </a:pathLst>
            </a:custGeom>
            <a:noFill/>
            <a:ln>
              <a:solidFill>
                <a:srgbClr val="002060"/>
              </a:solidFill>
              <a:headEnd type="oval"/>
              <a:tailEnd type="triangle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</a:endParaRPr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DF296F39-D3B9-D5B7-FCF1-08620EC1822D}"/>
                </a:ext>
              </a:extLst>
            </p:cNvPr>
            <p:cNvSpPr txBox="1"/>
            <p:nvPr/>
          </p:nvSpPr>
          <p:spPr>
            <a:xfrm>
              <a:off x="3450462" y="4814365"/>
              <a:ext cx="931038" cy="1551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SG" sz="1000" b="1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 Repair Line</a:t>
              </a:r>
            </a:p>
          </p:txBody>
        </p:sp>
        <p:grpSp>
          <p:nvGrpSpPr>
            <p:cNvPr id="281" name="Group 280">
              <a:extLst>
                <a:ext uri="{FF2B5EF4-FFF2-40B4-BE49-F238E27FC236}">
                  <a16:creationId xmlns:a16="http://schemas.microsoft.com/office/drawing/2014/main" id="{43B4B806-B42C-FB92-7653-75C805080020}"/>
                </a:ext>
              </a:extLst>
            </p:cNvPr>
            <p:cNvGrpSpPr/>
            <p:nvPr/>
          </p:nvGrpSpPr>
          <p:grpSpPr>
            <a:xfrm>
              <a:off x="3348243" y="4586579"/>
              <a:ext cx="80011" cy="313031"/>
              <a:chOff x="1490570" y="3329494"/>
              <a:chExt cx="179665" cy="384212"/>
            </a:xfrm>
          </p:grpSpPr>
          <p:cxnSp>
            <p:nvCxnSpPr>
              <p:cNvPr id="282" name="Straight Connector 281">
                <a:extLst>
                  <a:ext uri="{FF2B5EF4-FFF2-40B4-BE49-F238E27FC236}">
                    <a16:creationId xmlns:a16="http://schemas.microsoft.com/office/drawing/2014/main" id="{7DF9997E-F483-274C-9018-A3156B0ACA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0570" y="3709308"/>
                <a:ext cx="179665" cy="0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Straight Connector 282">
                <a:extLst>
                  <a:ext uri="{FF2B5EF4-FFF2-40B4-BE49-F238E27FC236}">
                    <a16:creationId xmlns:a16="http://schemas.microsoft.com/office/drawing/2014/main" id="{2A7D5974-D8FF-40DB-2304-C3F4B0E090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6735" y="3329494"/>
                <a:ext cx="0" cy="384212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4" name="Rectangle: Rounded Corners 283">
              <a:extLst>
                <a:ext uri="{FF2B5EF4-FFF2-40B4-BE49-F238E27FC236}">
                  <a16:creationId xmlns:a16="http://schemas.microsoft.com/office/drawing/2014/main" id="{7D3C25BB-B989-6DA1-F91F-C5C0C5299EBF}"/>
                </a:ext>
              </a:extLst>
            </p:cNvPr>
            <p:cNvSpPr/>
            <p:nvPr/>
          </p:nvSpPr>
          <p:spPr>
            <a:xfrm>
              <a:off x="5021506" y="3584468"/>
              <a:ext cx="487605" cy="120683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10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AS002</a:t>
              </a:r>
            </a:p>
          </p:txBody>
        </p:sp>
        <p:sp>
          <p:nvSpPr>
            <p:cNvPr id="285" name="제목 1">
              <a:extLst>
                <a:ext uri="{FF2B5EF4-FFF2-40B4-BE49-F238E27FC236}">
                  <a16:creationId xmlns:a16="http://schemas.microsoft.com/office/drawing/2014/main" id="{4B3D220B-0ACF-EC79-7C9E-930022352450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4544757" y="4213649"/>
              <a:ext cx="528971" cy="155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defTabSz="957263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sz="2600" kern="1200">
                  <a:solidFill>
                    <a:schemeClr val="tx1"/>
                  </a:solidFill>
                  <a:latin typeface="현대하모니 B"/>
                  <a:ea typeface="현대하모니 B"/>
                  <a:cs typeface="+mj-cs"/>
                </a:defRPr>
              </a:lvl1pPr>
              <a:lvl2pPr algn="ctr" defTabSz="957263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sz="4600">
                  <a:solidFill>
                    <a:schemeClr val="tx1"/>
                  </a:solidFill>
                  <a:latin typeface="현대하모니 M" pitchFamily="18" charset="-127"/>
                  <a:ea typeface="현대하모니 M" pitchFamily="18" charset="-127"/>
                </a:defRPr>
              </a:lvl2pPr>
              <a:lvl3pPr algn="ctr" defTabSz="957263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sz="4600">
                  <a:solidFill>
                    <a:schemeClr val="tx1"/>
                  </a:solidFill>
                  <a:latin typeface="현대하모니 M" pitchFamily="18" charset="-127"/>
                  <a:ea typeface="현대하모니 M" pitchFamily="18" charset="-127"/>
                </a:defRPr>
              </a:lvl3pPr>
              <a:lvl4pPr algn="ctr" defTabSz="957263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sz="4600">
                  <a:solidFill>
                    <a:schemeClr val="tx1"/>
                  </a:solidFill>
                  <a:latin typeface="현대하모니 M" pitchFamily="18" charset="-127"/>
                  <a:ea typeface="현대하모니 M" pitchFamily="18" charset="-127"/>
                </a:defRPr>
              </a:lvl4pPr>
              <a:lvl5pPr algn="ctr" defTabSz="957263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sz="4600">
                  <a:solidFill>
                    <a:schemeClr val="tx1"/>
                  </a:solidFill>
                  <a:latin typeface="현대하모니 M" pitchFamily="18" charset="-127"/>
                  <a:ea typeface="현대하모니 M" pitchFamily="18" charset="-127"/>
                </a:defRPr>
              </a:lvl5pPr>
              <a:lvl6pPr marL="419847" algn="ctr" defTabSz="957776" rtl="0" fontAlgn="base" latinLnBrk="1">
                <a:spcBef>
                  <a:spcPct val="0"/>
                </a:spcBef>
                <a:spcAft>
                  <a:spcPct val="0"/>
                </a:spcAft>
                <a:defRPr sz="46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839694" algn="ctr" defTabSz="957776" rtl="0" fontAlgn="base" latinLnBrk="1">
                <a:spcBef>
                  <a:spcPct val="0"/>
                </a:spcBef>
                <a:spcAft>
                  <a:spcPct val="0"/>
                </a:spcAft>
                <a:defRPr sz="46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1259540" algn="ctr" defTabSz="957776" rtl="0" fontAlgn="base" latinLnBrk="1">
                <a:spcBef>
                  <a:spcPct val="0"/>
                </a:spcBef>
                <a:spcAft>
                  <a:spcPct val="0"/>
                </a:spcAft>
                <a:defRPr sz="46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1679387" algn="ctr" defTabSz="957776" rtl="0" fontAlgn="base" latinLnBrk="1">
                <a:spcBef>
                  <a:spcPct val="0"/>
                </a:spcBef>
                <a:spcAft>
                  <a:spcPct val="0"/>
                </a:spcAft>
                <a:defRPr sz="46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l" defTabSz="957263" rtl="0" eaLnBrk="0" fontAlgn="base" latinLnBrk="1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altLang="ko-KR" sz="1000" b="0" i="1" u="none" strike="noStrike" kern="1200" cap="none" spc="0" normalizeH="0" baseline="0" noProof="0">
                  <a:ln w="0" cap="flat" cmpd="sng" algn="ctr">
                    <a:solidFill>
                      <a:prstClr val="black">
                        <a:alpha val="0"/>
                      </a:prst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2060"/>
                  </a:solidFill>
                  <a:effectLst/>
                  <a:highlight>
                    <a:srgbClr val="FFFF00"/>
                  </a:highlight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Mapping</a:t>
              </a:r>
              <a:endParaRPr kumimoji="0" lang="ko-KR" altLang="en-US" sz="1000" b="0" i="1" u="none" strike="noStrike" kern="1200" cap="none" spc="0" normalizeH="0" baseline="0" noProof="0">
                <a:ln w="0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2060"/>
                </a:solidFill>
                <a:effectLst/>
                <a:highlight>
                  <a:srgbClr val="FFFF00"/>
                </a:highlight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</a:endParaRPr>
            </a:p>
          </p:txBody>
        </p: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042FACAE-B516-B345-A5C6-A016E152FB97}"/>
                </a:ext>
              </a:extLst>
            </p:cNvPr>
            <p:cNvSpPr txBox="1"/>
            <p:nvPr/>
          </p:nvSpPr>
          <p:spPr>
            <a:xfrm>
              <a:off x="2956585" y="5648182"/>
              <a:ext cx="1647536" cy="1551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SG" sz="10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 </a:t>
              </a:r>
              <a:r>
                <a:rPr kumimoji="0" lang="en-SG" sz="1000" b="1" i="0" u="sng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Energy Consumption Cost</a:t>
              </a:r>
            </a:p>
          </p:txBody>
        </p:sp>
        <p:grpSp>
          <p:nvGrpSpPr>
            <p:cNvPr id="297" name="Group 296">
              <a:extLst>
                <a:ext uri="{FF2B5EF4-FFF2-40B4-BE49-F238E27FC236}">
                  <a16:creationId xmlns:a16="http://schemas.microsoft.com/office/drawing/2014/main" id="{677F199E-3017-F983-F604-9E1E86FEBD88}"/>
                </a:ext>
              </a:extLst>
            </p:cNvPr>
            <p:cNvGrpSpPr/>
            <p:nvPr/>
          </p:nvGrpSpPr>
          <p:grpSpPr>
            <a:xfrm>
              <a:off x="3087155" y="5813882"/>
              <a:ext cx="80011" cy="82106"/>
              <a:chOff x="1490570" y="3329494"/>
              <a:chExt cx="179665" cy="384212"/>
            </a:xfrm>
          </p:grpSpPr>
          <p:cxnSp>
            <p:nvCxnSpPr>
              <p:cNvPr id="298" name="Straight Connector 297">
                <a:extLst>
                  <a:ext uri="{FF2B5EF4-FFF2-40B4-BE49-F238E27FC236}">
                    <a16:creationId xmlns:a16="http://schemas.microsoft.com/office/drawing/2014/main" id="{769C45DF-F0BF-E32D-43B1-1FC14E3A12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0570" y="3696053"/>
                <a:ext cx="179665" cy="0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Straight Connector 298">
                <a:extLst>
                  <a:ext uri="{FF2B5EF4-FFF2-40B4-BE49-F238E27FC236}">
                    <a16:creationId xmlns:a16="http://schemas.microsoft.com/office/drawing/2014/main" id="{5FC1CC85-2F97-4380-C3E0-1FBB1CCF28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6735" y="3329494"/>
                <a:ext cx="0" cy="384212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F9004063-85D1-C29A-B7C4-E584713C2F89}"/>
                </a:ext>
              </a:extLst>
            </p:cNvPr>
            <p:cNvSpPr txBox="1"/>
            <p:nvPr/>
          </p:nvSpPr>
          <p:spPr>
            <a:xfrm>
              <a:off x="3182238" y="5818897"/>
              <a:ext cx="1292226" cy="1551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SG" sz="10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 Power Consumption</a:t>
              </a:r>
            </a:p>
          </p:txBody>
        </p:sp>
        <p:grpSp>
          <p:nvGrpSpPr>
            <p:cNvPr id="301" name="Group 300">
              <a:extLst>
                <a:ext uri="{FF2B5EF4-FFF2-40B4-BE49-F238E27FC236}">
                  <a16:creationId xmlns:a16="http://schemas.microsoft.com/office/drawing/2014/main" id="{AB469E0D-B6E4-FE7F-F215-838DCF494990}"/>
                </a:ext>
              </a:extLst>
            </p:cNvPr>
            <p:cNvGrpSpPr/>
            <p:nvPr/>
          </p:nvGrpSpPr>
          <p:grpSpPr>
            <a:xfrm>
              <a:off x="3354906" y="5961133"/>
              <a:ext cx="80011" cy="82106"/>
              <a:chOff x="1490570" y="3329494"/>
              <a:chExt cx="179665" cy="384212"/>
            </a:xfrm>
          </p:grpSpPr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4652B33D-68D4-E60A-A495-419A3997F4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0570" y="3696053"/>
                <a:ext cx="179665" cy="0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8B41E0EA-08FC-F7A8-E645-E33E05DB80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6735" y="3329494"/>
                <a:ext cx="0" cy="384212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D90C002A-573B-8E76-B0B3-34A1FE80A3E0}"/>
                </a:ext>
              </a:extLst>
            </p:cNvPr>
            <p:cNvSpPr txBox="1"/>
            <p:nvPr/>
          </p:nvSpPr>
          <p:spPr>
            <a:xfrm>
              <a:off x="3460695" y="5969036"/>
              <a:ext cx="1331737" cy="12415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SG" sz="8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 Press Consumption</a:t>
              </a:r>
            </a:p>
          </p:txBody>
        </p:sp>
        <p:grpSp>
          <p:nvGrpSpPr>
            <p:cNvPr id="305" name="Group 304">
              <a:extLst>
                <a:ext uri="{FF2B5EF4-FFF2-40B4-BE49-F238E27FC236}">
                  <a16:creationId xmlns:a16="http://schemas.microsoft.com/office/drawing/2014/main" id="{D260F6B4-EC4F-5A3E-049E-2A00586D760D}"/>
                </a:ext>
              </a:extLst>
            </p:cNvPr>
            <p:cNvGrpSpPr/>
            <p:nvPr/>
          </p:nvGrpSpPr>
          <p:grpSpPr>
            <a:xfrm>
              <a:off x="3354906" y="6035342"/>
              <a:ext cx="80011" cy="139692"/>
              <a:chOff x="1490570" y="3329494"/>
              <a:chExt cx="179665" cy="384212"/>
            </a:xfrm>
          </p:grpSpPr>
          <p:cxnSp>
            <p:nvCxnSpPr>
              <p:cNvPr id="306" name="Straight Connector 305">
                <a:extLst>
                  <a:ext uri="{FF2B5EF4-FFF2-40B4-BE49-F238E27FC236}">
                    <a16:creationId xmlns:a16="http://schemas.microsoft.com/office/drawing/2014/main" id="{55B5B121-B919-017D-DA0E-5E511CCEA4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0570" y="3696053"/>
                <a:ext cx="179665" cy="0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A30D7B07-3E79-1887-687B-5CA17575AA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6735" y="3329494"/>
                <a:ext cx="0" cy="384212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D28CB0DC-448B-9144-CB38-35A836A88D23}"/>
                </a:ext>
              </a:extLst>
            </p:cNvPr>
            <p:cNvSpPr txBox="1"/>
            <p:nvPr/>
          </p:nvSpPr>
          <p:spPr>
            <a:xfrm>
              <a:off x="3460695" y="6095482"/>
              <a:ext cx="1331737" cy="12415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SG" sz="8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 Body Consumption</a:t>
              </a:r>
            </a:p>
          </p:txBody>
        </p:sp>
        <p:grpSp>
          <p:nvGrpSpPr>
            <p:cNvPr id="309" name="Group 308">
              <a:extLst>
                <a:ext uri="{FF2B5EF4-FFF2-40B4-BE49-F238E27FC236}">
                  <a16:creationId xmlns:a16="http://schemas.microsoft.com/office/drawing/2014/main" id="{40E701D4-11F3-F220-61B6-2DEC41F6BDDC}"/>
                </a:ext>
              </a:extLst>
            </p:cNvPr>
            <p:cNvGrpSpPr/>
            <p:nvPr/>
          </p:nvGrpSpPr>
          <p:grpSpPr>
            <a:xfrm>
              <a:off x="3354906" y="6174102"/>
              <a:ext cx="80011" cy="139692"/>
              <a:chOff x="1490570" y="3329494"/>
              <a:chExt cx="179665" cy="384212"/>
            </a:xfrm>
          </p:grpSpPr>
          <p:cxnSp>
            <p:nvCxnSpPr>
              <p:cNvPr id="310" name="Straight Connector 309">
                <a:extLst>
                  <a:ext uri="{FF2B5EF4-FFF2-40B4-BE49-F238E27FC236}">
                    <a16:creationId xmlns:a16="http://schemas.microsoft.com/office/drawing/2014/main" id="{9C739A89-ADA5-6222-C0FE-20D0404CDA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0570" y="3696053"/>
                <a:ext cx="179665" cy="0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Straight Connector 310">
                <a:extLst>
                  <a:ext uri="{FF2B5EF4-FFF2-40B4-BE49-F238E27FC236}">
                    <a16:creationId xmlns:a16="http://schemas.microsoft.com/office/drawing/2014/main" id="{C860A37E-07CE-4351-E669-A021D5706C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6735" y="3329494"/>
                <a:ext cx="0" cy="384212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09BF86B6-9BA4-6EEC-0FA3-9D8F06B912B6}"/>
                </a:ext>
              </a:extLst>
            </p:cNvPr>
            <p:cNvSpPr txBox="1"/>
            <p:nvPr/>
          </p:nvSpPr>
          <p:spPr>
            <a:xfrm>
              <a:off x="3460695" y="6227589"/>
              <a:ext cx="1331737" cy="12415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SG" sz="8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 Paint Consumption</a:t>
              </a:r>
            </a:p>
          </p:txBody>
        </p:sp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id="{4A72201B-25DE-0208-15D4-8D9BF6A6573F}"/>
                </a:ext>
              </a:extLst>
            </p:cNvPr>
            <p:cNvSpPr txBox="1"/>
            <p:nvPr/>
          </p:nvSpPr>
          <p:spPr>
            <a:xfrm>
              <a:off x="3573797" y="6339452"/>
              <a:ext cx="137523" cy="1551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10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…</a:t>
              </a:r>
            </a:p>
          </p:txBody>
        </p:sp>
        <p:grpSp>
          <p:nvGrpSpPr>
            <p:cNvPr id="314" name="Group 313">
              <a:extLst>
                <a:ext uri="{FF2B5EF4-FFF2-40B4-BE49-F238E27FC236}">
                  <a16:creationId xmlns:a16="http://schemas.microsoft.com/office/drawing/2014/main" id="{1EB61B3A-3894-64BC-5809-A59298B49B4D}"/>
                </a:ext>
              </a:extLst>
            </p:cNvPr>
            <p:cNvGrpSpPr/>
            <p:nvPr/>
          </p:nvGrpSpPr>
          <p:grpSpPr>
            <a:xfrm>
              <a:off x="3087155" y="5885525"/>
              <a:ext cx="80011" cy="652842"/>
              <a:chOff x="1490570" y="3329494"/>
              <a:chExt cx="179665" cy="384212"/>
            </a:xfrm>
          </p:grpSpPr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9B6BC1A9-7F84-B16C-0AB4-3BCCE124C3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0570" y="3710903"/>
                <a:ext cx="179665" cy="0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6" name="Straight Connector 315">
                <a:extLst>
                  <a:ext uri="{FF2B5EF4-FFF2-40B4-BE49-F238E27FC236}">
                    <a16:creationId xmlns:a16="http://schemas.microsoft.com/office/drawing/2014/main" id="{B8999F98-5513-1D93-EA7C-EBAA7F72E9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6735" y="3329494"/>
                <a:ext cx="0" cy="384212"/>
              </a:xfrm>
              <a:prstGeom prst="line">
                <a:avLst/>
              </a:prstGeom>
              <a:ln w="127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A39B84BD-6467-E1AD-6C64-51B6439487DF}"/>
                </a:ext>
              </a:extLst>
            </p:cNvPr>
            <p:cNvSpPr txBox="1"/>
            <p:nvPr/>
          </p:nvSpPr>
          <p:spPr>
            <a:xfrm>
              <a:off x="3182238" y="6451632"/>
              <a:ext cx="1292226" cy="1551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SG" sz="10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 Gas Consumption</a:t>
              </a:r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E5320F4B-B645-6852-2697-03E39269211B}"/>
                </a:ext>
              </a:extLst>
            </p:cNvPr>
            <p:cNvSpPr txBox="1"/>
            <p:nvPr/>
          </p:nvSpPr>
          <p:spPr>
            <a:xfrm>
              <a:off x="3573797" y="6552156"/>
              <a:ext cx="137523" cy="1551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1000" b="0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…</a:t>
              </a:r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A29D08EA-3E11-9A5F-2C12-C410283B92CB}"/>
                </a:ext>
              </a:extLst>
            </p:cNvPr>
            <p:cNvSpPr/>
            <p:nvPr/>
          </p:nvSpPr>
          <p:spPr>
            <a:xfrm>
              <a:off x="2159329" y="5720093"/>
              <a:ext cx="768566" cy="359105"/>
            </a:xfrm>
            <a:custGeom>
              <a:avLst/>
              <a:gdLst>
                <a:gd name="connsiteX0" fmla="*/ 0 w 987552"/>
                <a:gd name="connsiteY0" fmla="*/ 1164336 h 1164336"/>
                <a:gd name="connsiteX1" fmla="*/ 908304 w 987552"/>
                <a:gd name="connsiteY1" fmla="*/ 1164336 h 1164336"/>
                <a:gd name="connsiteX2" fmla="*/ 908304 w 987552"/>
                <a:gd name="connsiteY2" fmla="*/ 0 h 1164336"/>
                <a:gd name="connsiteX3" fmla="*/ 987552 w 987552"/>
                <a:gd name="connsiteY3" fmla="*/ 0 h 116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552" h="1164336">
                  <a:moveTo>
                    <a:pt x="0" y="1164336"/>
                  </a:moveTo>
                  <a:lnTo>
                    <a:pt x="908304" y="1164336"/>
                  </a:lnTo>
                  <a:lnTo>
                    <a:pt x="908304" y="0"/>
                  </a:lnTo>
                  <a:lnTo>
                    <a:pt x="987552" y="0"/>
                  </a:lnTo>
                </a:path>
              </a:pathLst>
            </a:custGeom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</a:endParaRPr>
            </a:p>
          </p:txBody>
        </p:sp>
        <p:sp>
          <p:nvSpPr>
            <p:cNvPr id="326" name="제목 1">
              <a:extLst>
                <a:ext uri="{FF2B5EF4-FFF2-40B4-BE49-F238E27FC236}">
                  <a16:creationId xmlns:a16="http://schemas.microsoft.com/office/drawing/2014/main" id="{344EDCC7-BC36-1A18-D796-6F630DF51C98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569429" y="4818914"/>
              <a:ext cx="528971" cy="155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defTabSz="957263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sz="2600" kern="1200">
                  <a:solidFill>
                    <a:schemeClr val="tx1"/>
                  </a:solidFill>
                  <a:latin typeface="현대하모니 B"/>
                  <a:ea typeface="현대하모니 B"/>
                  <a:cs typeface="+mj-cs"/>
                </a:defRPr>
              </a:lvl1pPr>
              <a:lvl2pPr algn="ctr" defTabSz="957263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sz="4600">
                  <a:solidFill>
                    <a:schemeClr val="tx1"/>
                  </a:solidFill>
                  <a:latin typeface="현대하모니 M" pitchFamily="18" charset="-127"/>
                  <a:ea typeface="현대하모니 M" pitchFamily="18" charset="-127"/>
                </a:defRPr>
              </a:lvl2pPr>
              <a:lvl3pPr algn="ctr" defTabSz="957263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sz="4600">
                  <a:solidFill>
                    <a:schemeClr val="tx1"/>
                  </a:solidFill>
                  <a:latin typeface="현대하모니 M" pitchFamily="18" charset="-127"/>
                  <a:ea typeface="현대하모니 M" pitchFamily="18" charset="-127"/>
                </a:defRPr>
              </a:lvl3pPr>
              <a:lvl4pPr algn="ctr" defTabSz="957263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sz="4600">
                  <a:solidFill>
                    <a:schemeClr val="tx1"/>
                  </a:solidFill>
                  <a:latin typeface="현대하모니 M" pitchFamily="18" charset="-127"/>
                  <a:ea typeface="현대하모니 M" pitchFamily="18" charset="-127"/>
                </a:defRPr>
              </a:lvl4pPr>
              <a:lvl5pPr algn="ctr" defTabSz="957263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sz="4600">
                  <a:solidFill>
                    <a:schemeClr val="tx1"/>
                  </a:solidFill>
                  <a:latin typeface="현대하모니 M" pitchFamily="18" charset="-127"/>
                  <a:ea typeface="현대하모니 M" pitchFamily="18" charset="-127"/>
                </a:defRPr>
              </a:lvl5pPr>
              <a:lvl6pPr marL="419847" algn="ctr" defTabSz="957776" rtl="0" fontAlgn="base" latinLnBrk="1">
                <a:spcBef>
                  <a:spcPct val="0"/>
                </a:spcBef>
                <a:spcAft>
                  <a:spcPct val="0"/>
                </a:spcAft>
                <a:defRPr sz="46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839694" algn="ctr" defTabSz="957776" rtl="0" fontAlgn="base" latinLnBrk="1">
                <a:spcBef>
                  <a:spcPct val="0"/>
                </a:spcBef>
                <a:spcAft>
                  <a:spcPct val="0"/>
                </a:spcAft>
                <a:defRPr sz="46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1259540" algn="ctr" defTabSz="957776" rtl="0" fontAlgn="base" latinLnBrk="1">
                <a:spcBef>
                  <a:spcPct val="0"/>
                </a:spcBef>
                <a:spcAft>
                  <a:spcPct val="0"/>
                </a:spcAft>
                <a:defRPr sz="46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1679387" algn="ctr" defTabSz="957776" rtl="0" fontAlgn="base" latinLnBrk="1">
                <a:spcBef>
                  <a:spcPct val="0"/>
                </a:spcBef>
                <a:spcAft>
                  <a:spcPct val="0"/>
                </a:spcAft>
                <a:defRPr sz="46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l" defTabSz="957263" rtl="0" eaLnBrk="0" fontAlgn="base" latinLnBrk="1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altLang="ko-KR" sz="1000" b="0" i="1" u="none" strike="noStrike" kern="1200" cap="none" spc="0" normalizeH="0" baseline="0" noProof="0">
                  <a:ln w="0" cap="flat" cmpd="sng" algn="ctr">
                    <a:solidFill>
                      <a:prstClr val="black">
                        <a:alpha val="0"/>
                      </a:prst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2060"/>
                  </a:solidFill>
                  <a:effectLst/>
                  <a:highlight>
                    <a:srgbClr val="FFFF00"/>
                  </a:highlight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Mapping</a:t>
              </a:r>
              <a:endParaRPr kumimoji="0" lang="ko-KR" altLang="en-US" sz="1000" b="0" i="1" u="none" strike="noStrike" kern="1200" cap="none" spc="0" normalizeH="0" baseline="0" noProof="0">
                <a:ln w="0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2060"/>
                </a:solidFill>
                <a:effectLst/>
                <a:highlight>
                  <a:srgbClr val="FFFF00"/>
                </a:highlight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36B144A-30B4-B9F1-5CC5-8FDD4348967D}"/>
              </a:ext>
            </a:extLst>
          </p:cNvPr>
          <p:cNvGrpSpPr/>
          <p:nvPr/>
        </p:nvGrpSpPr>
        <p:grpSpPr>
          <a:xfrm>
            <a:off x="314440" y="2641044"/>
            <a:ext cx="9314981" cy="333803"/>
            <a:chOff x="314441" y="2641044"/>
            <a:chExt cx="7624680" cy="333803"/>
          </a:xfrm>
        </p:grpSpPr>
        <p:sp>
          <p:nvSpPr>
            <p:cNvPr id="338" name="화살표: 오각형 139">
              <a:extLst>
                <a:ext uri="{FF2B5EF4-FFF2-40B4-BE49-F238E27FC236}">
                  <a16:creationId xmlns:a16="http://schemas.microsoft.com/office/drawing/2014/main" id="{EFD784B3-70AA-716D-91C7-D127B19C3ECB}"/>
                </a:ext>
              </a:extLst>
            </p:cNvPr>
            <p:cNvSpPr/>
            <p:nvPr/>
          </p:nvSpPr>
          <p:spPr>
            <a:xfrm>
              <a:off x="314441" y="2641044"/>
              <a:ext cx="2652732" cy="333798"/>
            </a:xfrm>
            <a:prstGeom prst="homePlate">
              <a:avLst>
                <a:gd name="adj" fmla="val 53023"/>
              </a:avLst>
            </a:prstGeom>
            <a:solidFill>
              <a:srgbClr val="00206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21600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SG" sz="1300" b="1" i="1" u="none" strike="noStrike" kern="400" cap="none" spc="0" normalizeH="0" baseline="0" noProof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FFFF00"/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Pro Forma - Profit &amp; Loss</a:t>
              </a:r>
            </a:p>
          </p:txBody>
        </p:sp>
        <p:sp>
          <p:nvSpPr>
            <p:cNvPr id="339" name="화살표: 오각형 139">
              <a:extLst>
                <a:ext uri="{FF2B5EF4-FFF2-40B4-BE49-F238E27FC236}">
                  <a16:creationId xmlns:a16="http://schemas.microsoft.com/office/drawing/2014/main" id="{E218E801-3AC0-1EDA-ED6E-5F24EAA0A34E}"/>
                </a:ext>
              </a:extLst>
            </p:cNvPr>
            <p:cNvSpPr/>
            <p:nvPr/>
          </p:nvSpPr>
          <p:spPr>
            <a:xfrm>
              <a:off x="2840932" y="2641049"/>
              <a:ext cx="2238450" cy="333798"/>
            </a:xfrm>
            <a:prstGeom prst="chevron">
              <a:avLst/>
            </a:prstGeom>
            <a:solidFill>
              <a:srgbClr val="00206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21600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SG" sz="1300" b="1" i="1" u="none" strike="noStrike" kern="400" cap="none" spc="0" normalizeH="0" baseline="0" noProof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FFFF00"/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Value</a:t>
              </a:r>
              <a:r>
                <a:rPr kumimoji="1" lang="ko-KR" altLang="en-US" sz="1300" b="1" i="1" u="none" strike="noStrike" kern="400" cap="none" spc="0" normalizeH="0" baseline="0" noProof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FFFF00"/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 </a:t>
              </a:r>
              <a:r>
                <a:rPr kumimoji="1" lang="en-SG" altLang="ko-KR" sz="1300" b="1" i="1" u="none" strike="noStrike" kern="400" cap="none" spc="0" normalizeH="0" baseline="0" noProof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FFFF00"/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Trees</a:t>
              </a:r>
              <a:endParaRPr kumimoji="1" lang="en-SG" sz="1300" b="1" i="1" u="none" strike="noStrike" kern="400" cap="none" spc="0" normalizeH="0" baseline="0" noProof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</a:endParaRPr>
            </a:p>
          </p:txBody>
        </p:sp>
        <p:sp>
          <p:nvSpPr>
            <p:cNvPr id="340" name="화살표: 오각형 139">
              <a:extLst>
                <a:ext uri="{FF2B5EF4-FFF2-40B4-BE49-F238E27FC236}">
                  <a16:creationId xmlns:a16="http://schemas.microsoft.com/office/drawing/2014/main" id="{905FFF4A-18C6-3E24-7D2C-484625AF5D4F}"/>
                </a:ext>
              </a:extLst>
            </p:cNvPr>
            <p:cNvSpPr/>
            <p:nvPr/>
          </p:nvSpPr>
          <p:spPr>
            <a:xfrm>
              <a:off x="4964241" y="2641049"/>
              <a:ext cx="2974880" cy="333798"/>
            </a:xfrm>
            <a:prstGeom prst="chevron">
              <a:avLst/>
            </a:prstGeom>
            <a:solidFill>
              <a:srgbClr val="00206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216000" tIns="0" rIns="0" bIns="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SG" sz="1400" b="1" i="1" u="none" strike="noStrike" kern="400" cap="none" spc="0" normalizeH="0" baseline="0" noProof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FFFF00"/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Pain - points</a:t>
              </a:r>
            </a:p>
          </p:txBody>
        </p:sp>
      </p:grpSp>
      <p:sp>
        <p:nvSpPr>
          <p:cNvPr id="343" name="화살표: 오른쪽 107">
            <a:extLst>
              <a:ext uri="{FF2B5EF4-FFF2-40B4-BE49-F238E27FC236}">
                <a16:creationId xmlns:a16="http://schemas.microsoft.com/office/drawing/2014/main" id="{106101D2-1855-570D-462F-0F84631D1B6C}"/>
              </a:ext>
            </a:extLst>
          </p:cNvPr>
          <p:cNvSpPr/>
          <p:nvPr/>
        </p:nvSpPr>
        <p:spPr>
          <a:xfrm rot="16200000" flipH="1" flipV="1">
            <a:off x="4769436" y="-1026260"/>
            <a:ext cx="333798" cy="6393397"/>
          </a:xfrm>
          <a:custGeom>
            <a:avLst/>
            <a:gdLst>
              <a:gd name="connsiteX0" fmla="*/ 0 w 401139"/>
              <a:gd name="connsiteY0" fmla="*/ 1141157 h 6393397"/>
              <a:gd name="connsiteX1" fmla="*/ 139608 w 401139"/>
              <a:gd name="connsiteY1" fmla="*/ 1141157 h 6393397"/>
              <a:gd name="connsiteX2" fmla="*/ 139608 w 401139"/>
              <a:gd name="connsiteY2" fmla="*/ 0 h 6393397"/>
              <a:gd name="connsiteX3" fmla="*/ 401139 w 401139"/>
              <a:gd name="connsiteY3" fmla="*/ 3196699 h 6393397"/>
              <a:gd name="connsiteX4" fmla="*/ 139608 w 401139"/>
              <a:gd name="connsiteY4" fmla="*/ 6393397 h 6393397"/>
              <a:gd name="connsiteX5" fmla="*/ 139608 w 401139"/>
              <a:gd name="connsiteY5" fmla="*/ 5252240 h 6393397"/>
              <a:gd name="connsiteX6" fmla="*/ 0 w 401139"/>
              <a:gd name="connsiteY6" fmla="*/ 5252240 h 6393397"/>
              <a:gd name="connsiteX7" fmla="*/ 0 w 401139"/>
              <a:gd name="connsiteY7" fmla="*/ 1141157 h 6393397"/>
              <a:gd name="connsiteX0" fmla="*/ 0 w 432312"/>
              <a:gd name="connsiteY0" fmla="*/ 1141157 h 6393397"/>
              <a:gd name="connsiteX1" fmla="*/ 139608 w 432312"/>
              <a:gd name="connsiteY1" fmla="*/ 1141157 h 6393397"/>
              <a:gd name="connsiteX2" fmla="*/ 139608 w 432312"/>
              <a:gd name="connsiteY2" fmla="*/ 0 h 6393397"/>
              <a:gd name="connsiteX3" fmla="*/ 432312 w 432312"/>
              <a:gd name="connsiteY3" fmla="*/ 2781063 h 6393397"/>
              <a:gd name="connsiteX4" fmla="*/ 139608 w 432312"/>
              <a:gd name="connsiteY4" fmla="*/ 6393397 h 6393397"/>
              <a:gd name="connsiteX5" fmla="*/ 139608 w 432312"/>
              <a:gd name="connsiteY5" fmla="*/ 5252240 h 6393397"/>
              <a:gd name="connsiteX6" fmla="*/ 0 w 432312"/>
              <a:gd name="connsiteY6" fmla="*/ 5252240 h 6393397"/>
              <a:gd name="connsiteX7" fmla="*/ 0 w 432312"/>
              <a:gd name="connsiteY7" fmla="*/ 1141157 h 6393397"/>
              <a:gd name="connsiteX0" fmla="*/ 0 w 439684"/>
              <a:gd name="connsiteY0" fmla="*/ 1141157 h 6393397"/>
              <a:gd name="connsiteX1" fmla="*/ 139608 w 439684"/>
              <a:gd name="connsiteY1" fmla="*/ 1141157 h 6393397"/>
              <a:gd name="connsiteX2" fmla="*/ 139608 w 439684"/>
              <a:gd name="connsiteY2" fmla="*/ 0 h 6393397"/>
              <a:gd name="connsiteX3" fmla="*/ 439684 w 439684"/>
              <a:gd name="connsiteY3" fmla="*/ 3217943 h 6393397"/>
              <a:gd name="connsiteX4" fmla="*/ 139608 w 439684"/>
              <a:gd name="connsiteY4" fmla="*/ 6393397 h 6393397"/>
              <a:gd name="connsiteX5" fmla="*/ 139608 w 439684"/>
              <a:gd name="connsiteY5" fmla="*/ 5252240 h 6393397"/>
              <a:gd name="connsiteX6" fmla="*/ 0 w 439684"/>
              <a:gd name="connsiteY6" fmla="*/ 5252240 h 6393397"/>
              <a:gd name="connsiteX7" fmla="*/ 0 w 439684"/>
              <a:gd name="connsiteY7" fmla="*/ 1141157 h 6393397"/>
              <a:gd name="connsiteX0" fmla="*/ 0 w 292243"/>
              <a:gd name="connsiteY0" fmla="*/ 1141157 h 6393397"/>
              <a:gd name="connsiteX1" fmla="*/ 139608 w 292243"/>
              <a:gd name="connsiteY1" fmla="*/ 1141157 h 6393397"/>
              <a:gd name="connsiteX2" fmla="*/ 139608 w 292243"/>
              <a:gd name="connsiteY2" fmla="*/ 0 h 6393397"/>
              <a:gd name="connsiteX3" fmla="*/ 292243 w 292243"/>
              <a:gd name="connsiteY3" fmla="*/ 3238263 h 6393397"/>
              <a:gd name="connsiteX4" fmla="*/ 139608 w 292243"/>
              <a:gd name="connsiteY4" fmla="*/ 6393397 h 6393397"/>
              <a:gd name="connsiteX5" fmla="*/ 139608 w 292243"/>
              <a:gd name="connsiteY5" fmla="*/ 5252240 h 6393397"/>
              <a:gd name="connsiteX6" fmla="*/ 0 w 292243"/>
              <a:gd name="connsiteY6" fmla="*/ 5252240 h 6393397"/>
              <a:gd name="connsiteX7" fmla="*/ 0 w 292243"/>
              <a:gd name="connsiteY7" fmla="*/ 1141157 h 6393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243" h="6393397">
                <a:moveTo>
                  <a:pt x="0" y="1141157"/>
                </a:moveTo>
                <a:lnTo>
                  <a:pt x="139608" y="1141157"/>
                </a:lnTo>
                <a:lnTo>
                  <a:pt x="139608" y="0"/>
                </a:lnTo>
                <a:lnTo>
                  <a:pt x="292243" y="3238263"/>
                </a:lnTo>
                <a:lnTo>
                  <a:pt x="139608" y="6393397"/>
                </a:lnTo>
                <a:lnTo>
                  <a:pt x="139608" y="5252240"/>
                </a:lnTo>
                <a:lnTo>
                  <a:pt x="0" y="5252240"/>
                </a:lnTo>
                <a:lnTo>
                  <a:pt x="0" y="1141157"/>
                </a:lnTo>
                <a:close/>
              </a:path>
            </a:pathLst>
          </a:custGeom>
          <a:gradFill flip="none" rotWithShape="1">
            <a:gsLst>
              <a:gs pos="0">
                <a:sysClr val="window" lastClr="FFFFFF"/>
              </a:gs>
              <a:gs pos="100000">
                <a:srgbClr val="4472C4">
                  <a:lumMod val="60000"/>
                  <a:lumOff val="40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undai Sans Text KR" panose="020B0600000101010101" pitchFamily="34" charset="-127"/>
              <a:ea typeface="Hyundai Sans Text KR" panose="020B0600000101010101" pitchFamily="34" charset="-127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1B02EA5-58B7-9248-685B-362C7777C89E}"/>
              </a:ext>
            </a:extLst>
          </p:cNvPr>
          <p:cNvCxnSpPr>
            <a:cxnSpLocks/>
          </p:cNvCxnSpPr>
          <p:nvPr/>
        </p:nvCxnSpPr>
        <p:spPr>
          <a:xfrm>
            <a:off x="324089" y="2513628"/>
            <a:ext cx="5662058" cy="0"/>
          </a:xfrm>
          <a:prstGeom prst="straightConnector1">
            <a:avLst/>
          </a:prstGeom>
          <a:ln w="28575">
            <a:solidFill>
              <a:srgbClr val="002060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제목 1">
            <a:extLst>
              <a:ext uri="{FF2B5EF4-FFF2-40B4-BE49-F238E27FC236}">
                <a16:creationId xmlns:a16="http://schemas.microsoft.com/office/drawing/2014/main" id="{C4AAEDD7-C02F-26C1-0A6D-5AC621E7C805}"/>
              </a:ext>
            </a:extLst>
          </p:cNvPr>
          <p:cNvSpPr txBox="1">
            <a:spLocks/>
          </p:cNvSpPr>
          <p:nvPr/>
        </p:nvSpPr>
        <p:spPr bwMode="auto">
          <a:xfrm>
            <a:off x="367525" y="2277303"/>
            <a:ext cx="1497205" cy="18466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2600" kern="1200">
                <a:solidFill>
                  <a:schemeClr val="tx1"/>
                </a:solidFill>
                <a:latin typeface="현대하모니 B"/>
                <a:ea typeface="현대하모니 B"/>
                <a:cs typeface="+mj-cs"/>
              </a:defRPr>
            </a:lvl1pPr>
            <a:lvl2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defRPr>
            </a:lvl2pPr>
            <a:lvl3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defRPr>
            </a:lvl3pPr>
            <a:lvl4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defRPr>
            </a:lvl4pPr>
            <a:lvl5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defRPr>
            </a:lvl5pPr>
            <a:lvl6pPr marL="419847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839694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259540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679387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957263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1" u="none" strike="noStrike" kern="1200" cap="none" spc="0" normalizeH="0" baseline="0" noProof="0">
                <a:ln w="0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2060"/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</a:rPr>
              <a:t>Top – Down Approach</a:t>
            </a:r>
            <a:endParaRPr kumimoji="0" lang="ko-KR" altLang="en-US" sz="1200" b="1" i="1" u="none" strike="noStrike" kern="1200" cap="none" spc="0" normalizeH="0" baseline="0" noProof="0">
              <a:ln w="0" cap="flat" cmpd="sng" algn="ctr">
                <a:solidFill>
                  <a:prstClr val="black">
                    <a:alpha val="0"/>
                  </a:prstClr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002060"/>
              </a:solidFill>
              <a:effectLst/>
              <a:uLnTx/>
              <a:uFillTx/>
              <a:latin typeface="Hyundai Sans Text KR" panose="020B0600000101010101" pitchFamily="34" charset="-127"/>
              <a:ea typeface="Hyundai Sans Text KR" panose="020B0600000101010101" pitchFamily="34" charset="-127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E47D6E9-CED2-2933-D732-332A2F2F8B26}"/>
              </a:ext>
            </a:extLst>
          </p:cNvPr>
          <p:cNvSpPr/>
          <p:nvPr/>
        </p:nvSpPr>
        <p:spPr>
          <a:xfrm>
            <a:off x="324089" y="1482315"/>
            <a:ext cx="9371171" cy="37214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undai Sans Text KR" panose="020B0600000101010101" pitchFamily="34" charset="-127"/>
              <a:ea typeface="Hyundai Sans Text KR" panose="020B0600000101010101" pitchFamily="34" charset="-127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265FEF4-84F1-6050-A08A-97361C2C3DCD}"/>
              </a:ext>
            </a:extLst>
          </p:cNvPr>
          <p:cNvGrpSpPr/>
          <p:nvPr/>
        </p:nvGrpSpPr>
        <p:grpSpPr>
          <a:xfrm>
            <a:off x="1436364" y="1540997"/>
            <a:ext cx="7774229" cy="265231"/>
            <a:chOff x="1793721" y="6329991"/>
            <a:chExt cx="5400459" cy="300619"/>
          </a:xfrm>
          <a:solidFill>
            <a:schemeClr val="bg1">
              <a:lumMod val="75000"/>
            </a:schemeClr>
          </a:solidFill>
        </p:grpSpPr>
        <p:sp>
          <p:nvSpPr>
            <p:cNvPr id="18" name="직사각형 197">
              <a:extLst>
                <a:ext uri="{FF2B5EF4-FFF2-40B4-BE49-F238E27FC236}">
                  <a16:creationId xmlns:a16="http://schemas.microsoft.com/office/drawing/2014/main" id="{8F399EC5-36C6-EB48-B879-114DA0A67B55}"/>
                </a:ext>
              </a:extLst>
            </p:cNvPr>
            <p:cNvSpPr/>
            <p:nvPr/>
          </p:nvSpPr>
          <p:spPr>
            <a:xfrm>
              <a:off x="5207763" y="6329991"/>
              <a:ext cx="629454" cy="300619"/>
            </a:xfrm>
            <a:prstGeom prst="rect">
              <a:avLst/>
            </a:prstGeom>
            <a:grp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marR="0" lvl="0" indent="0" algn="ctr" defTabSz="906658" rtl="0" eaLnBrk="1" fontAlgn="auto" latinLnBrk="1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…</a:t>
              </a: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</a:endParaRPr>
            </a:p>
          </p:txBody>
        </p:sp>
        <p:sp>
          <p:nvSpPr>
            <p:cNvPr id="23" name="직사각형 198">
              <a:extLst>
                <a:ext uri="{FF2B5EF4-FFF2-40B4-BE49-F238E27FC236}">
                  <a16:creationId xmlns:a16="http://schemas.microsoft.com/office/drawing/2014/main" id="{274F639A-48A0-95C2-590B-29E3F2DF1EAC}"/>
                </a:ext>
              </a:extLst>
            </p:cNvPr>
            <p:cNvSpPr/>
            <p:nvPr/>
          </p:nvSpPr>
          <p:spPr>
            <a:xfrm>
              <a:off x="4529281" y="6329991"/>
              <a:ext cx="629454" cy="300619"/>
            </a:xfrm>
            <a:prstGeom prst="rect">
              <a:avLst/>
            </a:prstGeom>
            <a:grp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marR="0" lvl="0" indent="0" algn="ctr" defTabSz="906658" rtl="0" eaLnBrk="1" fontAlgn="auto" latinLnBrk="1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…</a:t>
              </a: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</a:endParaRPr>
            </a:p>
          </p:txBody>
        </p:sp>
        <p:sp>
          <p:nvSpPr>
            <p:cNvPr id="25" name="직사각형 199">
              <a:extLst>
                <a:ext uri="{FF2B5EF4-FFF2-40B4-BE49-F238E27FC236}">
                  <a16:creationId xmlns:a16="http://schemas.microsoft.com/office/drawing/2014/main" id="{FB0CBC35-C5CB-94E6-0B7E-9A5BB3A65F75}"/>
                </a:ext>
              </a:extLst>
            </p:cNvPr>
            <p:cNvSpPr/>
            <p:nvPr/>
          </p:nvSpPr>
          <p:spPr>
            <a:xfrm>
              <a:off x="6564726" y="6329991"/>
              <a:ext cx="629454" cy="300619"/>
            </a:xfrm>
            <a:prstGeom prst="rect">
              <a:avLst/>
            </a:prstGeom>
            <a:grp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marR="0" lvl="0" indent="0" algn="ctr" defTabSz="906658" rtl="0" eaLnBrk="1" fontAlgn="auto" latinLnBrk="1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Sub-Material</a:t>
              </a: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</a:endParaRPr>
            </a:p>
          </p:txBody>
        </p:sp>
        <p:sp>
          <p:nvSpPr>
            <p:cNvPr id="31" name="직사각형 200">
              <a:extLst>
                <a:ext uri="{FF2B5EF4-FFF2-40B4-BE49-F238E27FC236}">
                  <a16:creationId xmlns:a16="http://schemas.microsoft.com/office/drawing/2014/main" id="{9C5F19B3-7247-4637-9D63-68FBD47746B3}"/>
                </a:ext>
              </a:extLst>
            </p:cNvPr>
            <p:cNvSpPr/>
            <p:nvPr/>
          </p:nvSpPr>
          <p:spPr>
            <a:xfrm>
              <a:off x="5886245" y="6329991"/>
              <a:ext cx="629454" cy="300619"/>
            </a:xfrm>
            <a:prstGeom prst="rect">
              <a:avLst/>
            </a:prstGeom>
            <a:grp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marR="0" lvl="0" indent="0" algn="ctr" defTabSz="906658" rtl="0" eaLnBrk="1" fontAlgn="auto" latinLnBrk="1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Inventory Cost</a:t>
              </a: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</a:endParaRPr>
            </a:p>
          </p:txBody>
        </p:sp>
        <p:sp>
          <p:nvSpPr>
            <p:cNvPr id="32" name="직사각형 201">
              <a:extLst>
                <a:ext uri="{FF2B5EF4-FFF2-40B4-BE49-F238E27FC236}">
                  <a16:creationId xmlns:a16="http://schemas.microsoft.com/office/drawing/2014/main" id="{E8C7CD25-BF53-56FA-9E3C-7DBC39248254}"/>
                </a:ext>
              </a:extLst>
            </p:cNvPr>
            <p:cNvSpPr/>
            <p:nvPr/>
          </p:nvSpPr>
          <p:spPr>
            <a:xfrm>
              <a:off x="3172317" y="6329991"/>
              <a:ext cx="629454" cy="300619"/>
            </a:xfrm>
            <a:prstGeom prst="rect">
              <a:avLst/>
            </a:prstGeom>
            <a:grp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marR="0" lvl="0" indent="0" algn="ctr" defTabSz="906658" rtl="0" eaLnBrk="1" fontAlgn="auto" latinLnBrk="1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Logistics cost</a:t>
              </a: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</a:endParaRPr>
            </a:p>
          </p:txBody>
        </p:sp>
        <p:sp>
          <p:nvSpPr>
            <p:cNvPr id="34" name="직사각형 202">
              <a:extLst>
                <a:ext uri="{FF2B5EF4-FFF2-40B4-BE49-F238E27FC236}">
                  <a16:creationId xmlns:a16="http://schemas.microsoft.com/office/drawing/2014/main" id="{CCE777F5-7DD5-36DE-23AD-1E9DD8DE14A0}"/>
                </a:ext>
              </a:extLst>
            </p:cNvPr>
            <p:cNvSpPr/>
            <p:nvPr/>
          </p:nvSpPr>
          <p:spPr>
            <a:xfrm>
              <a:off x="3850799" y="6329991"/>
              <a:ext cx="629454" cy="300619"/>
            </a:xfrm>
            <a:prstGeom prst="rect">
              <a:avLst/>
            </a:prstGeom>
            <a:grp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marR="0" lvl="0" indent="0" algn="ctr" defTabSz="906658" rtl="0" eaLnBrk="1" fontAlgn="auto" latinLnBrk="1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Energy</a:t>
              </a: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</a:endParaRPr>
            </a:p>
          </p:txBody>
        </p:sp>
        <p:sp>
          <p:nvSpPr>
            <p:cNvPr id="35" name="직사각형 231">
              <a:extLst>
                <a:ext uri="{FF2B5EF4-FFF2-40B4-BE49-F238E27FC236}">
                  <a16:creationId xmlns:a16="http://schemas.microsoft.com/office/drawing/2014/main" id="{FCE2FC8D-6735-5BBC-1608-A1634E426FB0}"/>
                </a:ext>
              </a:extLst>
            </p:cNvPr>
            <p:cNvSpPr/>
            <p:nvPr/>
          </p:nvSpPr>
          <p:spPr>
            <a:xfrm>
              <a:off x="1793721" y="6329991"/>
              <a:ext cx="629454" cy="300619"/>
            </a:xfrm>
            <a:prstGeom prst="rect">
              <a:avLst/>
            </a:prstGeom>
            <a:grp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marR="0" lvl="0" indent="0" algn="ctr" defTabSz="906658" rtl="0" eaLnBrk="1" fontAlgn="auto" latinLnBrk="1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Cost Drivers</a:t>
              </a: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</a:endParaRPr>
            </a:p>
          </p:txBody>
        </p:sp>
        <p:sp>
          <p:nvSpPr>
            <p:cNvPr id="36" name="직사각형 232">
              <a:extLst>
                <a:ext uri="{FF2B5EF4-FFF2-40B4-BE49-F238E27FC236}">
                  <a16:creationId xmlns:a16="http://schemas.microsoft.com/office/drawing/2014/main" id="{CF91D5A8-D17B-9434-65E9-0ABC8F70B3DE}"/>
                </a:ext>
              </a:extLst>
            </p:cNvPr>
            <p:cNvSpPr/>
            <p:nvPr/>
          </p:nvSpPr>
          <p:spPr>
            <a:xfrm>
              <a:off x="2472203" y="6329991"/>
              <a:ext cx="629454" cy="300619"/>
            </a:xfrm>
            <a:prstGeom prst="rect">
              <a:avLst/>
            </a:prstGeom>
            <a:grp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marR="0" lvl="0" indent="0" algn="ctr" defTabSz="906658" rtl="0" eaLnBrk="1" fontAlgn="auto" latinLnBrk="1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Hyundai Sans Text KR" panose="020B0600000101010101" pitchFamily="34" charset="-127"/>
                  <a:ea typeface="Hyundai Sans Text KR" panose="020B0600000101010101" pitchFamily="34" charset="-127"/>
                </a:rPr>
                <a:t>Headcount</a:t>
              </a: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</a:endParaRPr>
            </a:p>
          </p:txBody>
        </p:sp>
      </p:grpSp>
      <p:sp>
        <p:nvSpPr>
          <p:cNvPr id="17" name="제목 1">
            <a:extLst>
              <a:ext uri="{FF2B5EF4-FFF2-40B4-BE49-F238E27FC236}">
                <a16:creationId xmlns:a16="http://schemas.microsoft.com/office/drawing/2014/main" id="{53FFFC76-8600-A776-1405-9914122EA55C}"/>
              </a:ext>
            </a:extLst>
          </p:cNvPr>
          <p:cNvSpPr txBox="1">
            <a:spLocks/>
          </p:cNvSpPr>
          <p:nvPr/>
        </p:nvSpPr>
        <p:spPr bwMode="auto">
          <a:xfrm>
            <a:off x="562137" y="1551191"/>
            <a:ext cx="38690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2600" kern="1200">
                <a:solidFill>
                  <a:schemeClr val="tx1"/>
                </a:solidFill>
                <a:latin typeface="현대하모니 B"/>
                <a:ea typeface="현대하모니 B"/>
                <a:cs typeface="+mj-cs"/>
              </a:defRPr>
            </a:lvl1pPr>
            <a:lvl2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defRPr>
            </a:lvl2pPr>
            <a:lvl3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defRPr>
            </a:lvl3pPr>
            <a:lvl4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defRPr>
            </a:lvl4pPr>
            <a:lvl5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defRPr>
            </a:lvl5pPr>
            <a:lvl6pPr marL="419847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839694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259540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679387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957263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altLang="ko-KR" sz="1400" b="0" i="1" u="none" strike="noStrike" kern="1200" cap="none" spc="0" normalizeH="0" baseline="0" noProof="0">
                <a:ln w="0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Hyundai Sans Text KR" panose="020B0600000101010101" pitchFamily="34" charset="-127"/>
                <a:ea typeface="Hyundai Sans Text KR" panose="020B0600000101010101" pitchFamily="34" charset="-127"/>
              </a:rPr>
              <a:t>Data</a:t>
            </a:r>
            <a:endParaRPr kumimoji="0" lang="ko-KR" altLang="en-US" sz="1400" b="0" i="1" u="none" strike="noStrike" kern="1200" cap="none" spc="0" normalizeH="0" baseline="0" noProof="0">
              <a:ln w="0" cap="flat" cmpd="sng" algn="ctr">
                <a:solidFill>
                  <a:prstClr val="black">
                    <a:alpha val="0"/>
                  </a:prstClr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Hyundai Sans Text KR" panose="020B0600000101010101" pitchFamily="34" charset="-127"/>
              <a:ea typeface="Hyundai Sans Text KR" panose="020B0600000101010101" pitchFamily="34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5E21E49-E1DF-96C0-75CE-C3A360D7CF96}"/>
              </a:ext>
            </a:extLst>
          </p:cNvPr>
          <p:cNvSpPr txBox="1">
            <a:spLocks/>
          </p:cNvSpPr>
          <p:nvPr/>
        </p:nvSpPr>
        <p:spPr>
          <a:xfrm>
            <a:off x="320040" y="228600"/>
            <a:ext cx="6583680" cy="457200"/>
          </a:xfrm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>
            <a:lvl1pPr algn="l" defTabSz="474933" rtl="0" eaLnBrk="1" latinLnBrk="1" hangingPunct="1">
              <a:spcBef>
                <a:spcPct val="0"/>
              </a:spcBef>
              <a:buNone/>
              <a:defRPr sz="2600" b="0" i="0" kern="400" baseline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  <a:cs typeface="현대산스 Head Medium" panose="020B0600000101010101" pitchFamily="50" charset="-127"/>
              </a:defRPr>
            </a:lvl1pPr>
          </a:lstStyle>
          <a:p>
            <a:pPr marL="0" marR="0" lvl="0" indent="0" algn="l" defTabSz="49401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rPr>
              <a:t>L0-X: [Section Title]</a:t>
            </a:r>
            <a:endParaRPr kumimoji="1" lang="en-US" altLang="ko-KR" sz="2400" i="0" u="none" strike="noStrike" kern="400" cap="none" spc="0" normalizeH="0" baseline="0" noProof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060"/>
              </a:solidFill>
              <a:effectLst/>
              <a:uLnTx/>
              <a:uFillTx/>
              <a:latin typeface="현대하모니 B" panose="02020603020101020101" pitchFamily="18" charset="-127"/>
              <a:ea typeface="현대하모니 B" panose="02020603020101020101" pitchFamily="18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29E9ED-8136-C462-5E63-FC7B5179EAFA}"/>
              </a:ext>
            </a:extLst>
          </p:cNvPr>
          <p:cNvSpPr txBox="1"/>
          <p:nvPr/>
        </p:nvSpPr>
        <p:spPr>
          <a:xfrm>
            <a:off x="501612" y="879791"/>
            <a:ext cx="9154915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defTabSz="494019">
              <a:lnSpc>
                <a:spcPct val="120000"/>
              </a:lnSpc>
              <a:spcBef>
                <a:spcPct val="0"/>
              </a:spcBef>
              <a:defRPr/>
            </a:pPr>
            <a:r>
              <a:rPr kumimoji="1" lang="en-GB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HDharmony B" panose="02020603020101020101" pitchFamily="18" charset="-127"/>
                <a:ea typeface="HDharmony B"/>
                <a:sym typeface="+mn-lt"/>
              </a:rPr>
              <a:t>Page Brief description</a:t>
            </a:r>
            <a:endParaRPr lang="en-US">
              <a:solidFill>
                <a:srgbClr val="002060"/>
              </a:solidFill>
            </a:endParaRPr>
          </a:p>
        </p:txBody>
      </p:sp>
      <p:sp>
        <p:nvSpPr>
          <p:cNvPr id="11" name="직사각형 75803">
            <a:extLst>
              <a:ext uri="{FF2B5EF4-FFF2-40B4-BE49-F238E27FC236}">
                <a16:creationId xmlns:a16="http://schemas.microsoft.com/office/drawing/2014/main" id="{A6A5306D-C140-5A54-49C1-D7FEF8DAD8F3}"/>
              </a:ext>
            </a:extLst>
          </p:cNvPr>
          <p:cNvSpPr/>
          <p:nvPr/>
        </p:nvSpPr>
        <p:spPr>
          <a:xfrm>
            <a:off x="330358" y="845207"/>
            <a:ext cx="72566" cy="526369"/>
          </a:xfrm>
          <a:prstGeom prst="rect">
            <a:avLst/>
          </a:prstGeom>
          <a:solidFill>
            <a:srgbClr val="00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100" b="0" i="0" u="none" strike="noStrike" kern="1200" cap="none" spc="0" normalizeH="0" baseline="0" noProof="0">
              <a:ln>
                <a:solidFill>
                  <a:srgbClr val="4F81BD">
                    <a:shade val="95000"/>
                    <a:satMod val="105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Hyundai Sans Head KR Light" panose="020B0600000101010101" pitchFamily="34" charset="-127"/>
              <a:ea typeface="Hyundai Sans Head KR Light" panose="020B0600000101010101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36781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B01F7C9-67E9-FA7E-6C3B-8594107EFCF5}"/>
              </a:ext>
            </a:extLst>
          </p:cNvPr>
          <p:cNvGraphicFramePr>
            <a:graphicFrameLocks noGrp="1"/>
          </p:cNvGraphicFramePr>
          <p:nvPr/>
        </p:nvGraphicFramePr>
        <p:xfrm>
          <a:off x="247989" y="1425302"/>
          <a:ext cx="9373660" cy="2763241"/>
        </p:xfrm>
        <a:graphic>
          <a:graphicData uri="http://schemas.openxmlformats.org/drawingml/2006/table">
            <a:tbl>
              <a:tblPr/>
              <a:tblGrid>
                <a:gridCol w="946774">
                  <a:extLst>
                    <a:ext uri="{9D8B030D-6E8A-4147-A177-3AD203B41FA5}">
                      <a16:colId xmlns:a16="http://schemas.microsoft.com/office/drawing/2014/main" val="3875331064"/>
                    </a:ext>
                  </a:extLst>
                </a:gridCol>
                <a:gridCol w="1304567">
                  <a:extLst>
                    <a:ext uri="{9D8B030D-6E8A-4147-A177-3AD203B41FA5}">
                      <a16:colId xmlns:a16="http://schemas.microsoft.com/office/drawing/2014/main" val="2086091424"/>
                    </a:ext>
                  </a:extLst>
                </a:gridCol>
                <a:gridCol w="1965378">
                  <a:extLst>
                    <a:ext uri="{9D8B030D-6E8A-4147-A177-3AD203B41FA5}">
                      <a16:colId xmlns:a16="http://schemas.microsoft.com/office/drawing/2014/main" val="2054406355"/>
                    </a:ext>
                  </a:extLst>
                </a:gridCol>
                <a:gridCol w="700866">
                  <a:extLst>
                    <a:ext uri="{9D8B030D-6E8A-4147-A177-3AD203B41FA5}">
                      <a16:colId xmlns:a16="http://schemas.microsoft.com/office/drawing/2014/main" val="2322341226"/>
                    </a:ext>
                  </a:extLst>
                </a:gridCol>
                <a:gridCol w="537596">
                  <a:extLst>
                    <a:ext uri="{9D8B030D-6E8A-4147-A177-3AD203B41FA5}">
                      <a16:colId xmlns:a16="http://schemas.microsoft.com/office/drawing/2014/main" val="2954172362"/>
                    </a:ext>
                  </a:extLst>
                </a:gridCol>
                <a:gridCol w="788474">
                  <a:extLst>
                    <a:ext uri="{9D8B030D-6E8A-4147-A177-3AD203B41FA5}">
                      <a16:colId xmlns:a16="http://schemas.microsoft.com/office/drawing/2014/main" val="4063617309"/>
                    </a:ext>
                  </a:extLst>
                </a:gridCol>
                <a:gridCol w="700866">
                  <a:extLst>
                    <a:ext uri="{9D8B030D-6E8A-4147-A177-3AD203B41FA5}">
                      <a16:colId xmlns:a16="http://schemas.microsoft.com/office/drawing/2014/main" val="1978497612"/>
                    </a:ext>
                  </a:extLst>
                </a:gridCol>
                <a:gridCol w="680955">
                  <a:extLst>
                    <a:ext uri="{9D8B030D-6E8A-4147-A177-3AD203B41FA5}">
                      <a16:colId xmlns:a16="http://schemas.microsoft.com/office/drawing/2014/main" val="3468826703"/>
                    </a:ext>
                  </a:extLst>
                </a:gridCol>
                <a:gridCol w="852190">
                  <a:extLst>
                    <a:ext uri="{9D8B030D-6E8A-4147-A177-3AD203B41FA5}">
                      <a16:colId xmlns:a16="http://schemas.microsoft.com/office/drawing/2014/main" val="2265665438"/>
                    </a:ext>
                  </a:extLst>
                </a:gridCol>
                <a:gridCol w="895994">
                  <a:extLst>
                    <a:ext uri="{9D8B030D-6E8A-4147-A177-3AD203B41FA5}">
                      <a16:colId xmlns:a16="http://schemas.microsoft.com/office/drawing/2014/main" val="3854131250"/>
                    </a:ext>
                  </a:extLst>
                </a:gridCol>
              </a:tblGrid>
              <a:tr h="299178">
                <a:tc gridSpan="2">
                  <a:txBody>
                    <a:bodyPr/>
                    <a:lstStyle/>
                    <a:p>
                      <a:pPr marL="0" algn="ctr" defTabSz="474933" rtl="0" eaLnBrk="1" fontAlgn="ctr" latinLnBrk="1" hangingPunct="1"/>
                      <a:r>
                        <a:rPr lang="en-US" altLang="ko-KR" sz="1100" b="1" i="0" u="none" strike="noStrike" kern="1200">
                          <a:solidFill>
                            <a:schemeClr val="bg1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KPI </a:t>
                      </a:r>
                      <a:r>
                        <a:rPr lang="en-US" altLang="ko-KR" sz="1100" b="1" i="0" u="none" strike="noStrike" kern="1200" err="1">
                          <a:solidFill>
                            <a:schemeClr val="bg1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Lv</a:t>
                      </a:r>
                      <a:r>
                        <a:rPr lang="en-US" altLang="ko-KR" sz="1100" b="1" i="0" u="none" strike="noStrike" kern="1200">
                          <a:solidFill>
                            <a:schemeClr val="bg1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 1</a:t>
                      </a:r>
                      <a:endParaRPr lang="ko-KR" altLang="en-US" sz="1100" b="1" i="0" u="none" strike="noStrike" kern="1200">
                        <a:solidFill>
                          <a:schemeClr val="bg1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74933" rtl="0" eaLnBrk="1" fontAlgn="ctr" latinLnBrk="1" hangingPunct="1"/>
                      <a:r>
                        <a:rPr lang="en-US" altLang="ko-KR" sz="1100" b="1" i="0" u="none" strike="noStrike" kern="1200">
                          <a:solidFill>
                            <a:schemeClr val="bg1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Process Definition</a:t>
                      </a:r>
                      <a:endParaRPr lang="ko-KR" altLang="en-US" sz="1100" b="1" i="0" u="none" strike="noStrike" kern="1200">
                        <a:solidFill>
                          <a:schemeClr val="bg1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74933" rtl="0" eaLnBrk="1" fontAlgn="ctr" latinLnBrk="1" hangingPunct="1"/>
                      <a:r>
                        <a:rPr lang="en-US" altLang="ko-KR" sz="900" b="1" i="0" u="none" strike="noStrike" kern="1200">
                          <a:solidFill>
                            <a:schemeClr val="bg1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Undefined</a:t>
                      </a:r>
                      <a:endParaRPr lang="ko-KR" altLang="en-US" sz="900" b="1" i="0" u="none" strike="noStrike" kern="1200">
                        <a:solidFill>
                          <a:schemeClr val="bg1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74933" rtl="0" eaLnBrk="1" fontAlgn="ctr" latinLnBrk="1" hangingPunct="1"/>
                      <a:r>
                        <a:rPr lang="en-US" altLang="ko-KR" sz="900" b="1" i="0" u="none" strike="noStrike" kern="1200">
                          <a:solidFill>
                            <a:schemeClr val="bg1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Defined</a:t>
                      </a:r>
                      <a:endParaRPr lang="ko-KR" altLang="en-US" sz="900" b="1" i="0" u="none" strike="noStrike" kern="1200">
                        <a:solidFill>
                          <a:schemeClr val="bg1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74933" rtl="0" eaLnBrk="1" fontAlgn="ctr" latinLnBrk="1" hangingPunct="1"/>
                      <a:r>
                        <a:rPr lang="en-US" altLang="ko-KR" sz="900" b="1" i="0" u="none" strike="noStrike" kern="1200">
                          <a:solidFill>
                            <a:schemeClr val="bg1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Digitalized</a:t>
                      </a:r>
                      <a:endParaRPr lang="ko-KR" altLang="en-US" sz="900" b="1" i="0" u="none" strike="noStrike" kern="1200">
                        <a:solidFill>
                          <a:schemeClr val="bg1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74933" rtl="0" eaLnBrk="1" fontAlgn="ctr" latinLnBrk="1" hangingPunct="1"/>
                      <a:r>
                        <a:rPr lang="en-US" altLang="ko-KR" sz="900" b="1" i="0" u="none" strike="noStrike" kern="1200">
                          <a:solidFill>
                            <a:schemeClr val="bg1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Integrated</a:t>
                      </a:r>
                      <a:endParaRPr lang="ko-KR" altLang="en-US" sz="900" b="1" i="0" u="none" strike="noStrike" kern="1200">
                        <a:solidFill>
                          <a:schemeClr val="bg1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kern="1200">
                          <a:solidFill>
                            <a:schemeClr val="bg1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Intelligent</a:t>
                      </a:r>
                      <a:endParaRPr lang="ko-KR" altLang="en-US" sz="900" b="1" i="0" u="none" strike="noStrike" kern="1200">
                        <a:solidFill>
                          <a:schemeClr val="bg1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74933" rtl="0" eaLnBrk="1" fontAlgn="ctr" latinLnBrk="1" hangingPunct="1"/>
                      <a:r>
                        <a:rPr lang="en-US" altLang="ko-KR" sz="900" b="1" i="0" u="none" strike="noStrike" kern="1200">
                          <a:solidFill>
                            <a:schemeClr val="bg1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Autonomous</a:t>
                      </a:r>
                      <a:endParaRPr lang="ko-KR" altLang="en-US" sz="900" b="1" i="0" u="none" strike="noStrike" kern="1200">
                        <a:solidFill>
                          <a:schemeClr val="bg1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74933" rtl="0" eaLnBrk="1" fontAlgn="ctr" latinLnBrk="1" hangingPunct="1"/>
                      <a:r>
                        <a:rPr lang="en-US" altLang="ko-KR" sz="1000" b="1" i="0" u="none" strike="noStrike" kern="1200">
                          <a:solidFill>
                            <a:schemeClr val="bg1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Remarks</a:t>
                      </a:r>
                      <a:endParaRPr lang="ko-KR" altLang="en-US" sz="1100" b="1" i="0" u="none" strike="noStrike" kern="1200">
                        <a:solidFill>
                          <a:schemeClr val="bg1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923493"/>
                  </a:ext>
                </a:extLst>
              </a:tr>
              <a:tr h="299178">
                <a:tc rowSpan="9"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Hyundai Sans Text KR" panose="020B0600000101010101" pitchFamily="34" charset="-127"/>
                          <a:ea typeface="Hyundai Sans Text KR" panose="020B0600000101010101" pitchFamily="34" charset="-127"/>
                        </a:rPr>
                        <a:t>Operations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Productivity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Monitor and manage production performance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●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(A61,A71)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 rtl="0" fontAlgn="ctr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Total : 45</a:t>
                      </a:r>
                    </a:p>
                    <a:p>
                      <a:pPr algn="ctr" rtl="0" fontAlgn="ctr"/>
                      <a:r>
                        <a:rPr lang="en-US" sz="1000" b="1" kern="1200">
                          <a:solidFill>
                            <a:srgbClr val="0000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A61 Impact:</a:t>
                      </a:r>
                    </a:p>
                    <a:p>
                      <a:pPr algn="ctr" rtl="0" fontAlgn="ctr"/>
                      <a:r>
                        <a:rPr lang="en-US" sz="1000" b="1" kern="1200">
                          <a:solidFill>
                            <a:srgbClr val="0000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+2.8%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2829187"/>
                  </a:ext>
                </a:extLst>
              </a:tr>
              <a:tr h="29917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Production issue escalation, resolution and root cause analysis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●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(A61)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97452"/>
                  </a:ext>
                </a:extLst>
              </a:tr>
              <a:tr h="2991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CI implementation and performance analysis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●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(A61)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316582"/>
                  </a:ext>
                </a:extLst>
              </a:tr>
              <a:tr h="46538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kern="1200">
                          <a:solidFill>
                            <a:schemeClr val="tx1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Assembly</a:t>
                      </a:r>
                    </a:p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kern="1200">
                          <a:solidFill>
                            <a:schemeClr val="tx1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(Manual Cell)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EEBF7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Manage work performance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●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● (A61,W03)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62634822"/>
                  </a:ext>
                </a:extLst>
              </a:tr>
              <a:tr h="182831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</a:rPr>
                        <a:t>Mobile Robot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Monitor MR Operation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● (R06, A61)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18111759"/>
                  </a:ext>
                </a:extLst>
              </a:tr>
              <a:tr h="159977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Maintenance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7493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Troubleshoot equipment issues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● (M08,A61)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883068983"/>
                  </a:ext>
                </a:extLst>
              </a:tr>
              <a:tr h="159977">
                <a:tc vMerge="1">
                  <a:txBody>
                    <a:bodyPr/>
                    <a:lstStyle/>
                    <a:p>
                      <a:pPr algn="ctr" rtl="0" fontAlgn="ctr"/>
                      <a:endParaRPr lang="en-US" sz="1100" b="1" i="0" u="none" strike="noStrike">
                        <a:solidFill>
                          <a:srgbClr val="002060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accent1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>
                        <a:solidFill>
                          <a:schemeClr val="tx1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accent1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7493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Manage equipment downtime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●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● (A61)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sz="900" b="1" kern="1200">
                        <a:solidFill>
                          <a:schemeClr val="tx2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428065"/>
                  </a:ext>
                </a:extLst>
              </a:tr>
              <a:tr h="29917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kumimoji="0" lang="en-US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en-SG" altLang="ko-KR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Maintenance execution and escalation/assistance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● (M08,A61)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99680632"/>
                  </a:ext>
                </a:extLst>
              </a:tr>
              <a:tr h="299178">
                <a:tc vMerge="1">
                  <a:txBody>
                    <a:bodyPr/>
                    <a:lstStyle/>
                    <a:p>
                      <a:pPr algn="ctr" rtl="0" fontAlgn="ctr"/>
                      <a:endParaRPr lang="en-US" sz="1100" b="1" i="0" u="none" strike="noStrike">
                        <a:solidFill>
                          <a:srgbClr val="00206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Quality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Quality issue containment and temp countermeasure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●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● (A61)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sz="900" b="1" kern="1200">
                        <a:solidFill>
                          <a:schemeClr val="tx2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286597"/>
                  </a:ext>
                </a:extLst>
              </a:tr>
            </a:tbl>
          </a:graphicData>
        </a:graphic>
      </p:graphicFrame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Text Box 38">
            <a:extLst>
              <a:ext uri="{FF2B5EF4-FFF2-40B4-BE49-F238E27FC236}">
                <a16:creationId xmlns:a16="http://schemas.microsoft.com/office/drawing/2014/main" id="{6B94DA64-2F26-48B8-B391-A570D56B6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3282" y="57150"/>
            <a:ext cx="1368366" cy="2095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lIns="83969" tIns="41985" rIns="83969" bIns="41985"/>
          <a:lstStyle>
            <a:lvl1pPr defTabSz="838200" eaLnBrk="0" hangingPunct="0">
              <a:spcBef>
                <a:spcPct val="20000"/>
              </a:spcBef>
              <a:buFont typeface="Arial" pitchFamily="34" charset="0"/>
              <a:buChar char="•"/>
              <a:defRPr sz="3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defTabSz="838200" eaLnBrk="0" hangingPunct="0">
              <a:spcBef>
                <a:spcPct val="20000"/>
              </a:spcBef>
              <a:buFont typeface="Arial" pitchFamily="34" charset="0"/>
              <a:buChar char="–"/>
              <a:defRPr sz="29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defTabSz="838200" eaLnBrk="0" hangingPunct="0">
              <a:spcBef>
                <a:spcPct val="20000"/>
              </a:spcBef>
              <a:buFont typeface="Arial" pitchFamily="34" charset="0"/>
              <a:buChar char="•"/>
              <a:defRPr sz="2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defTabSz="838200" eaLnBrk="0" hangingPunct="0">
              <a:spcBef>
                <a:spcPct val="20000"/>
              </a:spcBef>
              <a:buFont typeface="Arial" pitchFamily="34" charset="0"/>
              <a:buChar char="–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defTabSz="838200" eaLnBrk="0" hangingPunct="0">
              <a:spcBef>
                <a:spcPct val="20000"/>
              </a:spcBef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ctr" defTabSz="838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현대하모니 M" pitchFamily="18" charset="-127"/>
                <a:ea typeface="현대하모니 M" pitchFamily="18" charset="-127"/>
                <a:cs typeface="+mn-cs"/>
              </a:rPr>
              <a:t>사내한 </a:t>
            </a:r>
            <a:r>
              <a:rPr kumimoji="1" lang="en-US" altLang="ko-KR" sz="900" b="0" i="0" u="none" strike="noStrike" kern="1200" cap="none" spc="0" normalizeH="0" baseline="0" noProof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현대하모니 M" pitchFamily="18" charset="-127"/>
                <a:ea typeface="현대하모니 M" pitchFamily="18" charset="-127"/>
                <a:cs typeface="+mn-cs"/>
              </a:rPr>
              <a:t>(Restricted)</a:t>
            </a:r>
            <a:endParaRPr kumimoji="1" lang="ko-KR" altLang="en-US" sz="900" b="0" i="0" u="none" strike="noStrike" kern="1200" cap="none" spc="0" normalizeH="0" baseline="0" noProof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FF0000"/>
              </a:solidFill>
              <a:effectLst/>
              <a:uLnTx/>
              <a:uFillTx/>
              <a:latin typeface="현대하모니 M" pitchFamily="18" charset="-127"/>
              <a:ea typeface="현대하모니 M" pitchFamily="18" charset="-127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947864" y="446315"/>
            <a:ext cx="165782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74933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50" charset="-127"/>
                <a:ea typeface="현대산스 Text" panose="020B0600000101010101" pitchFamily="50" charset="-127"/>
                <a:cs typeface="+mn-cs"/>
              </a:rPr>
              <a:t>●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Text" panose="020B0600000101010101" pitchFamily="50" charset="-127"/>
                <a:ea typeface="현대산스 Text" panose="020B0600000101010101" pitchFamily="50" charset="-127"/>
                <a:cs typeface="+mn-cs"/>
              </a:rPr>
              <a:t>: Current,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산스 Text" panose="020B0600000101010101" pitchFamily="50" charset="-127"/>
                <a:ea typeface="현대산스 Text" panose="020B0600000101010101" pitchFamily="50" charset="-127"/>
                <a:cs typeface="+mn-cs"/>
              </a:rPr>
              <a:t>●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산스 Text" panose="020B0600000101010101" pitchFamily="50" charset="-127"/>
                <a:ea typeface="현대산스 Text" panose="020B0600000101010101" pitchFamily="50" charset="-127"/>
                <a:cs typeface="+mn-cs"/>
              </a:rPr>
              <a:t>: 2025 Target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산스 Text" panose="020B0600000101010101" pitchFamily="50" charset="-127"/>
                <a:ea typeface="현대산스 Text" panose="020B0600000101010101" pitchFamily="50" charset="-127"/>
                <a:cs typeface="+mn-cs"/>
              </a:rPr>
              <a:t> </a:t>
            </a:r>
          </a:p>
        </p:txBody>
      </p:sp>
      <p:graphicFrame>
        <p:nvGraphicFramePr>
          <p:cNvPr id="2" name="표 5">
            <a:extLst>
              <a:ext uri="{FF2B5EF4-FFF2-40B4-BE49-F238E27FC236}">
                <a16:creationId xmlns:a16="http://schemas.microsoft.com/office/drawing/2014/main" id="{5837557B-D79F-C9A5-2631-FD99C33B44B3}"/>
              </a:ext>
            </a:extLst>
          </p:cNvPr>
          <p:cNvGraphicFramePr>
            <a:graphicFrameLocks noGrp="1"/>
          </p:cNvGraphicFramePr>
          <p:nvPr/>
        </p:nvGraphicFramePr>
        <p:xfrm>
          <a:off x="247989" y="4369380"/>
          <a:ext cx="9373661" cy="2042305"/>
        </p:xfrm>
        <a:graphic>
          <a:graphicData uri="http://schemas.openxmlformats.org/drawingml/2006/table">
            <a:tbl>
              <a:tblPr/>
              <a:tblGrid>
                <a:gridCol w="641602">
                  <a:extLst>
                    <a:ext uri="{9D8B030D-6E8A-4147-A177-3AD203B41FA5}">
                      <a16:colId xmlns:a16="http://schemas.microsoft.com/office/drawing/2014/main" val="3875331064"/>
                    </a:ext>
                  </a:extLst>
                </a:gridCol>
                <a:gridCol w="724262">
                  <a:extLst>
                    <a:ext uri="{9D8B030D-6E8A-4147-A177-3AD203B41FA5}">
                      <a16:colId xmlns:a16="http://schemas.microsoft.com/office/drawing/2014/main" val="2086091424"/>
                    </a:ext>
                  </a:extLst>
                </a:gridCol>
                <a:gridCol w="1476776">
                  <a:extLst>
                    <a:ext uri="{9D8B030D-6E8A-4147-A177-3AD203B41FA5}">
                      <a16:colId xmlns:a16="http://schemas.microsoft.com/office/drawing/2014/main" val="2054406355"/>
                    </a:ext>
                  </a:extLst>
                </a:gridCol>
                <a:gridCol w="1337193">
                  <a:extLst>
                    <a:ext uri="{9D8B030D-6E8A-4147-A177-3AD203B41FA5}">
                      <a16:colId xmlns:a16="http://schemas.microsoft.com/office/drawing/2014/main" val="4294467022"/>
                    </a:ext>
                  </a:extLst>
                </a:gridCol>
                <a:gridCol w="692773">
                  <a:extLst>
                    <a:ext uri="{9D8B030D-6E8A-4147-A177-3AD203B41FA5}">
                      <a16:colId xmlns:a16="http://schemas.microsoft.com/office/drawing/2014/main" val="3144377086"/>
                    </a:ext>
                  </a:extLst>
                </a:gridCol>
                <a:gridCol w="531388">
                  <a:extLst>
                    <a:ext uri="{9D8B030D-6E8A-4147-A177-3AD203B41FA5}">
                      <a16:colId xmlns:a16="http://schemas.microsoft.com/office/drawing/2014/main" val="2954172362"/>
                    </a:ext>
                  </a:extLst>
                </a:gridCol>
                <a:gridCol w="761656">
                  <a:extLst>
                    <a:ext uri="{9D8B030D-6E8A-4147-A177-3AD203B41FA5}">
                      <a16:colId xmlns:a16="http://schemas.microsoft.com/office/drawing/2014/main" val="4063617309"/>
                    </a:ext>
                  </a:extLst>
                </a:gridCol>
                <a:gridCol w="806923">
                  <a:extLst>
                    <a:ext uri="{9D8B030D-6E8A-4147-A177-3AD203B41FA5}">
                      <a16:colId xmlns:a16="http://schemas.microsoft.com/office/drawing/2014/main" val="1978497612"/>
                    </a:ext>
                  </a:extLst>
                </a:gridCol>
                <a:gridCol w="673092">
                  <a:extLst>
                    <a:ext uri="{9D8B030D-6E8A-4147-A177-3AD203B41FA5}">
                      <a16:colId xmlns:a16="http://schemas.microsoft.com/office/drawing/2014/main" val="3468826703"/>
                    </a:ext>
                  </a:extLst>
                </a:gridCol>
                <a:gridCol w="842349">
                  <a:extLst>
                    <a:ext uri="{9D8B030D-6E8A-4147-A177-3AD203B41FA5}">
                      <a16:colId xmlns:a16="http://schemas.microsoft.com/office/drawing/2014/main" val="2265665438"/>
                    </a:ext>
                  </a:extLst>
                </a:gridCol>
                <a:gridCol w="885647">
                  <a:extLst>
                    <a:ext uri="{9D8B030D-6E8A-4147-A177-3AD203B41FA5}">
                      <a16:colId xmlns:a16="http://schemas.microsoft.com/office/drawing/2014/main" val="3854131250"/>
                    </a:ext>
                  </a:extLst>
                </a:gridCol>
              </a:tblGrid>
              <a:tr h="299178">
                <a:tc gridSpan="2">
                  <a:txBody>
                    <a:bodyPr/>
                    <a:lstStyle/>
                    <a:p>
                      <a:pPr marL="0" algn="ctr" defTabSz="474933" rtl="0" eaLnBrk="1" fontAlgn="ctr" latinLnBrk="1" hangingPunct="1"/>
                      <a:r>
                        <a:rPr lang="en-US" altLang="ko-KR" sz="1100" b="1" i="0" u="none" strike="noStrike" kern="1200">
                          <a:solidFill>
                            <a:schemeClr val="bg1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KPI </a:t>
                      </a:r>
                      <a:r>
                        <a:rPr lang="en-US" altLang="ko-KR" sz="1100" b="1" i="0" u="none" strike="noStrike" kern="1200" err="1">
                          <a:solidFill>
                            <a:schemeClr val="bg1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Lv</a:t>
                      </a:r>
                      <a:r>
                        <a:rPr lang="en-US" altLang="ko-KR" sz="1100" b="1" i="0" u="none" strike="noStrike" kern="1200">
                          <a:solidFill>
                            <a:schemeClr val="bg1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 1</a:t>
                      </a:r>
                      <a:endParaRPr lang="ko-KR" altLang="en-US" sz="1100" b="1" i="0" u="none" strike="noStrike" kern="1200">
                        <a:solidFill>
                          <a:schemeClr val="bg1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474933" rtl="0" eaLnBrk="1" fontAlgn="ctr" latinLnBrk="1" hangingPunct="1"/>
                      <a:r>
                        <a:rPr lang="en-US" altLang="ko-KR" sz="1100" b="1" i="0" u="none" strike="noStrike" kern="1200">
                          <a:solidFill>
                            <a:schemeClr val="bg1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Process Definition</a:t>
                      </a:r>
                      <a:endParaRPr lang="ko-KR" altLang="en-US" sz="1100" b="1" i="0" u="none" strike="noStrike" kern="1200">
                        <a:solidFill>
                          <a:schemeClr val="bg1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74933" rtl="0" eaLnBrk="1" fontAlgn="ctr" latinLnBrk="1" hangingPunct="1"/>
                      <a:r>
                        <a:rPr lang="en-US" altLang="ko-KR" sz="900" b="1" i="0" u="none" strike="noStrike" kern="1200">
                          <a:solidFill>
                            <a:schemeClr val="bg1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Undefined</a:t>
                      </a:r>
                      <a:endParaRPr lang="ko-KR" altLang="en-US" sz="900" b="1" i="0" u="none" strike="noStrike" kern="1200">
                        <a:solidFill>
                          <a:schemeClr val="bg1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74933" rtl="0" eaLnBrk="1" fontAlgn="ctr" latinLnBrk="1" hangingPunct="1"/>
                      <a:r>
                        <a:rPr lang="en-US" altLang="ko-KR" sz="900" b="1" i="0" u="none" strike="noStrike" kern="1200">
                          <a:solidFill>
                            <a:schemeClr val="bg1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Defined</a:t>
                      </a:r>
                      <a:endParaRPr lang="ko-KR" altLang="en-US" sz="900" b="1" i="0" u="none" strike="noStrike" kern="1200">
                        <a:solidFill>
                          <a:schemeClr val="bg1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74933" rtl="0" eaLnBrk="1" fontAlgn="ctr" latinLnBrk="1" hangingPunct="1"/>
                      <a:r>
                        <a:rPr lang="en-US" altLang="ko-KR" sz="900" b="1" i="0" u="none" strike="noStrike" kern="1200">
                          <a:solidFill>
                            <a:schemeClr val="bg1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Digitalized</a:t>
                      </a:r>
                      <a:endParaRPr lang="ko-KR" altLang="en-US" sz="900" b="1" i="0" u="none" strike="noStrike" kern="1200">
                        <a:solidFill>
                          <a:schemeClr val="bg1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74933" rtl="0" eaLnBrk="1" fontAlgn="ctr" latinLnBrk="1" hangingPunct="1"/>
                      <a:r>
                        <a:rPr lang="en-US" altLang="ko-KR" sz="900" b="1" i="0" u="none" strike="noStrike" kern="1200">
                          <a:solidFill>
                            <a:schemeClr val="bg1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Integrated</a:t>
                      </a:r>
                      <a:endParaRPr lang="ko-KR" altLang="en-US" sz="900" b="1" i="0" u="none" strike="noStrike" kern="1200">
                        <a:solidFill>
                          <a:schemeClr val="bg1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kern="1200">
                          <a:solidFill>
                            <a:schemeClr val="bg1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Intelligent</a:t>
                      </a:r>
                      <a:endParaRPr lang="ko-KR" altLang="en-US" sz="900" b="1" i="0" u="none" strike="noStrike" kern="1200">
                        <a:solidFill>
                          <a:schemeClr val="bg1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74933" rtl="0" eaLnBrk="1" fontAlgn="ctr" latinLnBrk="1" hangingPunct="1"/>
                      <a:r>
                        <a:rPr lang="en-US" altLang="ko-KR" sz="900" b="1" i="0" u="none" strike="noStrike" kern="1200">
                          <a:solidFill>
                            <a:schemeClr val="bg1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Autonomous</a:t>
                      </a:r>
                      <a:endParaRPr lang="ko-KR" altLang="en-US" sz="900" b="1" i="0" u="none" strike="noStrike" kern="1200">
                        <a:solidFill>
                          <a:schemeClr val="bg1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74933" rtl="0" eaLnBrk="1" fontAlgn="ctr" latinLnBrk="1" hangingPunct="1"/>
                      <a:r>
                        <a:rPr lang="en-US" altLang="ko-KR" sz="1000" b="1" i="0" u="none" strike="noStrike" kern="1200">
                          <a:solidFill>
                            <a:schemeClr val="bg1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Remarks</a:t>
                      </a:r>
                      <a:endParaRPr lang="ko-KR" altLang="en-US" sz="1100" b="1" i="0" u="none" strike="noStrike" kern="1200">
                        <a:solidFill>
                          <a:schemeClr val="bg1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923493"/>
                  </a:ext>
                </a:extLst>
              </a:tr>
              <a:tr h="365662">
                <a:tc rowSpan="7"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Hyundai Sans Text KR" panose="020B0600000101010101" pitchFamily="34" charset="-127"/>
                          <a:ea typeface="Hyundai Sans Text KR" panose="020B0600000101010101" pitchFamily="34" charset="-127"/>
                        </a:rPr>
                        <a:t>Supply </a:t>
                      </a:r>
                    </a:p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Hyundai Sans Text KR" panose="020B0600000101010101" pitchFamily="34" charset="-127"/>
                          <a:ea typeface="Hyundai Sans Text KR" panose="020B0600000101010101" pitchFamily="34" charset="-127"/>
                        </a:rPr>
                        <a:t>Chain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Supply </a:t>
                      </a:r>
                    </a:p>
                    <a:p>
                      <a:pPr algn="ctr" rtl="0" fontAlgn="ctr"/>
                      <a:r>
                        <a:rPr lang="en-US" sz="1100" b="1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Chain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Parts 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warehousing </a:t>
                      </a:r>
                      <a:endParaRPr lang="en-US" altLang="ko-KR" sz="900" b="0" kern="1200">
                        <a:solidFill>
                          <a:schemeClr val="tx1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management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Manage incoming parts quality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● (A61)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SG" altLang="ko-KR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ctr" rtl="0" fontAlgn="ctr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Total</a:t>
                      </a:r>
                      <a:r>
                        <a:rPr lang="en-US" sz="900" b="1" kern="1200" baseline="0">
                          <a:solidFill>
                            <a:schemeClr val="tx2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 : 26</a:t>
                      </a:r>
                    </a:p>
                    <a:p>
                      <a:pPr algn="ctr" rtl="0" fontAlgn="ctr"/>
                      <a:r>
                        <a:rPr lang="en-US" sz="1000" b="1" kern="1200" baseline="0">
                          <a:solidFill>
                            <a:srgbClr val="0000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A61 Impact:</a:t>
                      </a:r>
                    </a:p>
                    <a:p>
                      <a:pPr algn="ctr" rtl="0" fontAlgn="ctr"/>
                      <a:r>
                        <a:rPr lang="en-US" sz="1000" b="1" kern="1200" baseline="0">
                          <a:solidFill>
                            <a:srgbClr val="0000FF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+5.0%</a:t>
                      </a:r>
                      <a:endParaRPr lang="en-US" sz="1000" b="1" kern="1200">
                        <a:solidFill>
                          <a:srgbClr val="0000FF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045164"/>
                  </a:ext>
                </a:extLst>
              </a:tr>
              <a:tr h="2991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Planning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Production progress </a:t>
                      </a:r>
                      <a:endParaRPr lang="en-US" altLang="ko-KR" sz="900" b="0" kern="1200">
                        <a:solidFill>
                          <a:schemeClr val="tx1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  <a:p>
                      <a:pPr algn="l" rtl="0" fontAlgn="ctr"/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management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Manage p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roduction progress</a:t>
                      </a:r>
                    </a:p>
                  </a:txBody>
                  <a:tcPr marL="72000" marR="6672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●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● (A61)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SG" altLang="ko-KR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sz="900" b="1" kern="1200">
                        <a:solidFill>
                          <a:schemeClr val="tx2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0679608"/>
                  </a:ext>
                </a:extLst>
              </a:tr>
              <a:tr h="2991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Management of </a:t>
                      </a:r>
                      <a:endParaRPr lang="en-US" altLang="ko-KR" sz="900" b="0" kern="1200">
                        <a:solidFill>
                          <a:schemeClr val="tx1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  <a:p>
                      <a:pPr algn="l" rtl="0" fontAlgn="ctr"/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production indicators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Manage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p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roduction performance</a:t>
                      </a:r>
                    </a:p>
                  </a:txBody>
                  <a:tcPr marL="72000" marR="6672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●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● (A61)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SG" altLang="ko-KR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sz="900" b="1" kern="1200">
                        <a:solidFill>
                          <a:schemeClr val="tx2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799239"/>
                  </a:ext>
                </a:extLst>
              </a:tr>
              <a:tr h="29917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Logistics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 rowSpan="4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In-house logistics </a:t>
                      </a:r>
                      <a:endParaRPr lang="en-US" altLang="ko-KR" sz="900" b="0" kern="1200">
                        <a:solidFill>
                          <a:schemeClr val="tx1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management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Monitor logistics automation status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72000" marR="6672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●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● (A61)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SG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SG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SG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82762552"/>
                  </a:ext>
                </a:extLst>
              </a:tr>
              <a:tr h="159977">
                <a:tc vMerge="1">
                  <a:txBody>
                    <a:bodyPr/>
                    <a:lstStyle/>
                    <a:p>
                      <a:pPr algn="ctr" rtl="0" fontAlgn="ctr"/>
                      <a:endParaRPr lang="en-US" sz="1100" b="1" i="0" u="none" strike="noStrike">
                        <a:solidFill>
                          <a:srgbClr val="00206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sz="1100" b="1" i="0" u="none" strike="noStrike" kern="1200" baseline="0">
                        <a:solidFill>
                          <a:schemeClr val="tx1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 vMerge="1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ko-KR" altLang="en-US" sz="900" b="0" kern="1200">
                        <a:solidFill>
                          <a:schemeClr val="tx1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7493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Manage sequence pallet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●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● (A61)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SG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SG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sz="900" b="1" kern="1200">
                        <a:solidFill>
                          <a:schemeClr val="tx2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183159"/>
                  </a:ext>
                </a:extLst>
              </a:tr>
              <a:tr h="159977">
                <a:tc vMerge="1">
                  <a:txBody>
                    <a:bodyPr/>
                    <a:lstStyle/>
                    <a:p>
                      <a:pPr algn="ctr" rtl="0" fontAlgn="ctr"/>
                      <a:endParaRPr lang="en-US" sz="1100" b="1" i="0" u="none" strike="noStrike">
                        <a:solidFill>
                          <a:srgbClr val="00206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sz="1100" b="1" i="0" u="none" strike="noStrike" kern="1200" baseline="0">
                        <a:solidFill>
                          <a:schemeClr val="tx1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 vMerge="1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ko-KR" altLang="en-US" sz="900" b="0" kern="1200">
                        <a:solidFill>
                          <a:schemeClr val="tx1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Manage set box pallet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●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● (A61)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SG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SG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sz="900" b="1" kern="1200">
                        <a:solidFill>
                          <a:schemeClr val="tx2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210311"/>
                  </a:ext>
                </a:extLst>
              </a:tr>
              <a:tr h="159977">
                <a:tc vMerge="1">
                  <a:txBody>
                    <a:bodyPr/>
                    <a:lstStyle/>
                    <a:p>
                      <a:pPr algn="ctr" rtl="0" fontAlgn="ctr"/>
                      <a:endParaRPr lang="en-US" sz="1100" b="1" i="0" u="none" strike="noStrike">
                        <a:solidFill>
                          <a:srgbClr val="00206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sz="1100" b="1" i="0" u="none" strike="noStrike" kern="1200" baseline="0">
                        <a:solidFill>
                          <a:schemeClr val="tx1"/>
                        </a:solidFill>
                        <a:effectLst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 vMerge="1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ko-KR" altLang="en-US" sz="900" b="0" kern="1200">
                        <a:solidFill>
                          <a:schemeClr val="tx1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Supply parts to cell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rgbClr val="DAE3F3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●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● (A61,S102)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SG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493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SG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산스 Text" panose="020B0600000101010101" pitchFamily="50" charset="-127"/>
                          <a:ea typeface="현대산스 Text" panose="020B0600000101010101" pitchFamily="50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sz="900" b="1" kern="1200">
                        <a:solidFill>
                          <a:schemeClr val="tx2"/>
                        </a:solidFill>
                        <a:latin typeface="현대산스 Text" panose="020B0600000101010101" pitchFamily="50" charset="-127"/>
                        <a:ea typeface="현대산스 Text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762919"/>
                  </a:ext>
                </a:extLst>
              </a:tr>
            </a:tbl>
          </a:graphicData>
        </a:graphic>
      </p:graphicFrame>
      <p:sp>
        <p:nvSpPr>
          <p:cNvPr id="5" name="직사각형 5">
            <a:extLst>
              <a:ext uri="{FF2B5EF4-FFF2-40B4-BE49-F238E27FC236}">
                <a16:creationId xmlns:a16="http://schemas.microsoft.com/office/drawing/2014/main" id="{C8B9268B-F368-D03F-FFEF-8842CA035E82}"/>
              </a:ext>
            </a:extLst>
          </p:cNvPr>
          <p:cNvSpPr/>
          <p:nvPr/>
        </p:nvSpPr>
        <p:spPr>
          <a:xfrm>
            <a:off x="261648" y="856762"/>
            <a:ext cx="9360000" cy="538872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72000" bIns="36000" rtlCol="0" anchor="ctr" anchorCtr="0"/>
          <a:lstStyle/>
          <a:p>
            <a:pPr marL="0" marR="0" lvl="0" indent="0" algn="l" defTabSz="77777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2147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</a:rPr>
              <a:t>Digitalization of Production Issue lifecycle through multiple digital interfaces and automated issue creation estimated to improve overall Process Input KPI by 7.8%</a:t>
            </a:r>
            <a:endParaRPr kumimoji="1" lang="en-US" altLang="ko-KR" sz="1600" b="0" i="0" u="none" strike="noStrike" kern="1200" cap="none" spc="-50" normalizeH="0" baseline="0" noProof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147"/>
              </a:solidFill>
              <a:effectLst/>
              <a:uLnTx/>
              <a:uFillTx/>
              <a:latin typeface="HDharmony M" panose="02020603020101020101" pitchFamily="18" charset="-127"/>
              <a:ea typeface="HDharmony M" panose="02020603020101020101" pitchFamily="18" charset="-127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DF70E562-E767-0360-CBB7-A507494937ED}"/>
              </a:ext>
            </a:extLst>
          </p:cNvPr>
          <p:cNvSpPr txBox="1">
            <a:spLocks/>
          </p:cNvSpPr>
          <p:nvPr/>
        </p:nvSpPr>
        <p:spPr>
          <a:xfrm>
            <a:off x="320040" y="228600"/>
            <a:ext cx="6583680" cy="457200"/>
          </a:xfrm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>
            <a:lvl1pPr algn="l" defTabSz="474933" rtl="0" eaLnBrk="1" latinLnBrk="1" hangingPunct="1">
              <a:spcBef>
                <a:spcPct val="0"/>
              </a:spcBef>
              <a:buNone/>
              <a:defRPr sz="2600" b="0" i="0" kern="400" baseline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  <a:cs typeface="현대산스 Head Medium" panose="020B0600000101010101" pitchFamily="50" charset="-127"/>
              </a:defRPr>
            </a:lvl1pPr>
          </a:lstStyle>
          <a:p>
            <a:pPr marL="0" marR="0" lvl="0" indent="0" algn="l" defTabSz="49401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+mn-cs"/>
              </a:rPr>
              <a:t>Input KPI - Process</a:t>
            </a:r>
            <a:endParaRPr kumimoji="1" lang="en-US" altLang="ko-KR" sz="2400" i="0" u="none" strike="noStrike" kern="400" cap="none" spc="0" normalizeH="0" baseline="0" noProof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060"/>
              </a:solidFill>
              <a:effectLst/>
              <a:uLnTx/>
              <a:uFillTx/>
              <a:latin typeface="현대하모니 B" panose="02020603020101020101" pitchFamily="18" charset="-127"/>
              <a:ea typeface="현대하모니 B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16936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15630BE-3522-5E29-31F1-6F7D08B06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748CF5-2254-7744-C886-CF6F88736B7E}"/>
              </a:ext>
            </a:extLst>
          </p:cNvPr>
          <p:cNvSpPr/>
          <p:nvPr/>
        </p:nvSpPr>
        <p:spPr>
          <a:xfrm>
            <a:off x="-1" y="6601113"/>
            <a:ext cx="9573367" cy="2568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5F739363-6479-BD73-149E-C6B3E9CCA151}"/>
              </a:ext>
            </a:extLst>
          </p:cNvPr>
          <p:cNvSpPr txBox="1">
            <a:spLocks/>
          </p:cNvSpPr>
          <p:nvPr/>
        </p:nvSpPr>
        <p:spPr>
          <a:xfrm>
            <a:off x="260733" y="120615"/>
            <a:ext cx="9312634" cy="508000"/>
          </a:xfrm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>
            <a:lvl1pPr algn="l" defTabSz="474933" rtl="0" eaLnBrk="1" latinLnBrk="1" hangingPunct="1">
              <a:spcBef>
                <a:spcPct val="0"/>
              </a:spcBef>
              <a:buNone/>
              <a:defRPr sz="2600" b="0" i="0" kern="400" baseline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  <a:cs typeface="현대산스 Head Medium" panose="020B0600000101010101" pitchFamily="50" charset="-127"/>
              </a:defRPr>
            </a:lvl1pPr>
          </a:lstStyle>
          <a:p>
            <a:pPr lvl="0" defTabSz="494019" latinLnBrk="0">
              <a:defRPr/>
            </a:pPr>
            <a:r>
              <a:rPr kumimoji="1" lang="en-GB" sz="24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현대하모니 B"/>
                <a:ea typeface="현대하모니 B"/>
              </a:rPr>
              <a:t>L2-5: Business Implications – Operational Impact Calculation</a:t>
            </a:r>
            <a:endParaRPr kumimoji="1" lang="en-GB" sz="2400" i="0" u="none" strike="noStrike" kern="400" cap="none" spc="0" normalizeH="0" baseline="0" noProof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060"/>
              </a:solidFill>
              <a:effectLst/>
              <a:uLnTx/>
              <a:uFillTx/>
              <a:latin typeface="현대하모니 B"/>
              <a:ea typeface="현대하모니 B" panose="02020603020101020101" pitchFamily="18" charset="-127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7D55B54-ED3E-6799-B6CE-C091F22532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501092"/>
              </p:ext>
            </p:extLst>
          </p:nvPr>
        </p:nvGraphicFramePr>
        <p:xfrm>
          <a:off x="260733" y="1279316"/>
          <a:ext cx="9384526" cy="4124716"/>
        </p:xfrm>
        <a:graphic>
          <a:graphicData uri="http://schemas.openxmlformats.org/drawingml/2006/table">
            <a:tbl>
              <a:tblPr/>
              <a:tblGrid>
                <a:gridCol w="556689">
                  <a:extLst>
                    <a:ext uri="{9D8B030D-6E8A-4147-A177-3AD203B41FA5}">
                      <a16:colId xmlns:a16="http://schemas.microsoft.com/office/drawing/2014/main" val="644970701"/>
                    </a:ext>
                  </a:extLst>
                </a:gridCol>
                <a:gridCol w="1258552">
                  <a:extLst>
                    <a:ext uri="{9D8B030D-6E8A-4147-A177-3AD203B41FA5}">
                      <a16:colId xmlns:a16="http://schemas.microsoft.com/office/drawing/2014/main" val="3811931182"/>
                    </a:ext>
                  </a:extLst>
                </a:gridCol>
                <a:gridCol w="988773">
                  <a:extLst>
                    <a:ext uri="{9D8B030D-6E8A-4147-A177-3AD203B41FA5}">
                      <a16:colId xmlns:a16="http://schemas.microsoft.com/office/drawing/2014/main" val="1011845891"/>
                    </a:ext>
                  </a:extLst>
                </a:gridCol>
                <a:gridCol w="1171312">
                  <a:extLst>
                    <a:ext uri="{9D8B030D-6E8A-4147-A177-3AD203B41FA5}">
                      <a16:colId xmlns:a16="http://schemas.microsoft.com/office/drawing/2014/main" val="3574061297"/>
                    </a:ext>
                  </a:extLst>
                </a:gridCol>
                <a:gridCol w="901533">
                  <a:extLst>
                    <a:ext uri="{9D8B030D-6E8A-4147-A177-3AD203B41FA5}">
                      <a16:colId xmlns:a16="http://schemas.microsoft.com/office/drawing/2014/main" val="2373613697"/>
                    </a:ext>
                  </a:extLst>
                </a:gridCol>
                <a:gridCol w="901533">
                  <a:extLst>
                    <a:ext uri="{9D8B030D-6E8A-4147-A177-3AD203B41FA5}">
                      <a16:colId xmlns:a16="http://schemas.microsoft.com/office/drawing/2014/main" val="1108976887"/>
                    </a:ext>
                  </a:extLst>
                </a:gridCol>
                <a:gridCol w="901535">
                  <a:extLst>
                    <a:ext uri="{9D8B030D-6E8A-4147-A177-3AD203B41FA5}">
                      <a16:colId xmlns:a16="http://schemas.microsoft.com/office/drawing/2014/main" val="3075301864"/>
                    </a:ext>
                  </a:extLst>
                </a:gridCol>
                <a:gridCol w="901533">
                  <a:extLst>
                    <a:ext uri="{9D8B030D-6E8A-4147-A177-3AD203B41FA5}">
                      <a16:colId xmlns:a16="http://schemas.microsoft.com/office/drawing/2014/main" val="3665282219"/>
                    </a:ext>
                  </a:extLst>
                </a:gridCol>
                <a:gridCol w="901533">
                  <a:extLst>
                    <a:ext uri="{9D8B030D-6E8A-4147-A177-3AD203B41FA5}">
                      <a16:colId xmlns:a16="http://schemas.microsoft.com/office/drawing/2014/main" val="1799437596"/>
                    </a:ext>
                  </a:extLst>
                </a:gridCol>
                <a:gridCol w="901533">
                  <a:extLst>
                    <a:ext uri="{9D8B030D-6E8A-4147-A177-3AD203B41FA5}">
                      <a16:colId xmlns:a16="http://schemas.microsoft.com/office/drawing/2014/main" val="2326221913"/>
                    </a:ext>
                  </a:extLst>
                </a:gridCol>
              </a:tblGrid>
              <a:tr h="363123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SG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Repair </a:t>
                      </a:r>
                      <a:br>
                        <a:rPr lang="en-SG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</a:br>
                      <a:r>
                        <a:rPr lang="en-SG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Group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SG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OT Type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No. of repairs in 2024</a:t>
                      </a:r>
                      <a:endParaRPr lang="en-SG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HDharmony M" panose="02020603020101020101" pitchFamily="18" charset="-127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1" i="0" u="none" strike="noStrike">
                          <a:solidFill>
                            <a:schemeClr val="bg1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As-Is 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HDharmony M" panose="02020603020101020101" pitchFamily="18" charset="-127"/>
                          <a:ea typeface="HDharmony M" panose="02020603020101020101" pitchFamily="18" charset="-127"/>
                          <a:cs typeface="+mn-cs"/>
                        </a:rPr>
                        <a:t>To-be</a:t>
                      </a:r>
                      <a:endParaRPr kumimoji="0" lang="en-US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HDharmony M" panose="02020603020101020101" pitchFamily="18" charset="-127"/>
                        <a:ea typeface="HDharmony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HDharmony M" panose="02020603020101020101" pitchFamily="18" charset="-127"/>
                        <a:ea typeface="HDharmony M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200" b="1" i="0" u="none" strike="noStrike">
                          <a:solidFill>
                            <a:schemeClr val="bg1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Operational Impact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HDharmony M" panose="02020603020101020101" pitchFamily="18" charset="-127"/>
                        <a:ea typeface="HDharmony M" panose="02020603020101020101" pitchFamily="18" charset="-127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Overtime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financial Impact range</a:t>
                      </a:r>
                      <a:r>
                        <a:rPr lang="en-US" sz="12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1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(€ ‘000)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HDharmony M" panose="02020603020101020101" pitchFamily="18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267438"/>
                  </a:ext>
                </a:extLst>
              </a:tr>
              <a:tr h="70131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2024 </a:t>
                      </a:r>
                      <a:br>
                        <a:rPr lang="en-SG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</a:br>
                      <a:r>
                        <a:rPr lang="en-SG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Overtime </a:t>
                      </a:r>
                      <a:br>
                        <a:rPr lang="en-SG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</a:br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(man-Hrs)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Residual Overtime</a:t>
                      </a:r>
                      <a:r>
                        <a:rPr lang="en-US" sz="12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1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(man-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Hrs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)</a:t>
                      </a:r>
                      <a:endParaRPr lang="en-US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Dharmony M" panose="02020603020101020101" pitchFamily="18" charset="-127"/>
                        <a:ea typeface="HDharmony M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SG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Overtime </a:t>
                      </a:r>
                      <a:br>
                        <a:rPr lang="en-SG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</a:br>
                      <a:r>
                        <a:rPr lang="en-SG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man-hour Savings </a:t>
                      </a:r>
                      <a:r>
                        <a:rPr lang="en-US" sz="12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1</a:t>
                      </a:r>
                      <a:br>
                        <a:rPr lang="en-SG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</a:br>
                      <a:r>
                        <a:rPr lang="en-SG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(man-Hrs)</a:t>
                      </a:r>
                      <a:endParaRPr lang="en-SG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0556304"/>
                  </a:ext>
                </a:extLst>
              </a:tr>
              <a:tr h="210141">
                <a:tc vMerge="1">
                  <a:txBody>
                    <a:bodyPr/>
                    <a:lstStyle/>
                    <a:p>
                      <a:pPr algn="ctr" fontAlgn="ctr"/>
                      <a:endParaRPr lang="en-SG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SG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SG" sz="11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Worst Case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6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Best Case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E29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Worst Case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6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Best Case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E29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Worst Case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6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Best Case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E2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983008"/>
                  </a:ext>
                </a:extLst>
              </a:tr>
              <a:tr h="570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Test Repair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488" indent="0" algn="l" fontAlgn="b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Non-spike</a:t>
                      </a:r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 Day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100" b="0" i="1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  <a:cs typeface="+mn-cs"/>
                        </a:rPr>
                        <a:t>53,794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637 </a:t>
                      </a:r>
                    </a:p>
                  </a:txBody>
                  <a:tcPr marL="0" marR="72000" marT="0" marB="0" anchor="ctr">
                    <a:lnL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-   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-   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1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637 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637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XX-YY</a:t>
                      </a:r>
                      <a:endParaRPr lang="en-SG" sz="1100" b="0" i="1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HDharmony M" panose="02020603020101020101" pitchFamily="18" charset="-127"/>
                      </a:endParaRP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HDharmony M" panose="02020603020101020101" pitchFamily="18" charset="-127"/>
                          <a:cs typeface="+mn-cs"/>
                        </a:rPr>
                        <a:t>XX-YY</a:t>
                      </a:r>
                      <a:endParaRPr kumimoji="0" lang="en-SG" sz="11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HDharmony M" panose="02020603020101020101" pitchFamily="18" charset="-127"/>
                        <a:cs typeface="+mn-cs"/>
                      </a:endParaRP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1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03103"/>
                  </a:ext>
                </a:extLst>
              </a:tr>
              <a:tr h="570027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90488" indent="0" algn="l" fontAlgn="b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Spike</a:t>
                      </a:r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 day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100" b="0" i="1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  <a:cs typeface="+mn-cs"/>
                        </a:rPr>
                        <a:t>2,966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3,048 </a:t>
                      </a:r>
                    </a:p>
                  </a:txBody>
                  <a:tcPr marL="0" marR="72000" marT="0" marB="0" anchor="ctr">
                    <a:lnL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2,477 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2,284 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1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570 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763 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XX-YY</a:t>
                      </a:r>
                      <a:endParaRPr lang="en-SG" sz="1100" b="0" i="1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HDharmony M" panose="02020603020101020101" pitchFamily="18" charset="-127"/>
                      </a:endParaRP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HDharmony M" panose="02020603020101020101" pitchFamily="18" charset="-127"/>
                          <a:cs typeface="+mn-cs"/>
                        </a:rPr>
                        <a:t>XX-YY</a:t>
                      </a:r>
                      <a:endParaRPr kumimoji="0" lang="en-SG" sz="11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HDharmony M" panose="02020603020101020101" pitchFamily="18" charset="-127"/>
                        <a:cs typeface="+mn-cs"/>
                      </a:endParaRP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1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854"/>
                  </a:ext>
                </a:extLst>
              </a:tr>
              <a:tr h="570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Touch Up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488" indent="0" algn="l" fontAlgn="b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Non-spike</a:t>
                      </a:r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 Day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100" b="0" i="1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  <a:cs typeface="+mn-cs"/>
                        </a:rPr>
                        <a:t>56,972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170</a:t>
                      </a:r>
                    </a:p>
                  </a:txBody>
                  <a:tcPr marL="0" marR="72000" marT="0" marB="0" anchor="ctr">
                    <a:lnL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-   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-   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1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170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170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XX-YY</a:t>
                      </a:r>
                      <a:endParaRPr lang="en-SG" sz="1100" b="0" i="1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HDharmony M" panose="02020603020101020101" pitchFamily="18" charset="-127"/>
                      </a:endParaRP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HDharmony M" panose="02020603020101020101" pitchFamily="18" charset="-127"/>
                          <a:cs typeface="+mn-cs"/>
                        </a:rPr>
                        <a:t>XX-YY</a:t>
                      </a:r>
                      <a:endParaRPr kumimoji="0" lang="en-SG" sz="11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HDharmony M" panose="02020603020101020101" pitchFamily="18" charset="-127"/>
                        <a:cs typeface="+mn-cs"/>
                      </a:endParaRP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1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024665"/>
                  </a:ext>
                </a:extLst>
              </a:tr>
              <a:tr h="570027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T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90488" indent="0" algn="l" fontAlgn="b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Spike</a:t>
                      </a:r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 day</a:t>
                      </a:r>
                    </a:p>
                  </a:txBody>
                  <a:tcPr marL="0" marR="0" marT="0" marB="0" anchor="ctr">
                    <a:lnR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SG" sz="1100" b="0" i="1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  <a:cs typeface="+mn-cs"/>
                        </a:rPr>
                        <a:t>1,599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1,599 </a:t>
                      </a:r>
                    </a:p>
                  </a:txBody>
                  <a:tcPr marL="0" marR="72000" marT="0" marB="0" anchor="ctr">
                    <a:lnL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1,102 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950 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1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497 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649 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XX-YY</a:t>
                      </a:r>
                      <a:endParaRPr lang="en-SG" sz="1100" b="0" i="1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HDharmony M" panose="02020603020101020101" pitchFamily="18" charset="-127"/>
                      </a:endParaRP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HDharmony M" panose="02020603020101020101" pitchFamily="18" charset="-127"/>
                          <a:cs typeface="+mn-cs"/>
                        </a:rPr>
                        <a:t>XX-YY</a:t>
                      </a:r>
                      <a:endParaRPr kumimoji="0" lang="en-SG" sz="11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HDharmony M" panose="02020603020101020101" pitchFamily="18" charset="-127"/>
                        <a:cs typeface="+mn-cs"/>
                      </a:endParaRP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1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455076"/>
                  </a:ext>
                </a:extLst>
              </a:tr>
              <a:tr h="57002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Grand Total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115,331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5,453 </a:t>
                      </a:r>
                    </a:p>
                  </a:txBody>
                  <a:tcPr marL="0" marR="72000" marT="0" marB="0" anchor="ctr">
                    <a:lnL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3,579 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3,235 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1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2,218 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2,218 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SG" sz="14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  <a:ea typeface="HDharmony M" panose="02020603020101020101" pitchFamily="18" charset="-127"/>
                        </a:rPr>
                        <a:t>€ XX-YY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1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919135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56556293-12FC-2D0A-1A88-30A729B6E6D6}"/>
              </a:ext>
            </a:extLst>
          </p:cNvPr>
          <p:cNvSpPr/>
          <p:nvPr/>
        </p:nvSpPr>
        <p:spPr>
          <a:xfrm>
            <a:off x="7998105" y="5626666"/>
            <a:ext cx="1561117" cy="7189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rPr>
              <a:t>OT Savings (€)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rPr>
              <a:t>OT Savings X Labor Cost</a:t>
            </a:r>
            <a:r>
              <a:rPr kumimoji="0" lang="en-US" sz="12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rPr>
              <a:t> 2</a:t>
            </a:r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HDharmony M" panose="02020603020101020101" pitchFamily="18" charset="-127"/>
              <a:ea typeface="HDharmony M" panose="02020603020101020101" pitchFamily="18" charset="-127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BCC9B8-02B5-E327-D758-AE282A04E056}"/>
              </a:ext>
            </a:extLst>
          </p:cNvPr>
          <p:cNvSpPr/>
          <p:nvPr/>
        </p:nvSpPr>
        <p:spPr>
          <a:xfrm>
            <a:off x="5648960" y="5976250"/>
            <a:ext cx="1828800" cy="7189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HDharmony M" panose="02020603020101020101" pitchFamily="18" charset="-127"/>
              <a:ea typeface="HDharmony M" panose="02020603020101020101" pitchFamily="18" charset="-127"/>
              <a:cs typeface="+mn-cs"/>
            </a:endParaRP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6EBE7A33-63EB-7969-3A30-F518D7892BBC}"/>
              </a:ext>
            </a:extLst>
          </p:cNvPr>
          <p:cNvSpPr/>
          <p:nvPr/>
        </p:nvSpPr>
        <p:spPr>
          <a:xfrm rot="5400000">
            <a:off x="8635877" y="4595884"/>
            <a:ext cx="207911" cy="1810860"/>
          </a:xfrm>
          <a:prstGeom prst="rightBrace">
            <a:avLst>
              <a:gd name="adj1" fmla="val 3856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483868-F0F8-FCBE-A55D-5F89F44D52CB}"/>
              </a:ext>
            </a:extLst>
          </p:cNvPr>
          <p:cNvSpPr/>
          <p:nvPr/>
        </p:nvSpPr>
        <p:spPr>
          <a:xfrm>
            <a:off x="6204029" y="5626666"/>
            <a:ext cx="1533273" cy="7189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rPr>
              <a:t>OT Savings (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rPr>
              <a:t>Hrs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rPr>
              <a:t>)</a:t>
            </a:r>
            <a:b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rPr>
            </a:b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rPr>
              <a:t>=[As-is OT] – [To-be OT]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HDharmony M" panose="02020603020101020101" pitchFamily="18" charset="-127"/>
              <a:ea typeface="HDharmony M" panose="02020603020101020101" pitchFamily="18" charset="-127"/>
              <a:cs typeface="+mn-cs"/>
            </a:endParaRP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E90632F0-C052-2645-508F-B42B20C7048A}"/>
              </a:ext>
            </a:extLst>
          </p:cNvPr>
          <p:cNvSpPr/>
          <p:nvPr/>
        </p:nvSpPr>
        <p:spPr>
          <a:xfrm rot="5400000">
            <a:off x="6823353" y="4595887"/>
            <a:ext cx="207913" cy="1810862"/>
          </a:xfrm>
          <a:prstGeom prst="rightBrace">
            <a:avLst>
              <a:gd name="adj1" fmla="val 37653"/>
              <a:gd name="adj2" fmla="val 50000"/>
            </a:avLst>
          </a:prstGeom>
          <a:ln>
            <a:solidFill>
              <a:srgbClr val="0021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691673-D207-27DA-194B-715B31D79E2D}"/>
              </a:ext>
            </a:extLst>
          </p:cNvPr>
          <p:cNvSpPr/>
          <p:nvPr/>
        </p:nvSpPr>
        <p:spPr>
          <a:xfrm>
            <a:off x="250532" y="6465917"/>
            <a:ext cx="5214748" cy="3135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/>
          <a:lstStyle/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rPr>
              <a:t>Next 10 days regular hour savings used</a:t>
            </a: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rPr>
              <a:t>Assumed 234 working days in 2024 and labor cost of €</a:t>
            </a:r>
            <a:r>
              <a:rPr kumimoji="0" lang="en-US" sz="900" b="0" i="1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rPr>
              <a:t>xx.yy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rPr>
              <a:t> /</a:t>
            </a:r>
            <a:r>
              <a:rPr kumimoji="0" lang="en-US" sz="900" b="0" i="1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rPr>
              <a:t>hr</a:t>
            </a:r>
            <a:endParaRPr kumimoji="0" lang="en-US" sz="900" b="0" i="1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HDharmony M" panose="02020603020101020101" pitchFamily="18" charset="-127"/>
              <a:ea typeface="HDharmony M" panose="02020603020101020101" pitchFamily="18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rPr>
              <a:t>Source: Analysis based on 2024 repair data; Impact value sanitized to preserve confidentiality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44197C-A956-E607-4953-C3F31157D484}"/>
              </a:ext>
            </a:extLst>
          </p:cNvPr>
          <p:cNvSpPr/>
          <p:nvPr/>
        </p:nvSpPr>
        <p:spPr>
          <a:xfrm>
            <a:off x="7836061" y="1279311"/>
            <a:ext cx="1810859" cy="5186606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marL="90488" marR="0" lvl="0" indent="-90488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000" b="1" i="0" u="none" strike="noStrike" kern="1200" cap="none" spc="0" normalizeH="0" baseline="0" noProof="0">
                <a:ln>
                  <a:solidFill>
                    <a:prstClr val="black">
                      <a:lumMod val="50000"/>
                      <a:lumOff val="50000"/>
                      <a:alpha val="0"/>
                    </a:prst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HDharmony B" panose="02020603020101020101" pitchFamily="18" charset="-127"/>
                <a:ea typeface="HDharmony B" panose="02020603020101020101" pitchFamily="18" charset="-127"/>
              </a:rPr>
              <a:t>OPTIONAL for HMGICS Stage-gating</a:t>
            </a:r>
          </a:p>
        </p:txBody>
      </p:sp>
      <p:sp>
        <p:nvSpPr>
          <p:cNvPr id="463" name="Speech Bubble: Rectangle 462">
            <a:extLst>
              <a:ext uri="{FF2B5EF4-FFF2-40B4-BE49-F238E27FC236}">
                <a16:creationId xmlns:a16="http://schemas.microsoft.com/office/drawing/2014/main" id="{DBA1F2B0-D191-676C-9C56-80CEEC9A5A4F}"/>
              </a:ext>
            </a:extLst>
          </p:cNvPr>
          <p:cNvSpPr/>
          <p:nvPr/>
        </p:nvSpPr>
        <p:spPr>
          <a:xfrm>
            <a:off x="281766" y="5496226"/>
            <a:ext cx="5214748" cy="673081"/>
          </a:xfrm>
          <a:prstGeom prst="wedgeRectCallout">
            <a:avLst>
              <a:gd name="adj1" fmla="val 32332"/>
              <a:gd name="adj2" fmla="val -79636"/>
            </a:avLst>
          </a:prstGeom>
          <a:solidFill>
            <a:srgbClr val="0E2841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lIns="91440" tIns="91440" rIns="91440" bIns="9144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rPr>
              <a:t>Key Drivers of OT Reduction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rPr>
              <a:t>Reduced time taken to report repair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Dharmony M" panose="02020603020101020101" pitchFamily="18" charset="-127"/>
              <a:ea typeface="HDharmony M" panose="02020603020101020101" pitchFamily="18" charset="-127"/>
              <a:cs typeface="+mn-cs"/>
              <a:sym typeface="Wingdings" panose="05000000000000000000" pitchFamily="2" charset="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rPr>
              <a:t>More repairs done during weekday than weekend (OT spike days)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24EEA4-6587-52AA-37D1-2B76324DAFA0}"/>
              </a:ext>
            </a:extLst>
          </p:cNvPr>
          <p:cNvSpPr/>
          <p:nvPr/>
        </p:nvSpPr>
        <p:spPr>
          <a:xfrm>
            <a:off x="6021882" y="1279311"/>
            <a:ext cx="1810859" cy="5186606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marL="90488" marR="0" lvl="0" indent="-90488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2400" b="1" i="0" u="none" strike="noStrike" kern="1200" cap="none" spc="0" normalizeH="0" baseline="0" noProof="0">
              <a:ln>
                <a:solidFill>
                  <a:prstClr val="black">
                    <a:lumMod val="50000"/>
                    <a:lumOff val="50000"/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HDharmony B" panose="02020603020101020101" pitchFamily="18" charset="-127"/>
              <a:ea typeface="HDharmony B" panose="02020603020101020101" pitchFamily="18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5E32FE-71E6-EA26-AC8B-1FE35D5DAAAB}"/>
              </a:ext>
            </a:extLst>
          </p:cNvPr>
          <p:cNvSpPr txBox="1"/>
          <p:nvPr/>
        </p:nvSpPr>
        <p:spPr>
          <a:xfrm>
            <a:off x="499810" y="700475"/>
            <a:ext cx="9154915" cy="578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9401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0" i="0" u="none" strike="noStrike" kern="1200" cap="none" spc="0" normalizeH="0" baseline="0" noProof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HDharmony B" panose="02020603020101020101" pitchFamily="18" charset="-127"/>
                <a:ea typeface="HDharmony B" panose="02020603020101020101" pitchFamily="18" charset="-127"/>
                <a:cs typeface="+mn-cs"/>
                <a:sym typeface="+mn-lt"/>
              </a:rPr>
              <a:t>Description</a:t>
            </a:r>
          </a:p>
        </p:txBody>
      </p:sp>
      <p:sp>
        <p:nvSpPr>
          <p:cNvPr id="26" name="직사각형 75803">
            <a:extLst>
              <a:ext uri="{FF2B5EF4-FFF2-40B4-BE49-F238E27FC236}">
                <a16:creationId xmlns:a16="http://schemas.microsoft.com/office/drawing/2014/main" id="{E4B0042A-5A63-E753-9CEB-4694CCE5FFD8}"/>
              </a:ext>
            </a:extLst>
          </p:cNvPr>
          <p:cNvSpPr/>
          <p:nvPr/>
        </p:nvSpPr>
        <p:spPr>
          <a:xfrm>
            <a:off x="330358" y="764358"/>
            <a:ext cx="72566" cy="451067"/>
          </a:xfrm>
          <a:prstGeom prst="rect">
            <a:avLst/>
          </a:prstGeom>
          <a:solidFill>
            <a:srgbClr val="00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100" b="0" i="0" u="none" strike="noStrike" kern="1200" cap="none" spc="0" normalizeH="0" baseline="0" noProof="0">
              <a:ln>
                <a:solidFill>
                  <a:srgbClr val="4F81BD">
                    <a:shade val="95000"/>
                    <a:satMod val="105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Hyundai Sans Head KR Light" panose="020B0600000101010101" pitchFamily="34" charset="-127"/>
              <a:ea typeface="Hyundai Sans Head KR Light" panose="020B0600000101010101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04848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516B1AB-B6F4-6210-33DD-EF0A57FB7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A4C68B-5ED0-783A-D860-7316A86E4E8A}"/>
              </a:ext>
            </a:extLst>
          </p:cNvPr>
          <p:cNvSpPr/>
          <p:nvPr/>
        </p:nvSpPr>
        <p:spPr>
          <a:xfrm>
            <a:off x="-21944" y="6392839"/>
            <a:ext cx="9906000" cy="436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 Box 38">
            <a:extLst>
              <a:ext uri="{FF2B5EF4-FFF2-40B4-BE49-F238E27FC236}">
                <a16:creationId xmlns:a16="http://schemas.microsoft.com/office/drawing/2014/main" id="{F4755BCE-0C36-0825-7006-E00C6B784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7100" y="70615"/>
            <a:ext cx="1368366" cy="2095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lIns="83969" tIns="41985" rIns="83969" bIns="41985"/>
          <a:lstStyle>
            <a:lvl1pPr defTabSz="838200" eaLnBrk="0" hangingPunct="0">
              <a:spcBef>
                <a:spcPct val="20000"/>
              </a:spcBef>
              <a:buFont typeface="Arial" pitchFamily="34" charset="0"/>
              <a:buChar char="•"/>
              <a:defRPr sz="3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defTabSz="838200" eaLnBrk="0" hangingPunct="0">
              <a:spcBef>
                <a:spcPct val="20000"/>
              </a:spcBef>
              <a:buFont typeface="Arial" pitchFamily="34" charset="0"/>
              <a:buChar char="–"/>
              <a:defRPr sz="29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defTabSz="838200" eaLnBrk="0" hangingPunct="0">
              <a:spcBef>
                <a:spcPct val="20000"/>
              </a:spcBef>
              <a:buFont typeface="Arial" pitchFamily="34" charset="0"/>
              <a:buChar char="•"/>
              <a:defRPr sz="2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defTabSz="838200" eaLnBrk="0" hangingPunct="0">
              <a:spcBef>
                <a:spcPct val="20000"/>
              </a:spcBef>
              <a:buFont typeface="Arial" pitchFamily="34" charset="0"/>
              <a:buChar char="–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defTabSz="838200" eaLnBrk="0" hangingPunct="0">
              <a:spcBef>
                <a:spcPct val="20000"/>
              </a:spcBef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ctr" defTabSz="838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현대하모니 M" pitchFamily="18" charset="-127"/>
                <a:ea typeface="현대하모니 M" pitchFamily="18" charset="-127"/>
                <a:cs typeface="+mn-cs"/>
              </a:rPr>
              <a:t>사내한 </a:t>
            </a:r>
            <a:r>
              <a:rPr kumimoji="1" lang="en-US" altLang="ko-KR" sz="900" b="0" i="0" u="none" strike="noStrike" kern="1200" cap="none" spc="0" normalizeH="0" baseline="0" noProof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현대하모니 M" pitchFamily="18" charset="-127"/>
                <a:ea typeface="현대하모니 M" pitchFamily="18" charset="-127"/>
                <a:cs typeface="+mn-cs"/>
              </a:rPr>
              <a:t>(Restricted)</a:t>
            </a:r>
            <a:endParaRPr kumimoji="1" lang="ko-KR" altLang="en-US" sz="900" b="0" i="0" u="none" strike="noStrike" kern="1200" cap="none" spc="0" normalizeH="0" baseline="0" noProof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FF0000"/>
              </a:solidFill>
              <a:effectLst/>
              <a:uLnTx/>
              <a:uFillTx/>
              <a:latin typeface="현대하모니 M" pitchFamily="18" charset="-127"/>
              <a:ea typeface="현대하모니 M" pitchFamily="18" charset="-127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1BFDEC2-A156-1062-2A6C-891E359F99CA}"/>
              </a:ext>
            </a:extLst>
          </p:cNvPr>
          <p:cNvSpPr txBox="1"/>
          <p:nvPr/>
        </p:nvSpPr>
        <p:spPr>
          <a:xfrm>
            <a:off x="499810" y="700474"/>
            <a:ext cx="9154915" cy="82419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940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</a:rPr>
              <a:t>[Description]</a:t>
            </a:r>
          </a:p>
        </p:txBody>
      </p:sp>
      <p:sp>
        <p:nvSpPr>
          <p:cNvPr id="46" name="직사각형 75803">
            <a:extLst>
              <a:ext uri="{FF2B5EF4-FFF2-40B4-BE49-F238E27FC236}">
                <a16:creationId xmlns:a16="http://schemas.microsoft.com/office/drawing/2014/main" id="{47282104-DB4B-ECB7-91D1-526903B26135}"/>
              </a:ext>
            </a:extLst>
          </p:cNvPr>
          <p:cNvSpPr/>
          <p:nvPr/>
        </p:nvSpPr>
        <p:spPr>
          <a:xfrm>
            <a:off x="330358" y="845207"/>
            <a:ext cx="72566" cy="526369"/>
          </a:xfrm>
          <a:prstGeom prst="rect">
            <a:avLst/>
          </a:prstGeom>
          <a:solidFill>
            <a:srgbClr val="00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100" b="0" i="0" u="none" strike="noStrike" kern="1200" cap="none" spc="0" normalizeH="0" baseline="0" noProof="0">
              <a:ln>
                <a:solidFill>
                  <a:srgbClr val="4F81BD">
                    <a:shade val="95000"/>
                    <a:satMod val="105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Hyundai Sans Head KR Light" panose="020B0600000101010101" pitchFamily="34" charset="-127"/>
              <a:ea typeface="Hyundai Sans Head KR Light" panose="020B0600000101010101" pitchFamily="34" charset="-127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2D04AA-A02F-9FA1-DC66-6417492EBA7E}"/>
              </a:ext>
            </a:extLst>
          </p:cNvPr>
          <p:cNvSpPr/>
          <p:nvPr/>
        </p:nvSpPr>
        <p:spPr>
          <a:xfrm>
            <a:off x="7635969" y="-670337"/>
            <a:ext cx="2019497" cy="2095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100" b="0" i="0" u="none" strike="noStrike" kern="1200" cap="none" spc="0" normalizeH="0" baseline="0" noProof="0">
              <a:ln>
                <a:solidFill>
                  <a:prstClr val="black">
                    <a:lumMod val="50000"/>
                    <a:lumOff val="50000"/>
                    <a:alpha val="0"/>
                  </a:prstClr>
                </a:solidFill>
              </a:ln>
              <a:solidFill>
                <a:srgbClr val="002060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AAC1C22C-86AB-E209-7562-C809E113456E}"/>
              </a:ext>
            </a:extLst>
          </p:cNvPr>
          <p:cNvSpPr txBox="1">
            <a:spLocks/>
          </p:cNvSpPr>
          <p:nvPr/>
        </p:nvSpPr>
        <p:spPr>
          <a:xfrm>
            <a:off x="287014" y="162077"/>
            <a:ext cx="9288084" cy="528259"/>
          </a:xfrm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>
            <a:lvl1pPr algn="l" defTabSz="474933" rtl="0" eaLnBrk="1" latinLnBrk="1" hangingPunct="1">
              <a:spcBef>
                <a:spcPct val="0"/>
              </a:spcBef>
              <a:buNone/>
              <a:defRPr sz="2600" b="0" i="0" kern="400" baseline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  <a:cs typeface="현대산스 Head Medium" panose="020B0600000101010101" pitchFamily="50" charset="-127"/>
              </a:defRPr>
            </a:lvl1pPr>
          </a:lstStyle>
          <a:p>
            <a:pPr marL="0" marR="0" lvl="0" indent="0" algn="l" defTabSz="49401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i="0" u="none" strike="noStrike" kern="400" cap="none" spc="0" normalizeH="0" baseline="0" noProof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현대하모니 B"/>
                <a:ea typeface="현대하모니 B"/>
                <a:cs typeface="+mn-cs"/>
              </a:rPr>
              <a:t>L3-X: Conceptual – Link Block Architecture</a:t>
            </a:r>
            <a:endParaRPr kumimoji="1" lang="en-GB" altLang="ko-KR" sz="2400" i="0" u="none" strike="noStrike" kern="400" cap="none" spc="0" normalizeH="0" baseline="0" noProof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060"/>
              </a:solidFill>
              <a:effectLst/>
              <a:uLnTx/>
              <a:uFillTx/>
              <a:latin typeface="현대하모니 B"/>
              <a:ea typeface="현대하모니 B" panose="02020603020101020101" pitchFamily="18" charset="-127"/>
              <a:cs typeface="+mn-cs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C0A2692-A788-68E2-DE89-21068F4EFE3C}"/>
              </a:ext>
            </a:extLst>
          </p:cNvPr>
          <p:cNvGrpSpPr/>
          <p:nvPr/>
        </p:nvGrpSpPr>
        <p:grpSpPr>
          <a:xfrm>
            <a:off x="366641" y="1470926"/>
            <a:ext cx="6744490" cy="5360025"/>
            <a:chOff x="1552610" y="1386947"/>
            <a:chExt cx="6800780" cy="5404761"/>
          </a:xfrm>
        </p:grpSpPr>
        <p:pic>
          <p:nvPicPr>
            <p:cNvPr id="28" name="Picture 27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906BDC12-D29F-0A95-EF4B-22D24F108D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2610" y="1560242"/>
              <a:ext cx="6800780" cy="5231466"/>
            </a:xfrm>
            <a:prstGeom prst="rect">
              <a:avLst/>
            </a:prstGeom>
          </p:spPr>
        </p:pic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918388AE-9501-6883-BC15-1C931BE2B60C}"/>
                </a:ext>
              </a:extLst>
            </p:cNvPr>
            <p:cNvSpPr/>
            <p:nvPr/>
          </p:nvSpPr>
          <p:spPr>
            <a:xfrm>
              <a:off x="1577670" y="1386947"/>
              <a:ext cx="1361756" cy="217479"/>
            </a:xfrm>
            <a:prstGeom prst="roundRect">
              <a:avLst/>
            </a:prstGeom>
            <a:solidFill>
              <a:srgbClr val="EAE1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Presentation Layer</a:t>
              </a:r>
              <a:endParaRPr kumimoji="0" lang="en-SG" sz="9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DE50613-5F97-7E93-E886-67A26D8F54CC}"/>
                </a:ext>
              </a:extLst>
            </p:cNvPr>
            <p:cNvSpPr/>
            <p:nvPr/>
          </p:nvSpPr>
          <p:spPr>
            <a:xfrm>
              <a:off x="1616865" y="1616560"/>
              <a:ext cx="834235" cy="128754"/>
            </a:xfrm>
            <a:prstGeom prst="roundRect">
              <a:avLst/>
            </a:prstGeom>
            <a:solidFill>
              <a:srgbClr val="A6C9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1200" cap="none" spc="0" normalizeH="0" baseline="0" noProof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Issue management</a:t>
              </a:r>
              <a:endParaRPr kumimoji="0" lang="en-SG" sz="5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9DF7CD1-C36D-0C96-4E21-DFFA59318116}"/>
                </a:ext>
              </a:extLst>
            </p:cNvPr>
            <p:cNvSpPr/>
            <p:nvPr/>
          </p:nvSpPr>
          <p:spPr>
            <a:xfrm>
              <a:off x="2518098" y="1593516"/>
              <a:ext cx="1046726" cy="128754"/>
            </a:xfrm>
            <a:prstGeom prst="roundRect">
              <a:avLst/>
            </a:prstGeom>
            <a:solidFill>
              <a:srgbClr val="4D93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Containment</a:t>
              </a:r>
              <a:endParaRPr kumimoji="0" lang="en-SG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6C2673B-6120-915C-99BF-A9783F3AB97E}"/>
                </a:ext>
              </a:extLst>
            </p:cNvPr>
            <p:cNvSpPr/>
            <p:nvPr/>
          </p:nvSpPr>
          <p:spPr>
            <a:xfrm>
              <a:off x="3639006" y="1587492"/>
              <a:ext cx="1094083" cy="128754"/>
            </a:xfrm>
            <a:prstGeom prst="roundRect">
              <a:avLst/>
            </a:prstGeom>
            <a:solidFill>
              <a:srgbClr val="44B3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Repair</a:t>
              </a:r>
              <a:endParaRPr kumimoji="0" lang="en-SG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64D5796D-B535-0FDF-214F-95C123C6B14B}"/>
                </a:ext>
              </a:extLst>
            </p:cNvPr>
            <p:cNvSpPr/>
            <p:nvPr/>
          </p:nvSpPr>
          <p:spPr>
            <a:xfrm>
              <a:off x="4978692" y="1607917"/>
              <a:ext cx="1434808" cy="128754"/>
            </a:xfrm>
            <a:prstGeom prst="roundRect">
              <a:avLst/>
            </a:prstGeom>
            <a:solidFill>
              <a:srgbClr val="153D6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Cont. improvement</a:t>
              </a:r>
              <a:endParaRPr kumimoji="0" lang="en-SG" sz="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CD162AD8-F855-967C-9526-E964E4DC1496}"/>
                </a:ext>
              </a:extLst>
            </p:cNvPr>
            <p:cNvSpPr/>
            <p:nvPr/>
          </p:nvSpPr>
          <p:spPr>
            <a:xfrm>
              <a:off x="6555798" y="1577887"/>
              <a:ext cx="1305502" cy="128754"/>
            </a:xfrm>
            <a:prstGeom prst="roundRect">
              <a:avLst/>
            </a:prstGeom>
            <a:solidFill>
              <a:srgbClr val="FFF3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Reports &amp; dashboards</a:t>
              </a:r>
              <a:endParaRPr kumimoji="0" lang="en-SG" sz="7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E568231-99E5-BEAA-3728-F3D4EAE281CB}"/>
                </a:ext>
              </a:extLst>
            </p:cNvPr>
            <p:cNvSpPr/>
            <p:nvPr/>
          </p:nvSpPr>
          <p:spPr>
            <a:xfrm>
              <a:off x="6555798" y="2077626"/>
              <a:ext cx="1305502" cy="128754"/>
            </a:xfrm>
            <a:prstGeom prst="roundRect">
              <a:avLst/>
            </a:prstGeom>
            <a:solidFill>
              <a:srgbClr val="FFF3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App admin pages</a:t>
              </a:r>
              <a:endParaRPr kumimoji="0" lang="en-SG" sz="7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EE805D69-798E-9780-4059-C65FD04233E6}"/>
                </a:ext>
              </a:extLst>
            </p:cNvPr>
            <p:cNvSpPr/>
            <p:nvPr/>
          </p:nvSpPr>
          <p:spPr>
            <a:xfrm>
              <a:off x="6542128" y="2857742"/>
              <a:ext cx="1319171" cy="128754"/>
            </a:xfrm>
            <a:prstGeom prst="roundRect">
              <a:avLst/>
            </a:prstGeom>
            <a:solidFill>
              <a:srgbClr val="FFF3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IT admin pages</a:t>
              </a:r>
              <a:endParaRPr kumimoji="0" lang="en-SG" sz="7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B328D98-0FC6-74CF-299C-F9A3878CCF52}"/>
                </a:ext>
              </a:extLst>
            </p:cNvPr>
            <p:cNvSpPr/>
            <p:nvPr/>
          </p:nvSpPr>
          <p:spPr>
            <a:xfrm>
              <a:off x="1582028" y="3464118"/>
              <a:ext cx="974843" cy="217479"/>
            </a:xfrm>
            <a:prstGeom prst="roundRect">
              <a:avLst/>
            </a:prstGeom>
            <a:solidFill>
              <a:srgbClr val="EBFF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Logic layer</a:t>
              </a:r>
              <a:endParaRPr kumimoji="0" lang="en-SG" sz="9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729CB054-D10F-6EB8-D301-6F9199709EE4}"/>
                </a:ext>
              </a:extLst>
            </p:cNvPr>
            <p:cNvSpPr/>
            <p:nvPr/>
          </p:nvSpPr>
          <p:spPr>
            <a:xfrm>
              <a:off x="1656015" y="3654425"/>
              <a:ext cx="979235" cy="69097"/>
            </a:xfrm>
            <a:prstGeom prst="roundRect">
              <a:avLst/>
            </a:prstGeom>
            <a:solidFill>
              <a:srgbClr val="A6C9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Issue management</a:t>
              </a:r>
              <a:endParaRPr kumimoji="0" lang="en-SG" sz="6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D6EF5DE0-B9E3-963C-82F7-98EA7C86206D}"/>
                </a:ext>
              </a:extLst>
            </p:cNvPr>
            <p:cNvSpPr/>
            <p:nvPr/>
          </p:nvSpPr>
          <p:spPr>
            <a:xfrm>
              <a:off x="4017902" y="4408358"/>
              <a:ext cx="1862198" cy="128754"/>
            </a:xfrm>
            <a:prstGeom prst="roundRect">
              <a:avLst/>
            </a:prstGeom>
            <a:solidFill>
              <a:srgbClr val="153D6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Cont. improvement</a:t>
              </a:r>
              <a:endParaRPr kumimoji="0" lang="en-SG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B19509C3-E86B-32FD-C0C2-4F34444F999D}"/>
                </a:ext>
              </a:extLst>
            </p:cNvPr>
            <p:cNvSpPr/>
            <p:nvPr/>
          </p:nvSpPr>
          <p:spPr>
            <a:xfrm>
              <a:off x="7440115" y="3582873"/>
              <a:ext cx="760910" cy="128754"/>
            </a:xfrm>
            <a:prstGeom prst="roundRect">
              <a:avLst/>
            </a:prstGeom>
            <a:solidFill>
              <a:srgbClr val="FFF3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IT admin pages</a:t>
              </a:r>
              <a:endParaRPr kumimoji="0" lang="en-SG" sz="6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829ED488-4D16-3C6D-D5C6-F6029F078C5F}"/>
                </a:ext>
              </a:extLst>
            </p:cNvPr>
            <p:cNvSpPr/>
            <p:nvPr/>
          </p:nvSpPr>
          <p:spPr>
            <a:xfrm>
              <a:off x="6073115" y="4085152"/>
              <a:ext cx="1319171" cy="128754"/>
            </a:xfrm>
            <a:prstGeom prst="roundRect">
              <a:avLst/>
            </a:prstGeom>
            <a:solidFill>
              <a:srgbClr val="FFF3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App admin pages</a:t>
              </a:r>
              <a:endParaRPr kumimoji="0" lang="en-SG" sz="6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8450360E-1F4E-05DC-A697-DF3A0F2F31CA}"/>
                </a:ext>
              </a:extLst>
            </p:cNvPr>
            <p:cNvSpPr/>
            <p:nvPr/>
          </p:nvSpPr>
          <p:spPr>
            <a:xfrm>
              <a:off x="5095874" y="3589225"/>
              <a:ext cx="838503" cy="128754"/>
            </a:xfrm>
            <a:prstGeom prst="roundRect">
              <a:avLst/>
            </a:prstGeom>
            <a:solidFill>
              <a:srgbClr val="FFF3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1200" cap="none" spc="0" normalizeH="0" baseline="0" noProof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Common functions</a:t>
              </a:r>
              <a:endParaRPr kumimoji="0" lang="en-SG" sz="5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7CE190CE-C4EE-044A-A83C-F0E9FCFE96F2}"/>
                </a:ext>
              </a:extLst>
            </p:cNvPr>
            <p:cNvSpPr/>
            <p:nvPr/>
          </p:nvSpPr>
          <p:spPr>
            <a:xfrm>
              <a:off x="1662531" y="4289129"/>
              <a:ext cx="972719" cy="128754"/>
            </a:xfrm>
            <a:prstGeom prst="roundRect">
              <a:avLst/>
            </a:prstGeom>
            <a:solidFill>
              <a:srgbClr val="FFF3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State machines</a:t>
              </a:r>
              <a:endParaRPr kumimoji="0" lang="en-SG" sz="6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8AC434B0-3A60-0013-25E0-102F0726D06E}"/>
                </a:ext>
              </a:extLst>
            </p:cNvPr>
            <p:cNvSpPr/>
            <p:nvPr/>
          </p:nvSpPr>
          <p:spPr>
            <a:xfrm>
              <a:off x="3932894" y="5226952"/>
              <a:ext cx="969305" cy="217479"/>
            </a:xfrm>
            <a:prstGeom prst="roundRect">
              <a:avLst/>
            </a:prstGeom>
            <a:solidFill>
              <a:srgbClr val="DEFC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Interface layer</a:t>
              </a:r>
              <a:endParaRPr kumimoji="0" lang="en-SG" sz="9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FD57E76-C2CC-C22E-DB28-A863ACFFE4E2}"/>
                </a:ext>
              </a:extLst>
            </p:cNvPr>
            <p:cNvSpPr/>
            <p:nvPr/>
          </p:nvSpPr>
          <p:spPr>
            <a:xfrm>
              <a:off x="5934377" y="3508857"/>
              <a:ext cx="261636" cy="9794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EBDE65D3-BC16-2175-78B5-786269F60039}"/>
                </a:ext>
              </a:extLst>
            </p:cNvPr>
            <p:cNvSpPr/>
            <p:nvPr/>
          </p:nvSpPr>
          <p:spPr>
            <a:xfrm>
              <a:off x="6073115" y="3588734"/>
              <a:ext cx="1306485" cy="128754"/>
            </a:xfrm>
            <a:prstGeom prst="roundRect">
              <a:avLst/>
            </a:prstGeom>
            <a:solidFill>
              <a:srgbClr val="FFF3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Reports &amp; dashboards</a:t>
              </a:r>
              <a:endParaRPr kumimoji="0" lang="en-SG" sz="6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0919D2F-688B-1FD4-17D2-85802385E3E8}"/>
                </a:ext>
              </a:extLst>
            </p:cNvPr>
            <p:cNvSpPr/>
            <p:nvPr/>
          </p:nvSpPr>
          <p:spPr>
            <a:xfrm>
              <a:off x="3811894" y="3551696"/>
              <a:ext cx="261636" cy="618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1411311C-D45A-EC80-1467-75F186BB9B46}"/>
                </a:ext>
              </a:extLst>
            </p:cNvPr>
            <p:cNvSpPr/>
            <p:nvPr/>
          </p:nvSpPr>
          <p:spPr>
            <a:xfrm>
              <a:off x="2709236" y="3613518"/>
              <a:ext cx="1119072" cy="128754"/>
            </a:xfrm>
            <a:prstGeom prst="roundRect">
              <a:avLst/>
            </a:prstGeom>
            <a:solidFill>
              <a:srgbClr val="4D93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Containment</a:t>
              </a:r>
              <a:endParaRPr kumimoji="0" lang="en-SG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2D4C64A0-E53D-8C90-55AF-44BC390D8A74}"/>
                </a:ext>
              </a:extLst>
            </p:cNvPr>
            <p:cNvSpPr/>
            <p:nvPr/>
          </p:nvSpPr>
          <p:spPr>
            <a:xfrm>
              <a:off x="3951329" y="3589707"/>
              <a:ext cx="1094083" cy="128754"/>
            </a:xfrm>
            <a:prstGeom prst="roundRect">
              <a:avLst/>
            </a:prstGeom>
            <a:solidFill>
              <a:srgbClr val="44B3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Repair</a:t>
              </a:r>
              <a:endParaRPr kumimoji="0" lang="en-SG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754855D-E57E-3E8D-ABFD-01E92D3C1ED7}"/>
                </a:ext>
              </a:extLst>
            </p:cNvPr>
            <p:cNvSpPr/>
            <p:nvPr/>
          </p:nvSpPr>
          <p:spPr>
            <a:xfrm>
              <a:off x="4832308" y="1500129"/>
              <a:ext cx="261636" cy="9794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32FCB1D-1580-F8CF-4291-B5BA0BC5DE43}"/>
              </a:ext>
            </a:extLst>
          </p:cNvPr>
          <p:cNvSpPr txBox="1"/>
          <p:nvPr/>
        </p:nvSpPr>
        <p:spPr>
          <a:xfrm>
            <a:off x="7046147" y="1578765"/>
            <a:ext cx="2481905" cy="1714315"/>
          </a:xfrm>
          <a:prstGeom prst="rect">
            <a:avLst/>
          </a:prstGeom>
          <a:noFill/>
        </p:spPr>
        <p:txBody>
          <a:bodyPr wrap="square" lIns="91440" tIns="0" rIns="91440" bIns="0" anchor="t">
            <a:spAutoFit/>
          </a:bodyPr>
          <a:lstStyle/>
          <a:p>
            <a:pPr marL="171450" lvl="0" indent="-171450" defTabSz="494019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kumimoji="1" lang="en-US" altLang="ko-KR" sz="16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+mn-ea"/>
                <a:sym typeface="+mn-lt"/>
              </a:rPr>
              <a:t>Step 1 – [Description]</a:t>
            </a:r>
            <a:endParaRPr kumimoji="1" lang="en-US" altLang="ko-KR" sz="160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C5F"/>
              </a:solidFill>
              <a:latin typeface="+mn-ea"/>
              <a:sym typeface="+mn-lt"/>
            </a:endParaRPr>
          </a:p>
          <a:p>
            <a:pPr lvl="0" defTabSz="494019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endParaRPr kumimoji="1" lang="en-US" altLang="ko-KR" sz="160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060"/>
              </a:solidFill>
              <a:latin typeface="+mn-ea"/>
              <a:sym typeface="+mn-lt"/>
            </a:endParaRPr>
          </a:p>
          <a:p>
            <a:pPr marL="171450" indent="-171450" defTabSz="494019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kumimoji="1" lang="en-US" altLang="ko-KR" sz="16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+mn-ea"/>
                <a:sym typeface="+mn-lt"/>
              </a:rPr>
              <a:t>Step 2 - [Description]</a:t>
            </a:r>
            <a:endParaRPr kumimoji="1" lang="en-US" altLang="ko-KR" sz="160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C5F"/>
              </a:solidFill>
              <a:latin typeface="+mn-ea"/>
              <a:sym typeface="+mn-lt"/>
            </a:endParaRPr>
          </a:p>
          <a:p>
            <a:pPr lvl="0" defTabSz="494019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endParaRPr kumimoji="1" lang="en-US" altLang="ko-KR" sz="160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060"/>
              </a:solidFill>
              <a:latin typeface="+mn-ea"/>
              <a:sym typeface="+mn-lt"/>
            </a:endParaRPr>
          </a:p>
          <a:p>
            <a:pPr marL="171450" indent="-171450" defTabSz="494019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kumimoji="1" lang="en-US" altLang="ko-KR" sz="16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+mn-ea"/>
                <a:sym typeface="+mn-lt"/>
              </a:rPr>
              <a:t>Step 3 - [Description]</a:t>
            </a:r>
            <a:endParaRPr kumimoji="1" lang="en-US" altLang="ko-KR" sz="160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C5F"/>
              </a:solidFill>
              <a:latin typeface="+mn-ea"/>
              <a:sym typeface="+mn-lt"/>
            </a:endParaRPr>
          </a:p>
          <a:p>
            <a:pPr marL="171450" lvl="0" indent="-171450" defTabSz="494019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endParaRPr kumimoji="1" lang="en-US" altLang="ko-KR" sz="160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060"/>
              </a:solidFill>
              <a:latin typeface="+mn-ea"/>
              <a:sym typeface="+mn-lt"/>
            </a:endParaRP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86372E70-6F8B-626B-2A1D-76B72C6ABCFE}"/>
              </a:ext>
            </a:extLst>
          </p:cNvPr>
          <p:cNvCxnSpPr>
            <a:cxnSpLocks/>
            <a:endCxn id="18" idx="0"/>
          </p:cNvCxnSpPr>
          <p:nvPr/>
        </p:nvCxnSpPr>
        <p:spPr>
          <a:xfrm rot="16200000" flipH="1">
            <a:off x="1854623" y="3465090"/>
            <a:ext cx="250067" cy="177886"/>
          </a:xfrm>
          <a:prstGeom prst="bentConnector3">
            <a:avLst/>
          </a:prstGeom>
          <a:ln>
            <a:headEnd type="oval" w="med" len="med"/>
            <a:tailEnd type="oval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F735F404-E89F-A50F-78CC-B708F9FADD9E}"/>
              </a:ext>
            </a:extLst>
          </p:cNvPr>
          <p:cNvCxnSpPr>
            <a:cxnSpLocks/>
          </p:cNvCxnSpPr>
          <p:nvPr/>
        </p:nvCxnSpPr>
        <p:spPr>
          <a:xfrm rot="16200000" flipH="1">
            <a:off x="2946504" y="3381660"/>
            <a:ext cx="275332" cy="247392"/>
          </a:xfrm>
          <a:prstGeom prst="bentConnector3">
            <a:avLst/>
          </a:prstGeom>
          <a:ln>
            <a:headEnd type="oval" w="med" len="med"/>
            <a:tailEnd type="oval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A1E8B283-F126-34DE-2577-DADFCB406FBB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9260" y="3444050"/>
            <a:ext cx="275332" cy="247392"/>
          </a:xfrm>
          <a:prstGeom prst="bentConnector3">
            <a:avLst/>
          </a:prstGeom>
          <a:ln>
            <a:headEnd type="oval" w="med" len="med"/>
            <a:tailEnd type="oval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85B0598F-7694-E7AC-8E20-16F0942E44F5}"/>
              </a:ext>
            </a:extLst>
          </p:cNvPr>
          <p:cNvCxnSpPr>
            <a:cxnSpLocks/>
            <a:endCxn id="20" idx="0"/>
          </p:cNvCxnSpPr>
          <p:nvPr/>
        </p:nvCxnSpPr>
        <p:spPr>
          <a:xfrm rot="5400000">
            <a:off x="3369143" y="3457506"/>
            <a:ext cx="1375600" cy="644044"/>
          </a:xfrm>
          <a:prstGeom prst="bentConnector3">
            <a:avLst/>
          </a:prstGeom>
          <a:ln>
            <a:headEnd type="oval" w="med" len="med"/>
            <a:tailEnd type="oval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311EE6AB-0526-12F2-4D06-B335892A512A}"/>
              </a:ext>
            </a:extLst>
          </p:cNvPr>
          <p:cNvCxnSpPr>
            <a:cxnSpLocks/>
            <a:endCxn id="25" idx="0"/>
          </p:cNvCxnSpPr>
          <p:nvPr/>
        </p:nvCxnSpPr>
        <p:spPr>
          <a:xfrm rot="5400000">
            <a:off x="5468677" y="3232402"/>
            <a:ext cx="450976" cy="393197"/>
          </a:xfrm>
          <a:prstGeom prst="bentConnector3">
            <a:avLst>
              <a:gd name="adj1" fmla="val 50000"/>
            </a:avLst>
          </a:prstGeom>
          <a:ln>
            <a:headEnd type="oval" w="med" len="med"/>
            <a:tailEnd type="oval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43885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8D1C468-2EB9-E5CF-FF50-B3C8E524A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8">
            <a:extLst>
              <a:ext uri="{FF2B5EF4-FFF2-40B4-BE49-F238E27FC236}">
                <a16:creationId xmlns:a16="http://schemas.microsoft.com/office/drawing/2014/main" id="{BCF1281C-F814-E688-1E13-1E6EBB54C2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7100" y="70615"/>
            <a:ext cx="1368366" cy="2095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lIns="83969" tIns="41985" rIns="83969" bIns="41985"/>
          <a:lstStyle>
            <a:lvl1pPr defTabSz="838200" eaLnBrk="0" hangingPunct="0">
              <a:spcBef>
                <a:spcPct val="20000"/>
              </a:spcBef>
              <a:buFont typeface="Arial" pitchFamily="34" charset="0"/>
              <a:buChar char="•"/>
              <a:defRPr sz="3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defTabSz="838200" eaLnBrk="0" hangingPunct="0">
              <a:spcBef>
                <a:spcPct val="20000"/>
              </a:spcBef>
              <a:buFont typeface="Arial" pitchFamily="34" charset="0"/>
              <a:buChar char="–"/>
              <a:defRPr sz="29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defTabSz="838200" eaLnBrk="0" hangingPunct="0">
              <a:spcBef>
                <a:spcPct val="20000"/>
              </a:spcBef>
              <a:buFont typeface="Arial" pitchFamily="34" charset="0"/>
              <a:buChar char="•"/>
              <a:defRPr sz="2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defTabSz="838200" eaLnBrk="0" hangingPunct="0">
              <a:spcBef>
                <a:spcPct val="20000"/>
              </a:spcBef>
              <a:buFont typeface="Arial" pitchFamily="34" charset="0"/>
              <a:buChar char="–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defTabSz="838200" eaLnBrk="0" hangingPunct="0">
              <a:spcBef>
                <a:spcPct val="20000"/>
              </a:spcBef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ctr" defTabSz="838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현대하모니 M" pitchFamily="18" charset="-127"/>
                <a:ea typeface="현대하모니 M" pitchFamily="18" charset="-127"/>
                <a:cs typeface="+mn-cs"/>
              </a:rPr>
              <a:t>사내한 </a:t>
            </a:r>
            <a:r>
              <a:rPr kumimoji="1" lang="en-US" altLang="ko-KR" sz="900" b="0" i="0" u="none" strike="noStrike" kern="1200" cap="none" spc="0" normalizeH="0" baseline="0" noProof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현대하모니 M" pitchFamily="18" charset="-127"/>
                <a:ea typeface="현대하모니 M" pitchFamily="18" charset="-127"/>
                <a:cs typeface="+mn-cs"/>
              </a:rPr>
              <a:t>(Restricted)</a:t>
            </a:r>
            <a:endParaRPr kumimoji="1" lang="ko-KR" altLang="en-US" sz="900" b="0" i="0" u="none" strike="noStrike" kern="1200" cap="none" spc="0" normalizeH="0" baseline="0" noProof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FF0000"/>
              </a:solidFill>
              <a:effectLst/>
              <a:uLnTx/>
              <a:uFillTx/>
              <a:latin typeface="현대하모니 M" pitchFamily="18" charset="-127"/>
              <a:ea typeface="현대하모니 M" pitchFamily="18" charset="-127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C2AB7F-361B-A6A5-2296-30CEE389D3EB}"/>
              </a:ext>
            </a:extLst>
          </p:cNvPr>
          <p:cNvSpPr/>
          <p:nvPr/>
        </p:nvSpPr>
        <p:spPr>
          <a:xfrm>
            <a:off x="0" y="6421120"/>
            <a:ext cx="9906000" cy="436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제목 1">
            <a:extLst>
              <a:ext uri="{FF2B5EF4-FFF2-40B4-BE49-F238E27FC236}">
                <a16:creationId xmlns:a16="http://schemas.microsoft.com/office/drawing/2014/main" id="{CD2BE5F2-1192-5D98-95D1-72C5CC740797}"/>
              </a:ext>
            </a:extLst>
          </p:cNvPr>
          <p:cNvSpPr txBox="1">
            <a:spLocks/>
          </p:cNvSpPr>
          <p:nvPr/>
        </p:nvSpPr>
        <p:spPr>
          <a:xfrm>
            <a:off x="250534" y="131468"/>
            <a:ext cx="9066564" cy="508000"/>
          </a:xfrm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>
            <a:lvl1pPr algn="l" defTabSz="474933" rtl="0" eaLnBrk="1" latinLnBrk="1" hangingPunct="1">
              <a:spcBef>
                <a:spcPct val="0"/>
              </a:spcBef>
              <a:buNone/>
              <a:defRPr sz="2600" b="0" i="0" kern="400" baseline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  <a:cs typeface="현대산스 Head Medium" panose="020B0600000101010101" pitchFamily="50" charset="-127"/>
              </a:defRPr>
            </a:lvl1pPr>
          </a:lstStyle>
          <a:p>
            <a:pPr marL="0" marR="0" lvl="0" indent="0" algn="l" defTabSz="49401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GB" sz="2400" i="0" u="none" strike="noStrike" kern="400" cap="none" spc="0" normalizeH="0" baseline="0" noProof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현대하모니 B"/>
                <a:ea typeface="현대하모니 B"/>
              </a:rPr>
              <a:t>L3-3: Physical - approach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300DA3-7079-AE16-92CC-893257925884}"/>
              </a:ext>
            </a:extLst>
          </p:cNvPr>
          <p:cNvSpPr txBox="1"/>
          <p:nvPr/>
        </p:nvSpPr>
        <p:spPr>
          <a:xfrm>
            <a:off x="571122" y="788592"/>
            <a:ext cx="9066564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494019">
              <a:spcBef>
                <a:spcPct val="0"/>
              </a:spcBef>
              <a:defRPr/>
            </a:pPr>
            <a:r>
              <a:rPr kumimoji="1" lang="en-GB" altLang="ko-KR" b="0" i="0" u="none" strike="noStrike" kern="1200" cap="none" spc="0" normalizeH="0" baseline="0" noProof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sym typeface="+mn-lt"/>
              </a:rPr>
              <a:t>6 key areas are considered for the physical design of application</a:t>
            </a:r>
            <a:r>
              <a:rPr kumimoji="1" lang="en-GB" altLang="ko-KR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HDharmony M" panose="02020603020101020101" pitchFamily="18" charset="-127"/>
                <a:ea typeface="HDharmony M" panose="02020603020101020101" pitchFamily="18" charset="-127"/>
                <a:sym typeface="+mn-lt"/>
              </a:rPr>
              <a:t> infrastructure setup</a:t>
            </a:r>
            <a:r>
              <a:rPr kumimoji="1" lang="en-GB" altLang="ko-KR" b="0" i="0" u="none" strike="noStrike" kern="1200" cap="none" spc="0" normalizeH="0" baseline="0" noProof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sym typeface="+mn-lt"/>
              </a:rPr>
              <a:t>, and will be developed hand in hand together with </a:t>
            </a:r>
            <a:r>
              <a:rPr kumimoji="1" lang="en-GB" altLang="ko-KR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HDharmony M" panose="02020603020101020101" pitchFamily="18" charset="-127"/>
                <a:ea typeface="HDharmony M" panose="02020603020101020101" pitchFamily="18" charset="-127"/>
                <a:sym typeface="+mn-lt"/>
              </a:rPr>
              <a:t>Local</a:t>
            </a:r>
            <a:r>
              <a:rPr kumimoji="1" lang="en-GB" altLang="ko-KR" b="0" i="0" u="none" strike="noStrike" kern="1200" cap="none" spc="0" normalizeH="0" baseline="0" noProof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sym typeface="+mn-lt"/>
              </a:rPr>
              <a:t> IT</a:t>
            </a:r>
          </a:p>
        </p:txBody>
      </p:sp>
      <p:sp>
        <p:nvSpPr>
          <p:cNvPr id="7" name="직사각형 75803">
            <a:extLst>
              <a:ext uri="{FF2B5EF4-FFF2-40B4-BE49-F238E27FC236}">
                <a16:creationId xmlns:a16="http://schemas.microsoft.com/office/drawing/2014/main" id="{C5A772F3-6B82-0C43-6132-F05F80BBB434}"/>
              </a:ext>
            </a:extLst>
          </p:cNvPr>
          <p:cNvSpPr/>
          <p:nvPr/>
        </p:nvSpPr>
        <p:spPr>
          <a:xfrm>
            <a:off x="390687" y="812503"/>
            <a:ext cx="110395" cy="647351"/>
          </a:xfrm>
          <a:prstGeom prst="rect">
            <a:avLst/>
          </a:prstGeom>
          <a:solidFill>
            <a:srgbClr val="00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100" b="0" i="0" u="none" strike="noStrike" kern="1200" cap="none" spc="0" normalizeH="0" baseline="0" noProof="0">
              <a:ln>
                <a:solidFill>
                  <a:srgbClr val="4F81BD">
                    <a:shade val="95000"/>
                    <a:satMod val="105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Hyundai Sans Head KR Light" panose="020B0600000101010101" pitchFamily="34" charset="-127"/>
              <a:ea typeface="Hyundai Sans Head KR Light" panose="020B0600000101010101" pitchFamily="34" charset="-127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EFB6747-B6C9-5284-46E5-6AF6BB162CA2}"/>
              </a:ext>
            </a:extLst>
          </p:cNvPr>
          <p:cNvSpPr txBox="1"/>
          <p:nvPr/>
        </p:nvSpPr>
        <p:spPr>
          <a:xfrm>
            <a:off x="2506975" y="-1554254"/>
            <a:ext cx="45536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rPr>
              <a:t>servers, databases, network, application setup,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rPr>
              <a:t>dockerisation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rPr>
              <a:t>, cloud, security</a:t>
            </a: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6539C98-9259-3E0F-FEBB-9B6BCA15F5A4}"/>
              </a:ext>
            </a:extLst>
          </p:cNvPr>
          <p:cNvGrpSpPr/>
          <p:nvPr/>
        </p:nvGrpSpPr>
        <p:grpSpPr>
          <a:xfrm>
            <a:off x="390687" y="1771622"/>
            <a:ext cx="9246999" cy="581339"/>
            <a:chOff x="390687" y="1700502"/>
            <a:chExt cx="7174797" cy="581339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DFE8F2E-4487-6454-7C3C-86AAB3FC53B7}"/>
                </a:ext>
              </a:extLst>
            </p:cNvPr>
            <p:cNvSpPr/>
            <p:nvPr/>
          </p:nvSpPr>
          <p:spPr>
            <a:xfrm>
              <a:off x="390687" y="1717040"/>
              <a:ext cx="1632666" cy="564801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Dharmony B" panose="02020603020101020101" pitchFamily="18" charset="-127"/>
                  <a:ea typeface="HDharmony B" panose="02020603020101020101" pitchFamily="18" charset="-127"/>
                  <a:cs typeface="+mn-cs"/>
                </a:rPr>
                <a:t>Servers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B7C3838-5D5A-03A2-0D9C-44539DA1B5CA}"/>
                </a:ext>
              </a:extLst>
            </p:cNvPr>
            <p:cNvSpPr/>
            <p:nvPr/>
          </p:nvSpPr>
          <p:spPr>
            <a:xfrm>
              <a:off x="2229012" y="1700502"/>
              <a:ext cx="1632666" cy="564801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SG" sz="1600">
                  <a:solidFill>
                    <a:prstClr val="white"/>
                  </a:solidFill>
                  <a:latin typeface="HDharmony B" panose="02020603020101020101" pitchFamily="18" charset="-127"/>
                  <a:ea typeface="HDharmony B"/>
                </a:rPr>
                <a:t>Databases</a:t>
              </a:r>
              <a:endParaRPr kumimoji="0" lang="en-SG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Dharmony B" panose="02020603020101020101" pitchFamily="18" charset="-127"/>
                <a:ea typeface="HDharmony B" panose="02020603020101020101" pitchFamily="18" charset="-127"/>
                <a:cs typeface="+mn-cs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969552F-E880-3ADC-29E7-7DA24A149879}"/>
                </a:ext>
              </a:extLst>
            </p:cNvPr>
            <p:cNvSpPr/>
            <p:nvPr/>
          </p:nvSpPr>
          <p:spPr>
            <a:xfrm>
              <a:off x="4080915" y="1700502"/>
              <a:ext cx="1632666" cy="564801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Dharmony B" panose="02020603020101020101" pitchFamily="18" charset="-127"/>
                  <a:ea typeface="HDharmony B" panose="02020603020101020101" pitchFamily="18" charset="-127"/>
                  <a:cs typeface="+mn-cs"/>
                </a:rPr>
                <a:t>Network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F9466D0-77D2-5FE1-493C-C6C9771A3773}"/>
                </a:ext>
              </a:extLst>
            </p:cNvPr>
            <p:cNvSpPr/>
            <p:nvPr/>
          </p:nvSpPr>
          <p:spPr>
            <a:xfrm>
              <a:off x="5932818" y="1700502"/>
              <a:ext cx="1632666" cy="564801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SG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Dharmony B" panose="02020603020101020101" pitchFamily="18" charset="-127"/>
                  <a:ea typeface="HDharmony B" panose="02020603020101020101" pitchFamily="18" charset="-127"/>
                  <a:cs typeface="+mn-cs"/>
                </a:rPr>
                <a:t>Application setup</a:t>
              </a:r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1B80252A-41CC-E5C7-DDAB-E1BFB73E5864}"/>
              </a:ext>
            </a:extLst>
          </p:cNvPr>
          <p:cNvSpPr/>
          <p:nvPr/>
        </p:nvSpPr>
        <p:spPr>
          <a:xfrm>
            <a:off x="2759950" y="4380048"/>
            <a:ext cx="2104207" cy="56480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Dharmony B" panose="02020603020101020101" pitchFamily="18" charset="-127"/>
                <a:ea typeface="HDharmony B" panose="02020603020101020101" pitchFamily="18" charset="-127"/>
                <a:cs typeface="+mn-cs"/>
              </a:rPr>
              <a:t>Cloud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36E8257-BC48-6A00-A23D-9950B853132E}"/>
              </a:ext>
            </a:extLst>
          </p:cNvPr>
          <p:cNvSpPr/>
          <p:nvPr/>
        </p:nvSpPr>
        <p:spPr>
          <a:xfrm>
            <a:off x="358422" y="4380048"/>
            <a:ext cx="2104207" cy="56480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600">
                <a:solidFill>
                  <a:prstClr val="white"/>
                </a:solidFill>
                <a:latin typeface="HDharmony B" panose="02020603020101020101" pitchFamily="18" charset="-127"/>
                <a:ea typeface="HDharmony B"/>
              </a:rPr>
              <a:t>Cybersecurity</a:t>
            </a:r>
            <a:endParaRPr kumimoji="0" lang="en-SG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Dharmony B" panose="02020603020101020101" pitchFamily="18" charset="-127"/>
              <a:ea typeface="HDharmony B" panose="02020603020101020101" pitchFamily="18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86D623-9B16-4A60-7E45-018D71E831F2}"/>
              </a:ext>
            </a:extLst>
          </p:cNvPr>
          <p:cNvSpPr txBox="1"/>
          <p:nvPr/>
        </p:nvSpPr>
        <p:spPr>
          <a:xfrm>
            <a:off x="355210" y="2557160"/>
            <a:ext cx="2151765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①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Thingworx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 server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②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Kepware server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 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ea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③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Database server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064B31-D8EF-756E-7A60-077754C21317}"/>
              </a:ext>
            </a:extLst>
          </p:cNvPr>
          <p:cNvSpPr txBox="1"/>
          <p:nvPr/>
        </p:nvSpPr>
        <p:spPr>
          <a:xfrm>
            <a:off x="2759949" y="2539921"/>
            <a:ext cx="2103824" cy="9387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① 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D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atabase –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Thingworx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  &amp; G1 App (Postgres SQL)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ea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②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Time series database [not needed for G1]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798783-0E7F-FD2E-3F3A-EDEAF9D03963}"/>
              </a:ext>
            </a:extLst>
          </p:cNvPr>
          <p:cNvSpPr txBox="1"/>
          <p:nvPr/>
        </p:nvSpPr>
        <p:spPr>
          <a:xfrm>
            <a:off x="5146714" y="2501443"/>
            <a:ext cx="2104207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① 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Network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Zone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 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ea"/>
              <a:cs typeface="Calibri" panose="020F0502020204030204"/>
            </a:endParaRPr>
          </a:p>
          <a:p>
            <a:pPr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② </a:t>
            </a:r>
            <a:r>
              <a:rPr lang="ko-KR" altLang="en-US" sz="1100">
                <a:solidFill>
                  <a:srgbClr val="002060"/>
                </a:solidFill>
                <a:latin typeface="+mn-ea"/>
                <a:cs typeface="Calibri" panose="020F0502020204030204"/>
              </a:rPr>
              <a:t>IP Details</a:t>
            </a:r>
            <a:endParaRPr lang="ko-KR" altLang="en-US" sz="11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ea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ea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③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Firewall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 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ea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④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Monitoring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​</a:t>
            </a:r>
            <a:endParaRPr lang="en-US" sz="11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ea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ea"/>
              <a:cs typeface="Calibri" panose="020F050202020403020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7135F4-AC7F-8472-1B6B-F481F6D6F929}"/>
              </a:ext>
            </a:extLst>
          </p:cNvPr>
          <p:cNvSpPr txBox="1"/>
          <p:nvPr/>
        </p:nvSpPr>
        <p:spPr>
          <a:xfrm>
            <a:off x="7457504" y="2468219"/>
            <a:ext cx="2180182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① 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Application Database Creation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 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ea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② Thingworx Installation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ea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ea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③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 Multi-Environment setup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ea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ea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④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 CI/CD Pipeline setup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ea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B1CC95-58F8-2E1F-32CF-CD7A48268799}"/>
              </a:ext>
            </a:extLst>
          </p:cNvPr>
          <p:cNvSpPr txBox="1"/>
          <p:nvPr/>
        </p:nvSpPr>
        <p:spPr>
          <a:xfrm>
            <a:off x="2759566" y="5110378"/>
            <a:ext cx="2104207" cy="12772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① AWS Foundational Services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ea"/>
              <a:cs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② AWS Application Services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ea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③  Deployment &amp; Management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8CFB11-27A8-F590-5051-36DA4104D623}"/>
              </a:ext>
            </a:extLst>
          </p:cNvPr>
          <p:cNvSpPr txBox="1"/>
          <p:nvPr/>
        </p:nvSpPr>
        <p:spPr>
          <a:xfrm>
            <a:off x="359537" y="5086851"/>
            <a:ext cx="2104207" cy="12772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① Network Security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ea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② Infrastructure Security (hosting environment) 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ea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③ 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Platform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and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application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Security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cs typeface="Calibri" panose="020F0502020204030204"/>
              </a:rPr>
              <a:t> 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DDCFE3-DFA6-6F50-FD62-3DE43C462CAF}"/>
              </a:ext>
            </a:extLst>
          </p:cNvPr>
          <p:cNvSpPr/>
          <p:nvPr/>
        </p:nvSpPr>
        <p:spPr>
          <a:xfrm>
            <a:off x="244428" y="1646160"/>
            <a:ext cx="9547741" cy="48729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53D31BD-3D26-B617-7C55-F57C828058FA}"/>
              </a:ext>
            </a:extLst>
          </p:cNvPr>
          <p:cNvCxnSpPr/>
          <p:nvPr/>
        </p:nvCxnSpPr>
        <p:spPr>
          <a:xfrm>
            <a:off x="400847" y="4155440"/>
            <a:ext cx="9246999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90215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AA919F6-E095-36FE-C26A-D43F55441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F7B04-A1EE-A4AA-1E6F-4DC279107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SG" sz="24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+mj-cs"/>
              </a:rPr>
              <a:t>L3-3: Physical setup - R&amp;R</a:t>
            </a:r>
            <a:endParaRPr kumimoji="1" lang="en-SG" sz="180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+mj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095F94C-89C2-00F5-3907-4C55D92845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094082"/>
              </p:ext>
            </p:extLst>
          </p:nvPr>
        </p:nvGraphicFramePr>
        <p:xfrm>
          <a:off x="326822" y="1824829"/>
          <a:ext cx="5729260" cy="4272915"/>
        </p:xfrm>
        <a:graphic>
          <a:graphicData uri="http://schemas.openxmlformats.org/drawingml/2006/table">
            <a:tbl>
              <a:tblPr/>
              <a:tblGrid>
                <a:gridCol w="802951">
                  <a:extLst>
                    <a:ext uri="{9D8B030D-6E8A-4147-A177-3AD203B41FA5}">
                      <a16:colId xmlns:a16="http://schemas.microsoft.com/office/drawing/2014/main" val="4289398347"/>
                    </a:ext>
                  </a:extLst>
                </a:gridCol>
                <a:gridCol w="3224339">
                  <a:extLst>
                    <a:ext uri="{9D8B030D-6E8A-4147-A177-3AD203B41FA5}">
                      <a16:colId xmlns:a16="http://schemas.microsoft.com/office/drawing/2014/main" val="3426111249"/>
                    </a:ext>
                  </a:extLst>
                </a:gridCol>
                <a:gridCol w="850985">
                  <a:extLst>
                    <a:ext uri="{9D8B030D-6E8A-4147-A177-3AD203B41FA5}">
                      <a16:colId xmlns:a16="http://schemas.microsoft.com/office/drawing/2014/main" val="4121585115"/>
                    </a:ext>
                  </a:extLst>
                </a:gridCol>
                <a:gridCol w="850985">
                  <a:extLst>
                    <a:ext uri="{9D8B030D-6E8A-4147-A177-3AD203B41FA5}">
                      <a16:colId xmlns:a16="http://schemas.microsoft.com/office/drawing/2014/main" val="1979627228"/>
                    </a:ext>
                  </a:extLst>
                </a:gridCol>
              </a:tblGrid>
              <a:tr h="5459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u="none" strike="noStrike" kern="1200" cap="none" spc="-5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Dharmony B"/>
                          <a:ea typeface="HDharmony B"/>
                          <a:cs typeface="+mn-cs"/>
                        </a:rPr>
                        <a:t>Stage</a:t>
                      </a:r>
                    </a:p>
                  </a:txBody>
                  <a:tcPr marL="3971" marR="3971" marT="397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kern="1200" cap="none" spc="-5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Dharmony B"/>
                          <a:ea typeface="HDharmony B"/>
                          <a:cs typeface="+mn-cs"/>
                        </a:rPr>
                        <a:t>Activity</a:t>
                      </a:r>
                    </a:p>
                  </a:txBody>
                  <a:tcPr marL="3971" marR="3971" marT="397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u="none" strike="noStrike" kern="1200" cap="none" spc="-5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Dharmony B"/>
                          <a:ea typeface="HDharmony B"/>
                          <a:cs typeface="+mn-cs"/>
                        </a:rPr>
                        <a:t>Responsible</a:t>
                      </a:r>
                    </a:p>
                  </a:txBody>
                  <a:tcPr marL="3971" marR="3971" marT="397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kern="1200" cap="none" spc="-5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Dharmony B"/>
                          <a:ea typeface="HDharmony B"/>
                          <a:cs typeface="+mn-cs"/>
                        </a:rPr>
                        <a:t>Support</a:t>
                      </a:r>
                    </a:p>
                  </a:txBody>
                  <a:tcPr marL="3971" marR="3971" marT="397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722739"/>
                  </a:ext>
                </a:extLst>
              </a:tr>
              <a:tr h="805114">
                <a:tc>
                  <a:txBody>
                    <a:bodyPr/>
                    <a:lstStyle/>
                    <a:p>
                      <a:pPr marL="0" algn="ctr" defTabSz="478774" rtl="0" eaLnBrk="1" fontAlgn="ctr" latinLnBrk="1" hangingPunct="1">
                        <a:buNone/>
                      </a:pPr>
                      <a:r>
                        <a:rPr lang="en-US" sz="11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Design</a:t>
                      </a:r>
                    </a:p>
                  </a:txBody>
                  <a:tcPr marL="3971" marR="3971" marT="397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Define tech choices across six areas of physical design (Server, DB, Network, Application, Security, Cloud)</a:t>
                      </a:r>
                      <a:endParaRPr lang="en-SG" sz="1100" b="0" i="0" u="none" strike="noStrike" kern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78774" rtl="0" eaLnBrk="1" fontAlgn="ctr" latinLnBrk="1" hangingPunct="1">
                        <a:buNone/>
                      </a:pPr>
                      <a:r>
                        <a:rPr lang="en-US" sz="11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SDF CFT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78774" rtl="0" eaLnBrk="1" fontAlgn="ctr" latinLnBrk="1" hangingPunct="1">
                        <a:buNone/>
                      </a:pPr>
                      <a:r>
                        <a:rPr lang="en-US" sz="11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IT Infra/MES/ERP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81366"/>
                  </a:ext>
                </a:extLst>
              </a:tr>
              <a:tr h="445081">
                <a:tc rowSpan="3">
                  <a:txBody>
                    <a:bodyPr/>
                    <a:lstStyle/>
                    <a:p>
                      <a:pPr marL="0" algn="ctr" defTabSz="478774" rtl="0" eaLnBrk="1" fontAlgn="ctr" latinLnBrk="1" hangingPunct="1">
                        <a:buNone/>
                      </a:pPr>
                      <a:r>
                        <a:rPr lang="en-US" sz="11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Deployment</a:t>
                      </a:r>
                    </a:p>
                    <a:p>
                      <a:pPr marL="0" algn="ctr" defTabSz="478774" rtl="0" eaLnBrk="1" fontAlgn="ctr" latinLnBrk="1" hangingPunct="1">
                        <a:buNone/>
                      </a:pPr>
                      <a:r>
                        <a:rPr lang="en-US" sz="1100" b="0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(Installment)</a:t>
                      </a:r>
                    </a:p>
                  </a:txBody>
                  <a:tcPr marL="3971" marR="3971" marT="397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Infrastructure setup </a:t>
                      </a:r>
                      <a:br>
                        <a:rPr lang="en-US" altLang="ko-KR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(Server, DB, Network, Cyber Security, Cloud)</a:t>
                      </a:r>
                      <a:endParaRPr lang="en-US" sz="1100" b="0" i="0" u="none" strike="noStrike" kern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78774" rtl="0" eaLnBrk="1" fontAlgn="ctr" latinLnBrk="1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IT Infra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78774" rtl="0" eaLnBrk="1" fontAlgn="ctr" latinLnBrk="1" hangingPunct="1">
                        <a:buNone/>
                      </a:pPr>
                      <a:r>
                        <a:rPr lang="en-US" altLang="ko-KR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SDF CFT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063242"/>
                  </a:ext>
                </a:extLst>
              </a:tr>
              <a:tr h="404923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71" marR="3971" marT="3971" marB="0" anchor="b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Platform setup (Thingworx, Kepware, Outsystems)</a:t>
                      </a:r>
                      <a:endParaRPr lang="en-US" sz="1100" b="0" i="0" u="none" strike="noStrike" kern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78774" rtl="0" eaLnBrk="1" fontAlgn="ctr" latinLnBrk="1" hangingPunct="1">
                        <a:buNone/>
                      </a:pPr>
                      <a:r>
                        <a:rPr lang="en-US" altLang="ko-KR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IT Infra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78774" rtl="0" eaLnBrk="1" fontAlgn="ctr" latinLnBrk="1" hangingPunct="1">
                        <a:buNone/>
                      </a:pPr>
                      <a:r>
                        <a:rPr lang="en-US" altLang="ko-KR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SDF CFT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776400"/>
                  </a:ext>
                </a:extLst>
              </a:tr>
              <a:tr h="44508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Platform-related Application setup </a:t>
                      </a:r>
                      <a:br>
                        <a:rPr lang="en-US" altLang="ko-KR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(using SDF scripts, one-off/upgrade)</a:t>
                      </a:r>
                      <a:endParaRPr lang="en-US" sz="1100" b="0" i="0" u="none" strike="noStrike" kern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78774" rtl="0" eaLnBrk="1" fontAlgn="ctr" latinLnBrk="1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SDF CFT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78774" rtl="0" eaLnBrk="1" fontAlgn="ctr" latinLnBrk="1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IT Infra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545364"/>
                  </a:ext>
                </a:extLst>
              </a:tr>
              <a:tr h="404923">
                <a:tc rowSpan="4">
                  <a:txBody>
                    <a:bodyPr/>
                    <a:lstStyle/>
                    <a:p>
                      <a:pPr marL="0" algn="ctr" defTabSz="478774" rtl="0" eaLnBrk="1" fontAlgn="ctr" latinLnBrk="1" hangingPunct="1">
                        <a:buNone/>
                      </a:pPr>
                      <a:r>
                        <a:rPr lang="en-US" sz="11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Operation</a:t>
                      </a:r>
                    </a:p>
                  </a:txBody>
                  <a:tcPr marL="3971" marR="3971" marT="397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Application reconfiguration (Operational adjustments)</a:t>
                      </a:r>
                      <a:endParaRPr lang="en-US" sz="1100" b="0" i="0" u="none" strike="noStrike" kern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78774" rtl="0" eaLnBrk="1" fontAlgn="ctr" latinLnBrk="1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Super User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78774" rtl="0" eaLnBrk="1" fontAlgn="ctr" latinLnBrk="1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SDF CFT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128825"/>
                  </a:ext>
                </a:extLst>
              </a:tr>
              <a:tr h="404923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71" marR="3971" marT="3971" marB="0" anchor="b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Infrastructure monitoring &amp; maintenance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altLang="ko-KR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IT Infra</a:t>
                      </a:r>
                      <a:endParaRPr lang="ko-KR" altLang="en-US" sz="1100" b="0" i="0" u="none" strike="noStrike" kern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78774" rtl="0" eaLnBrk="1" fontAlgn="ctr" latinLnBrk="1" hangingPunct="1">
                        <a:buNone/>
                      </a:pPr>
                      <a:r>
                        <a:rPr lang="en-US" altLang="ko-KR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SDF CFT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591488"/>
                  </a:ext>
                </a:extLst>
              </a:tr>
              <a:tr h="40492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971" marR="3971" marT="3971" marB="0" anchor="b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Application health status monitoring (platform-related)</a:t>
                      </a:r>
                      <a:endParaRPr lang="ko-KR" altLang="en-US" sz="1100" b="0" i="0" u="none" strike="noStrike" kern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877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IT Infra/MES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78774" rtl="0" eaLnBrk="1" fontAlgn="ctr" latinLnBrk="1" hangingPunct="1">
                        <a:buNone/>
                      </a:pPr>
                      <a:r>
                        <a:rPr lang="en-US" altLang="ko-KR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SDF CFT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715088"/>
                  </a:ext>
                </a:extLst>
              </a:tr>
              <a:tr h="404923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00" b="0" kern="1200">
                        <a:solidFill>
                          <a:schemeClr val="tx1"/>
                        </a:solidFill>
                        <a:latin typeface="Hyundai Sans Text KR OTF Medium"/>
                        <a:ea typeface="Hyundai Sans Text KR OTF Medium" panose="020B0600000101010101" pitchFamily="34" charset="-127"/>
                        <a:cs typeface="+mn-cs"/>
                      </a:endParaRPr>
                    </a:p>
                  </a:txBody>
                  <a:tcPr marL="3971" marR="3971" marT="397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Application debugging &amp; upgrade (CI/CD)</a:t>
                      </a:r>
                      <a:endParaRPr lang="ko-KR" altLang="en-US" sz="1100" b="0" i="0" u="none" strike="noStrike" kern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877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SDF CFT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78774" rtl="0" eaLnBrk="1" fontAlgn="ctr" latinLnBrk="1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IT MES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4466066"/>
                  </a:ext>
                </a:extLst>
              </a:tr>
            </a:tbl>
          </a:graphicData>
        </a:graphic>
      </p:graphicFrame>
      <p:sp>
        <p:nvSpPr>
          <p:cNvPr id="3" name="제목 1">
            <a:extLst>
              <a:ext uri="{FF2B5EF4-FFF2-40B4-BE49-F238E27FC236}">
                <a16:creationId xmlns:a16="http://schemas.microsoft.com/office/drawing/2014/main" id="{A5C1B2BC-A5FE-FA6A-5DA0-8DA694E97DEF}"/>
              </a:ext>
            </a:extLst>
          </p:cNvPr>
          <p:cNvSpPr txBox="1">
            <a:spLocks/>
          </p:cNvSpPr>
          <p:nvPr/>
        </p:nvSpPr>
        <p:spPr bwMode="auto">
          <a:xfrm>
            <a:off x="402924" y="729308"/>
            <a:ext cx="9025891" cy="506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algn="l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2600" kern="120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  <a:cs typeface="+mj-cs"/>
              </a:defRPr>
            </a:lvl1pPr>
            <a:lvl2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기아 Medium" pitchFamily="50" charset="-127"/>
                <a:ea typeface="기아 Medium" pitchFamily="50" charset="-127"/>
              </a:defRPr>
            </a:lvl2pPr>
            <a:lvl3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기아 Medium" pitchFamily="50" charset="-127"/>
                <a:ea typeface="기아 Medium" pitchFamily="50" charset="-127"/>
              </a:defRPr>
            </a:lvl3pPr>
            <a:lvl4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기아 Medium" pitchFamily="50" charset="-127"/>
                <a:ea typeface="기아 Medium" pitchFamily="50" charset="-127"/>
              </a:defRPr>
            </a:lvl4pPr>
            <a:lvl5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기아 Medium" pitchFamily="50" charset="-127"/>
                <a:ea typeface="기아 Medium" pitchFamily="50" charset="-127"/>
              </a:defRPr>
            </a:lvl5pPr>
            <a:lvl6pPr marL="419847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839694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259540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679387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957263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0" i="0" u="none" strike="noStrike" kern="400" cap="none" spc="0" normalizeH="0" baseline="0" noProof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</a:rPr>
              <a:t>The goal is to clearly define roles between SDF CFT and IT Infra/MES/ERP and systematically manage the full lifecycle from design to operation</a:t>
            </a:r>
            <a:endParaRPr kumimoji="1" lang="ko-KR" altLang="en-US" sz="1800" b="0" i="0" u="none" strike="noStrike" kern="400" cap="none" spc="0" normalizeH="0" baseline="0" noProof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060"/>
              </a:solidFill>
              <a:effectLst/>
              <a:uLnTx/>
              <a:uFillTx/>
              <a:latin typeface="HDharmony M" panose="02020603020101020101" pitchFamily="18" charset="-127"/>
              <a:ea typeface="HDharmony M" panose="02020603020101020101" pitchFamily="18" charset="-127"/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B6D69C4-80AA-C149-66D0-10730D7EAD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15927"/>
              </p:ext>
            </p:extLst>
          </p:nvPr>
        </p:nvGraphicFramePr>
        <p:xfrm>
          <a:off x="6182629" y="1824828"/>
          <a:ext cx="3363843" cy="4265844"/>
        </p:xfrm>
        <a:graphic>
          <a:graphicData uri="http://schemas.openxmlformats.org/drawingml/2006/table">
            <a:tbl>
              <a:tblPr firstRow="1" bandRow="1"/>
              <a:tblGrid>
                <a:gridCol w="733962">
                  <a:extLst>
                    <a:ext uri="{9D8B030D-6E8A-4147-A177-3AD203B41FA5}">
                      <a16:colId xmlns:a16="http://schemas.microsoft.com/office/drawing/2014/main" val="2498313399"/>
                    </a:ext>
                  </a:extLst>
                </a:gridCol>
                <a:gridCol w="2629881">
                  <a:extLst>
                    <a:ext uri="{9D8B030D-6E8A-4147-A177-3AD203B41FA5}">
                      <a16:colId xmlns:a16="http://schemas.microsoft.com/office/drawing/2014/main" val="787400781"/>
                    </a:ext>
                  </a:extLst>
                </a:gridCol>
              </a:tblGrid>
              <a:tr h="6206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SG" altLang="ko-KR" sz="900" b="0" i="0" u="none" strike="noStrike" kern="1200" cap="none" spc="0" normalizeH="0" baseline="0" noProof="0">
                          <a:ln>
                            <a:solidFill>
                              <a:prstClr val="black">
                                <a:lumMod val="50000"/>
                                <a:lumOff val="50000"/>
                                <a:alpha val="0"/>
                              </a:prstClr>
                            </a:solidFill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Hyundai Sans Text KR Bold"/>
                          <a:ea typeface="Hyundai Sans Text KR Bold" panose="020B0600000101010101" pitchFamily="34" charset="-127"/>
                          <a:cs typeface="+mn-cs"/>
                        </a:rPr>
                        <a:t>User</a:t>
                      </a:r>
                      <a:endParaRPr kumimoji="0" lang="en-US" altLang="ko-KR" sz="900" b="0" i="0" u="none" strike="noStrike" kern="1200" cap="none" spc="0" normalizeH="0" baseline="0" noProof="0">
                        <a:ln>
                          <a:solidFill>
                            <a:prstClr val="black">
                              <a:lumMod val="50000"/>
                              <a:lumOff val="50000"/>
                              <a:alpha val="0"/>
                            </a:prstClr>
                          </a:solidFill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Hyundai Sans Text KR Bold"/>
                        <a:ea typeface="Hyundai Sans Text KR Bold" panose="020B0600000101010101" pitchFamily="34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solidFill>
                              <a:prstClr val="black">
                                <a:lumMod val="50000"/>
                                <a:lumOff val="50000"/>
                                <a:alpha val="0"/>
                              </a:prstClr>
                            </a:solidFill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Hyundai Sans Text KR Bold"/>
                          <a:ea typeface="Hyundai Sans Text KR Bold" panose="020B0600000101010101" pitchFamily="34" charset="-127"/>
                          <a:cs typeface="+mn-cs"/>
                        </a:rPr>
                        <a:t>(Level 1)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59055" marR="0" lvl="0" indent="0" algn="l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현대하모니 B" panose="02020603020101020101" pitchFamily="18" charset="-127"/>
                          <a:ea typeface="현대하모니 B"/>
                          <a:cs typeface="+mn-cs"/>
                        </a:rPr>
                        <a:t>Utilized IT/OT Systems</a:t>
                      </a:r>
                      <a:endParaRPr lang="en-SG" altLang="ko-KR" sz="900" kern="1200">
                        <a:solidFill>
                          <a:schemeClr val="tx1"/>
                        </a:solidFill>
                        <a:latin typeface="Hyundai Sans Text KR" panose="020B0600000101010101" pitchFamily="50" charset="-127"/>
                        <a:ea typeface="현대하모니 B"/>
                        <a:cs typeface="+mn-cs"/>
                      </a:endParaRPr>
                    </a:p>
                    <a:p>
                      <a:pPr marL="171450" marR="0" lvl="0" indent="-112395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SG" altLang="ko-KR" sz="900" kern="1200">
                          <a:solidFill>
                            <a:schemeClr val="tx1"/>
                          </a:solidFill>
                          <a:latin typeface="Hyundai Sans Text KR" panose="020B0600000101010101" pitchFamily="50" charset="-127"/>
                          <a:ea typeface="Hyundai Sans Text KR"/>
                          <a:cs typeface="+mn-cs"/>
                        </a:rPr>
                        <a:t>Operate Respective Systems (Web, Software, Hardware)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6071486"/>
                  </a:ext>
                </a:extLst>
              </a:tr>
              <a:tr h="13956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SG" altLang="ko-KR" sz="900" b="0" i="0" u="none" strike="noStrike" kern="1200" cap="none" spc="0" normalizeH="0" baseline="0">
                          <a:ln>
                            <a:solidFill>
                              <a:prstClr val="black">
                                <a:lumMod val="50000"/>
                                <a:lumOff val="50000"/>
                                <a:alpha val="0"/>
                              </a:prstClr>
                            </a:solidFill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Hyundai Sans Text KR Bold"/>
                          <a:ea typeface="Hyundai Sans Text KR Bold" panose="020B0600000101010101" pitchFamily="34" charset="-127"/>
                          <a:cs typeface="+mn-cs"/>
                        </a:rPr>
                        <a:t>Super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SG" altLang="ko-KR" sz="900" b="0" i="0" u="none" strike="noStrike" kern="1200" cap="none" spc="0" normalizeH="0" baseline="0">
                          <a:ln>
                            <a:solidFill>
                              <a:prstClr val="black">
                                <a:lumMod val="50000"/>
                                <a:lumOff val="50000"/>
                                <a:alpha val="0"/>
                              </a:prstClr>
                            </a:solidFill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Hyundai Sans Text KR Bold"/>
                          <a:ea typeface="Hyundai Sans Text KR Bold" panose="020B0600000101010101" pitchFamily="34" charset="-127"/>
                          <a:cs typeface="+mn-cs"/>
                        </a:rPr>
                        <a:t>User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solidFill>
                              <a:prstClr val="black">
                                <a:lumMod val="50000"/>
                                <a:lumOff val="50000"/>
                                <a:alpha val="0"/>
                              </a:prstClr>
                            </a:solidFill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Hyundai Sans Text KR Bold"/>
                          <a:ea typeface="Hyundai Sans Text KR Bold" panose="020B0600000101010101" pitchFamily="34" charset="-127"/>
                          <a:cs typeface="+mn-cs"/>
                        </a:rPr>
                        <a:t>(Level 2)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59055" marR="0" lvl="0" indent="0" algn="l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현대하모니 B" panose="02020603020101020101" pitchFamily="18" charset="-127"/>
                          <a:ea typeface="현대하모니 B"/>
                          <a:cs typeface="+mn-cs"/>
                        </a:rPr>
                        <a:t>Changing Master data and H/W mgt.</a:t>
                      </a:r>
                      <a:endParaRPr lang="en-SG" altLang="ko-KR" sz="900">
                        <a:solidFill>
                          <a:schemeClr val="tx1"/>
                        </a:solidFill>
                        <a:latin typeface="Hyundai Sans Text KR" panose="020B0600000101010101" pitchFamily="50" charset="-127"/>
                        <a:ea typeface="현대하모니 B"/>
                      </a:endParaRPr>
                    </a:p>
                    <a:p>
                      <a:pPr marL="171450" indent="-112395">
                        <a:buFont typeface="Arial" panose="020B0604020202020204" pitchFamily="34" charset="0"/>
                        <a:buChar char="•"/>
                      </a:pPr>
                      <a:r>
                        <a:rPr lang="en-SG" altLang="ko-KR" sz="900">
                          <a:solidFill>
                            <a:schemeClr val="tx1"/>
                          </a:solidFill>
                          <a:latin typeface="Hyundai Sans Text KR" panose="020B0600000101010101" pitchFamily="50" charset="-127"/>
                          <a:ea typeface="Hyundai Sans Text KR"/>
                        </a:rPr>
                        <a:t>Master Data Management (Car Model, Worklist, OCN, Part Master) </a:t>
                      </a:r>
                    </a:p>
                    <a:p>
                      <a:pPr marL="171450" indent="-112395">
                        <a:buFont typeface="Arial" panose="020B0604020202020204" pitchFamily="34" charset="0"/>
                        <a:buChar char="•"/>
                      </a:pPr>
                      <a:r>
                        <a:rPr lang="en-SG" altLang="ko-KR" sz="900">
                          <a:solidFill>
                            <a:schemeClr val="tx1"/>
                          </a:solidFill>
                          <a:latin typeface="Hyundai Sans Text KR" panose="020B0600000101010101" pitchFamily="50" charset="-127"/>
                          <a:ea typeface="Hyundai Sans Text KR"/>
                        </a:rPr>
                        <a:t>Data validation (Plan Data, Order Data, Inspection Data)</a:t>
                      </a:r>
                    </a:p>
                    <a:p>
                      <a:pPr marL="171450" indent="-112395">
                        <a:buFont typeface="Arial" panose="020B0604020202020204" pitchFamily="34" charset="0"/>
                        <a:buChar char="•"/>
                      </a:pPr>
                      <a:r>
                        <a:rPr lang="en-SG" altLang="ko-KR" sz="900">
                          <a:solidFill>
                            <a:schemeClr val="tx1"/>
                          </a:solidFill>
                          <a:latin typeface="Hyundai Sans Text KR" panose="020B0600000101010101" pitchFamily="50" charset="-127"/>
                          <a:ea typeface="Hyundai Sans Text KR"/>
                        </a:rPr>
                        <a:t>Common Configurations (New Car, New Revision, New Device, etc)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0900031"/>
                  </a:ext>
                </a:extLst>
              </a:tr>
              <a:tr h="10081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SG" altLang="ko-KR" sz="900" b="0" i="0" u="none" strike="noStrike" kern="1200" cap="none" spc="0" normalizeH="0" baseline="0" noProof="0">
                          <a:ln>
                            <a:solidFill>
                              <a:prstClr val="black">
                                <a:lumMod val="50000"/>
                                <a:lumOff val="50000"/>
                                <a:alpha val="0"/>
                              </a:prstClr>
                            </a:solidFill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Hyundai Sans Text KR Bold"/>
                          <a:ea typeface="Hyundai Sans Text KR Bold" panose="020B0600000101010101" pitchFamily="34" charset="-127"/>
                          <a:cs typeface="+mn-cs"/>
                        </a:rPr>
                        <a:t>System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SG" altLang="ko-KR" sz="900" b="0" i="0" u="none" strike="noStrike" kern="1200" cap="none" spc="0" normalizeH="0" baseline="0" noProof="0">
                          <a:ln>
                            <a:solidFill>
                              <a:prstClr val="black">
                                <a:lumMod val="50000"/>
                                <a:lumOff val="50000"/>
                                <a:alpha val="0"/>
                              </a:prstClr>
                            </a:solidFill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Hyundai Sans Text KR Bold"/>
                          <a:ea typeface="Hyundai Sans Text KR Bold" panose="020B0600000101010101" pitchFamily="34" charset="-127"/>
                          <a:cs typeface="+mn-cs"/>
                        </a:rPr>
                        <a:t>Admin</a:t>
                      </a:r>
                      <a:endParaRPr kumimoji="0" lang="en-US" altLang="ko-KR" sz="900" b="0" i="0" u="none" strike="noStrike" kern="1200" cap="none" spc="0" normalizeH="0" baseline="0" noProof="0">
                        <a:ln>
                          <a:solidFill>
                            <a:prstClr val="black">
                              <a:lumMod val="50000"/>
                              <a:lumOff val="50000"/>
                              <a:alpha val="0"/>
                            </a:prstClr>
                          </a:solidFill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Hyundai Sans Text KR Bold"/>
                        <a:ea typeface="Hyundai Sans Text KR Bold" panose="020B0600000101010101" pitchFamily="34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solidFill>
                              <a:prstClr val="black">
                                <a:lumMod val="50000"/>
                                <a:lumOff val="50000"/>
                                <a:alpha val="0"/>
                              </a:prstClr>
                            </a:solidFill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Hyundai Sans Text KR Bold"/>
                          <a:ea typeface="Hyundai Sans Text KR Bold" panose="020B0600000101010101" pitchFamily="34" charset="-127"/>
                          <a:cs typeface="+mn-cs"/>
                        </a:rPr>
                        <a:t>(Level 3)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59055" marR="0" lvl="0" indent="0" algn="l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현대하모니 B" panose="02020603020101020101" pitchFamily="18" charset="-127"/>
                          <a:ea typeface="현대하모니 B"/>
                          <a:cs typeface="+mn-cs"/>
                        </a:rPr>
                        <a:t>System/Infra Operation &amp; Troubleshoot</a:t>
                      </a:r>
                      <a:endParaRPr lang="en-SG" altLang="ko-KR" sz="900">
                        <a:latin typeface="Hyundai Sans Text KR" panose="020B0600000101010101" pitchFamily="50" charset="-127"/>
                        <a:ea typeface="현대하모니 B"/>
                      </a:endParaRPr>
                    </a:p>
                    <a:p>
                      <a:pPr marL="171450" indent="-112395">
                        <a:buFont typeface="Arial,Sans-Serif" panose="020B0604020202020204" pitchFamily="34" charset="0"/>
                        <a:buChar char="•"/>
                      </a:pPr>
                      <a:r>
                        <a:rPr lang="en-SG" altLang="ko-KR" sz="900">
                          <a:latin typeface="Hyundai Sans Text KR" panose="020B0600000101010101" pitchFamily="50" charset="-127"/>
                          <a:ea typeface="Hyundai Sans Text KR"/>
                        </a:rPr>
                        <a:t>System/Infra Operations / Maintenance / Monitoring </a:t>
                      </a:r>
                    </a:p>
                    <a:p>
                      <a:pPr marL="171450" indent="-112395">
                        <a:buFont typeface="Arial,Sans-Serif" panose="020B0604020202020204" pitchFamily="34" charset="0"/>
                        <a:buChar char="•"/>
                      </a:pPr>
                      <a:r>
                        <a:rPr lang="en-SG" altLang="ko-KR" sz="900">
                          <a:latin typeface="Hyundai Sans Text KR" panose="020B0600000101010101" pitchFamily="50" charset="-127"/>
                          <a:ea typeface="Hyundai Sans Text KR"/>
                        </a:rPr>
                        <a:t>User Access, Roles, Permissions Management</a:t>
                      </a:r>
                    </a:p>
                    <a:p>
                      <a:pPr marL="171450" indent="-112395">
                        <a:buFont typeface="Arial,Sans-Serif" panose="020B0604020202020204" pitchFamily="34" charset="0"/>
                        <a:buChar char="•"/>
                      </a:pPr>
                      <a:r>
                        <a:rPr lang="en-SG" altLang="ko-KR" sz="900">
                          <a:latin typeface="Hyundai Sans Text KR" panose="020B0600000101010101" pitchFamily="50" charset="-127"/>
                          <a:ea typeface="Hyundai Sans Text KR"/>
                        </a:rPr>
                        <a:t>Troubleshoot Interface / Data Issues</a:t>
                      </a:r>
                    </a:p>
                    <a:p>
                      <a:pPr marL="171450" indent="-112395">
                        <a:buFont typeface="Arial,Sans-Serif" panose="020B0604020202020204" pitchFamily="34" charset="0"/>
                        <a:buChar char="•"/>
                      </a:pPr>
                      <a:r>
                        <a:rPr lang="en-SG" altLang="ko-KR" sz="900">
                          <a:latin typeface="Hyundai Sans Text KR" panose="020B0600000101010101" pitchFamily="50" charset="-127"/>
                          <a:ea typeface="Hyundai Sans Text KR"/>
                        </a:rPr>
                        <a:t>HAE : IT MES or IT Infra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020773"/>
                  </a:ext>
                </a:extLst>
              </a:tr>
              <a:tr h="12413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SG" altLang="ko-KR" sz="900" b="0" i="0" u="none" strike="noStrike" kern="1200" cap="none" spc="0" normalizeH="0" baseline="0" noProof="0">
                          <a:ln>
                            <a:solidFill>
                              <a:prstClr val="black">
                                <a:lumMod val="50000"/>
                                <a:lumOff val="50000"/>
                                <a:alpha val="0"/>
                              </a:prstClr>
                            </a:solidFill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Hyundai Sans Text KR Bold"/>
                          <a:ea typeface="Hyundai Sans Text KR Bold"/>
                          <a:cs typeface="+mn-cs"/>
                        </a:rPr>
                        <a:t>Developer</a:t>
                      </a:r>
                      <a:endParaRPr kumimoji="0" lang="en-US" altLang="ko-KR" sz="900" b="0" i="0" u="none" strike="noStrike" kern="1200" cap="none" spc="0" normalizeH="0" baseline="0" noProof="0">
                        <a:ln>
                          <a:solidFill>
                            <a:prstClr val="black">
                              <a:lumMod val="50000"/>
                              <a:lumOff val="50000"/>
                              <a:alpha val="0"/>
                            </a:prstClr>
                          </a:solidFill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Hyundai Sans Text KR Bold"/>
                        <a:ea typeface="Hyundai Sans Text KR Bold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solidFill>
                              <a:prstClr val="black">
                                <a:lumMod val="50000"/>
                                <a:lumOff val="50000"/>
                                <a:alpha val="0"/>
                              </a:prstClr>
                            </a:solidFill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Hyundai Sans Text KR Bold"/>
                          <a:ea typeface="Hyundai Sans Text KR Bold"/>
                          <a:cs typeface="+mn-cs"/>
                        </a:rPr>
                        <a:t>(Level 4)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59055" marR="0" lvl="0" indent="0" algn="l" defTabSz="74295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현대하모니 B" panose="02020603020101020101" pitchFamily="18" charset="-127"/>
                          <a:ea typeface="현대하모니 B"/>
                          <a:cs typeface="+mn-cs"/>
                        </a:rPr>
                        <a:t>Fixing system bugs and manage source code</a:t>
                      </a:r>
                      <a:endParaRPr lang="en-SG" altLang="ko-KR" sz="900">
                        <a:latin typeface="Hyundai Sans Text KR" panose="020B0600000101010101" pitchFamily="50" charset="-127"/>
                        <a:ea typeface="현대하모니 B"/>
                      </a:endParaRPr>
                    </a:p>
                    <a:p>
                      <a:pPr marL="171450" indent="-112395">
                        <a:buFont typeface="Arial,Sans-Serif" panose="020B0604020202020204" pitchFamily="34" charset="0"/>
                        <a:buChar char="•"/>
                      </a:pPr>
                      <a:r>
                        <a:rPr lang="en-SG" altLang="ko-KR" sz="900">
                          <a:latin typeface="Hyundai Sans Text KR" panose="020B0600000101010101" pitchFamily="50" charset="-127"/>
                          <a:ea typeface="Hyundai Sans Text KR"/>
                        </a:rPr>
                        <a:t>Bug fixes (MES, QMS, LES)</a:t>
                      </a:r>
                    </a:p>
                    <a:p>
                      <a:pPr marL="171450" indent="-112395">
                        <a:buFont typeface="Arial,Sans-Serif" panose="020B0604020202020204" pitchFamily="34" charset="0"/>
                        <a:buChar char="•"/>
                      </a:pPr>
                      <a:r>
                        <a:rPr lang="en-SG" altLang="ko-KR" sz="900">
                          <a:latin typeface="Hyundai Sans Text KR" panose="020B0600000101010101" pitchFamily="50" charset="-127"/>
                          <a:ea typeface="Hyundai Sans Text KR"/>
                        </a:rPr>
                        <a:t>Backend Configurations</a:t>
                      </a:r>
                    </a:p>
                    <a:p>
                      <a:pPr marL="171450" indent="-112395">
                        <a:buFont typeface="Arial,Sans-Serif" panose="020B0604020202020204" pitchFamily="34" charset="0"/>
                        <a:buChar char="•"/>
                      </a:pPr>
                      <a:r>
                        <a:rPr lang="en-SG" altLang="ko-KR" sz="900">
                          <a:latin typeface="Hyundai Sans Text KR" panose="020B0600000101010101" pitchFamily="50" charset="-127"/>
                          <a:ea typeface="Hyundai Sans Text KR"/>
                        </a:rPr>
                        <a:t>DevOps Tools</a:t>
                      </a:r>
                    </a:p>
                    <a:p>
                      <a:pPr marL="171450" indent="-112395">
                        <a:buFont typeface="Arial,Sans-Serif" panose="020B0604020202020204" pitchFamily="34" charset="0"/>
                        <a:buChar char="•"/>
                      </a:pPr>
                      <a:r>
                        <a:rPr lang="en-SG" altLang="ko-KR" sz="900">
                          <a:latin typeface="Hyundai Sans Text KR" panose="020B0600000101010101" pitchFamily="50" charset="-127"/>
                          <a:ea typeface="Hyundai Sans Text KR"/>
                        </a:rPr>
                        <a:t>Code level debugging and troubleshooting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298084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E01C7D3-B8C9-E533-A010-0F86FD0814F6}"/>
              </a:ext>
            </a:extLst>
          </p:cNvPr>
          <p:cNvSpPr txBox="1"/>
          <p:nvPr/>
        </p:nvSpPr>
        <p:spPr>
          <a:xfrm>
            <a:off x="244417" y="1498375"/>
            <a:ext cx="46367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400" b="0" i="0" u="none" strike="noStrike" kern="400" cap="none" spc="0" normalizeH="0" baseline="0" noProof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FF"/>
                </a:solidFill>
                <a:effectLst/>
                <a:uLnTx/>
                <a:uFillTx/>
                <a:latin typeface="현대하모니 B"/>
                <a:ea typeface="현대하모니 B"/>
                <a:cs typeface="+mn-cs"/>
              </a:rPr>
              <a:t>[Physical </a:t>
            </a:r>
            <a:r>
              <a:rPr kumimoji="1" lang="en-US" altLang="ko-KR" sz="1400" kern="4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FF"/>
                </a:solidFill>
                <a:latin typeface="현대하모니 B"/>
                <a:ea typeface="현대하모니 B"/>
              </a:rPr>
              <a:t>Setup </a:t>
            </a:r>
            <a:r>
              <a:rPr kumimoji="1" lang="en-US" altLang="ko-KR" sz="1400" b="0" i="0" u="none" strike="noStrike" kern="400" cap="none" spc="0" normalizeH="0" baseline="0" noProof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FF"/>
                </a:solidFill>
                <a:effectLst/>
                <a:uLnTx/>
                <a:uFillTx/>
                <a:latin typeface="현대하모니 B"/>
                <a:ea typeface="현대하모니 B"/>
                <a:cs typeface="+mn-cs"/>
              </a:rPr>
              <a:t>R&amp;R]</a:t>
            </a:r>
            <a:endParaRPr lang="ko-KR" altLang="en-US" sz="1600">
              <a:solidFill>
                <a:srgbClr val="0000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9E63D3-EEE2-50F2-508E-B7EC80C23FD0}"/>
              </a:ext>
            </a:extLst>
          </p:cNvPr>
          <p:cNvSpPr txBox="1"/>
          <p:nvPr/>
        </p:nvSpPr>
        <p:spPr>
          <a:xfrm>
            <a:off x="6101828" y="1498375"/>
            <a:ext cx="22148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400" kern="4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FF"/>
                </a:solidFill>
                <a:latin typeface="현대하모니 B"/>
                <a:ea typeface="현대하모니 B"/>
              </a:rPr>
              <a:t>[</a:t>
            </a:r>
            <a:r>
              <a:rPr kumimoji="1" lang="en-US" altLang="ko-KR" sz="1400" b="0" i="0" u="none" strike="noStrike" kern="400" cap="none" spc="0" normalizeH="0" baseline="0" noProof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00FF"/>
                </a:solidFill>
                <a:effectLst/>
                <a:uLnTx/>
                <a:uFillTx/>
                <a:latin typeface="현대하모니 B"/>
                <a:ea typeface="현대하모니 B"/>
                <a:cs typeface="+mn-cs"/>
              </a:rPr>
              <a:t>User Definition]</a:t>
            </a:r>
            <a:endParaRPr lang="ko-KR" altLang="en-US" sz="1600">
              <a:solidFill>
                <a:srgbClr val="0000FF"/>
              </a:solidFill>
            </a:endParaRPr>
          </a:p>
        </p:txBody>
      </p:sp>
      <p:sp>
        <p:nvSpPr>
          <p:cNvPr id="6" name="직사각형 75803">
            <a:extLst>
              <a:ext uri="{FF2B5EF4-FFF2-40B4-BE49-F238E27FC236}">
                <a16:creationId xmlns:a16="http://schemas.microsoft.com/office/drawing/2014/main" id="{5CB1BA07-37B8-1732-22F5-7CB61C5FCDC1}"/>
              </a:ext>
            </a:extLst>
          </p:cNvPr>
          <p:cNvSpPr/>
          <p:nvPr/>
        </p:nvSpPr>
        <p:spPr>
          <a:xfrm>
            <a:off x="330358" y="733016"/>
            <a:ext cx="72566" cy="526369"/>
          </a:xfrm>
          <a:prstGeom prst="rect">
            <a:avLst/>
          </a:prstGeom>
          <a:solidFill>
            <a:srgbClr val="00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100" b="0" i="0" u="none" strike="noStrike" kern="1200" cap="none" spc="0" normalizeH="0" baseline="0" noProof="0">
              <a:ln>
                <a:solidFill>
                  <a:srgbClr val="4F81BD">
                    <a:shade val="95000"/>
                    <a:satMod val="105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Hyundai Sans Head KR Light" panose="020B0600000101010101" pitchFamily="34" charset="-127"/>
              <a:ea typeface="Hyundai Sans Head KR Light" panose="020B0600000101010101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37842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6AA5C76-15B5-CE16-E7AC-784389C54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5056-D391-1236-0AF8-ED88F4AE8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822" y="216487"/>
            <a:ext cx="8370138" cy="277539"/>
          </a:xfrm>
        </p:spPr>
        <p:txBody>
          <a:bodyPr/>
          <a:lstStyle/>
          <a:p>
            <a:r>
              <a:rPr kumimoji="1" lang="en-SG" sz="1800" b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현대하모니 B" panose="02020603020101020101" pitchFamily="18" charset="-127"/>
                <a:ea typeface="현대하모니 B"/>
                <a:cs typeface="+mj-cs"/>
              </a:rPr>
              <a:t>Appendix. Direction for testing with other systems in multi-environments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7E20729-EE19-1968-B86E-48F6F63F9EFA}"/>
              </a:ext>
            </a:extLst>
          </p:cNvPr>
          <p:cNvSpPr/>
          <p:nvPr/>
        </p:nvSpPr>
        <p:spPr>
          <a:xfrm>
            <a:off x="561899" y="1576052"/>
            <a:ext cx="540872" cy="183371"/>
          </a:xfrm>
          <a:prstGeom prst="roundRect">
            <a:avLst/>
          </a:prstGeom>
          <a:solidFill>
            <a:srgbClr val="002060"/>
          </a:solidFill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4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Dharmony B" panose="02020603020101020101" pitchFamily="18" charset="-127"/>
                <a:ea typeface="HDharmony B" panose="02020603020101020101" pitchFamily="18" charset="-127"/>
                <a:cs typeface="+mn-cs"/>
              </a:rPr>
              <a:t>Case 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D4A5266-12E1-A27C-65FB-EAC43751A93E}"/>
              </a:ext>
            </a:extLst>
          </p:cNvPr>
          <p:cNvSpPr/>
          <p:nvPr/>
        </p:nvSpPr>
        <p:spPr>
          <a:xfrm>
            <a:off x="5185637" y="1575891"/>
            <a:ext cx="540872" cy="183371"/>
          </a:xfrm>
          <a:prstGeom prst="roundRect">
            <a:avLst/>
          </a:prstGeom>
          <a:solidFill>
            <a:srgbClr val="002060"/>
          </a:solidFill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4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Dharmony B" panose="02020603020101020101" pitchFamily="18" charset="-127"/>
                <a:ea typeface="HDharmony B" panose="02020603020101020101" pitchFamily="18" charset="-127"/>
                <a:cs typeface="+mn-cs"/>
              </a:rPr>
              <a:t>Case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1634BB-0633-2595-B23D-10D05498627B}"/>
              </a:ext>
            </a:extLst>
          </p:cNvPr>
          <p:cNvSpPr txBox="1"/>
          <p:nvPr/>
        </p:nvSpPr>
        <p:spPr>
          <a:xfrm>
            <a:off x="1170949" y="1513848"/>
            <a:ext cx="28809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400" b="0" i="0" u="none" strike="noStrike" kern="1200" cap="none" spc="0" normalizeH="0" baseline="0" noProof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HDharmony B" panose="02020603020101020101" pitchFamily="18" charset="-127"/>
                <a:ea typeface="HDharmony B" panose="02020603020101020101" pitchFamily="18" charset="-127"/>
                <a:cs typeface="+mn-cs"/>
              </a:rPr>
              <a:t>Counter systems : Dev / Prod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Head"/>
              <a:ea typeface="현대산스 Head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B6C10E-E3CF-4D3A-9F3D-070EDC9A51DD}"/>
              </a:ext>
            </a:extLst>
          </p:cNvPr>
          <p:cNvSpPr txBox="1"/>
          <p:nvPr/>
        </p:nvSpPr>
        <p:spPr>
          <a:xfrm>
            <a:off x="5794688" y="1513687"/>
            <a:ext cx="25235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400" b="0" i="0" u="none" strike="noStrike" kern="1200" cap="none" spc="0" normalizeH="0" baseline="0" noProof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HDharmony B" panose="02020603020101020101" pitchFamily="18" charset="-127"/>
                <a:ea typeface="HDharmony B" panose="02020603020101020101" pitchFamily="18" charset="-127"/>
                <a:cs typeface="+mn-cs"/>
              </a:rPr>
              <a:t>Counter systems : Prod only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Head"/>
              <a:ea typeface="현대산스 Head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B202234-BE34-B7F3-9B44-F702FFA5F3AF}"/>
              </a:ext>
            </a:extLst>
          </p:cNvPr>
          <p:cNvSpPr txBox="1">
            <a:spLocks/>
          </p:cNvSpPr>
          <p:nvPr/>
        </p:nvSpPr>
        <p:spPr>
          <a:xfrm>
            <a:off x="370234" y="837046"/>
            <a:ext cx="8956645" cy="4379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78774" rtl="0" eaLnBrk="1" latinLnBrk="1" hangingPunct="1">
              <a:spcBef>
                <a:spcPct val="0"/>
              </a:spcBef>
              <a:buNone/>
              <a:defRPr sz="2200" b="0" i="0" kern="400" baseline="0">
                <a:solidFill>
                  <a:schemeClr val="tx1"/>
                </a:solidFill>
                <a:latin typeface="+mj-ea"/>
                <a:ea typeface="+mj-ea"/>
                <a:cs typeface="현대산스 Head Medium" panose="020B0600000101010101" pitchFamily="50" charset="-127"/>
              </a:defRPr>
            </a:lvl1pPr>
          </a:lstStyle>
          <a:p>
            <a:pPr marL="0" marR="0" lvl="0" indent="0" algn="l" defTabSz="478774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400" cap="none" spc="0" normalizeH="0" baseline="0" noProof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HDharmony B" panose="02020603020101020101" pitchFamily="18" charset="-127"/>
                <a:ea typeface="HDharmony B" panose="02020603020101020101" pitchFamily="18" charset="-127"/>
              </a:rPr>
              <a:t>Review connectivity guidance for each </a:t>
            </a:r>
            <a:r>
              <a:rPr kumimoji="0" lang="en-US" altLang="ko-KR" sz="1400" b="0" i="0" u="none" strike="noStrike" kern="400" cap="none" spc="0" normalizeH="0" baseline="0" noProof="0" err="1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HDharmony B" panose="02020603020101020101" pitchFamily="18" charset="-127"/>
                <a:ea typeface="HDharmony B" panose="02020603020101020101" pitchFamily="18" charset="-127"/>
              </a:rPr>
              <a:t>Thingworx</a:t>
            </a:r>
            <a:r>
              <a:rPr kumimoji="0" lang="en-US" altLang="ko-KR" sz="1400" b="0" i="0" u="none" strike="noStrike" kern="400" cap="none" spc="0" normalizeH="0" baseline="0" noProof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HDharmony B" panose="02020603020101020101" pitchFamily="18" charset="-127"/>
                <a:ea typeface="HDharmony B" panose="02020603020101020101" pitchFamily="18" charset="-127"/>
              </a:rPr>
              <a:t> multi-environment setup based on the configuration of corresponding external systems.</a:t>
            </a:r>
            <a:endParaRPr kumimoji="0" lang="en-SG" sz="1400" b="0" i="0" u="none" strike="noStrike" kern="400" cap="none" spc="0" normalizeH="0" baseline="0" noProof="0">
              <a:ln>
                <a:noFill/>
              </a:ln>
              <a:solidFill>
                <a:srgbClr val="002C5F"/>
              </a:solidFill>
              <a:effectLst/>
              <a:uLnTx/>
              <a:uFillTx/>
              <a:latin typeface="HDharmony B" panose="02020603020101020101" pitchFamily="18" charset="-127"/>
              <a:ea typeface="HDharmony B" panose="02020603020101020101" pitchFamily="18" charset="-127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DA56B027-EAB8-1C5B-B3DA-3400E97508D8}"/>
              </a:ext>
            </a:extLst>
          </p:cNvPr>
          <p:cNvSpPr/>
          <p:nvPr/>
        </p:nvSpPr>
        <p:spPr>
          <a:xfrm>
            <a:off x="1234004" y="1957687"/>
            <a:ext cx="568768" cy="1704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Hyundai Sans Head"/>
              </a:rPr>
              <a:t>Dev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CB2139D-F640-9BBB-20FE-A220695FFADA}"/>
              </a:ext>
            </a:extLst>
          </p:cNvPr>
          <p:cNvSpPr/>
          <p:nvPr/>
        </p:nvSpPr>
        <p:spPr>
          <a:xfrm>
            <a:off x="1959909" y="1957687"/>
            <a:ext cx="568768" cy="1704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Hyundai Sans Head"/>
              </a:rPr>
              <a:t>QA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791AB031-9E33-F2DE-1B52-07E165DFF897}"/>
              </a:ext>
            </a:extLst>
          </p:cNvPr>
          <p:cNvSpPr/>
          <p:nvPr/>
        </p:nvSpPr>
        <p:spPr>
          <a:xfrm>
            <a:off x="2721909" y="1957687"/>
            <a:ext cx="568768" cy="1704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Hyundai Sans Head"/>
              </a:rPr>
              <a:t>Prod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43A99D4-00C2-F32C-41B3-92277F9A22D0}"/>
              </a:ext>
            </a:extLst>
          </p:cNvPr>
          <p:cNvSpPr/>
          <p:nvPr/>
        </p:nvSpPr>
        <p:spPr>
          <a:xfrm>
            <a:off x="1234004" y="2264199"/>
            <a:ext cx="568768" cy="17041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rPr>
              <a:t>Dev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B958906-DE4F-0292-5361-A596FF9941EB}"/>
              </a:ext>
            </a:extLst>
          </p:cNvPr>
          <p:cNvSpPr/>
          <p:nvPr/>
        </p:nvSpPr>
        <p:spPr>
          <a:xfrm>
            <a:off x="2721909" y="2264199"/>
            <a:ext cx="568768" cy="17041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rPr>
              <a:t>Prod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3D287352-A876-9B34-3976-F71FBA52D91A}"/>
              </a:ext>
            </a:extLst>
          </p:cNvPr>
          <p:cNvCxnSpPr>
            <a:cxnSpLocks/>
            <a:stCxn id="99" idx="2"/>
            <a:endCxn id="102" idx="0"/>
          </p:cNvCxnSpPr>
          <p:nvPr/>
        </p:nvCxnSpPr>
        <p:spPr>
          <a:xfrm>
            <a:off x="1518388" y="2128097"/>
            <a:ext cx="0" cy="136102"/>
          </a:xfrm>
          <a:prstGeom prst="straightConnector1">
            <a:avLst/>
          </a:prstGeom>
          <a:ln w="9525">
            <a:solidFill>
              <a:schemeClr val="bg1">
                <a:lumMod val="75000"/>
              </a:schemeClr>
            </a:solidFill>
            <a:headEnd type="triangl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DC68B1DE-0281-221D-BB66-ED18A75921EF}"/>
              </a:ext>
            </a:extLst>
          </p:cNvPr>
          <p:cNvCxnSpPr>
            <a:cxnSpLocks/>
            <a:stCxn id="101" idx="2"/>
            <a:endCxn id="104" idx="0"/>
          </p:cNvCxnSpPr>
          <p:nvPr/>
        </p:nvCxnSpPr>
        <p:spPr>
          <a:xfrm>
            <a:off x="3006293" y="2128097"/>
            <a:ext cx="0" cy="136102"/>
          </a:xfrm>
          <a:prstGeom prst="straightConnector1">
            <a:avLst/>
          </a:prstGeom>
          <a:ln w="9525">
            <a:solidFill>
              <a:schemeClr val="bg1">
                <a:lumMod val="75000"/>
              </a:schemeClr>
            </a:solidFill>
            <a:headEnd type="triangl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B0BB3920-87F5-FC2F-10BC-100D5BDF051D}"/>
              </a:ext>
            </a:extLst>
          </p:cNvPr>
          <p:cNvCxnSpPr>
            <a:stCxn id="99" idx="3"/>
            <a:endCxn id="100" idx="1"/>
          </p:cNvCxnSpPr>
          <p:nvPr/>
        </p:nvCxnSpPr>
        <p:spPr>
          <a:xfrm>
            <a:off x="1802772" y="2042892"/>
            <a:ext cx="157137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AED630F9-68EE-914F-CFB5-90487488CEC4}"/>
              </a:ext>
            </a:extLst>
          </p:cNvPr>
          <p:cNvCxnSpPr>
            <a:cxnSpLocks/>
            <a:stCxn id="100" idx="3"/>
            <a:endCxn id="101" idx="1"/>
          </p:cNvCxnSpPr>
          <p:nvPr/>
        </p:nvCxnSpPr>
        <p:spPr>
          <a:xfrm>
            <a:off x="2528677" y="2042892"/>
            <a:ext cx="193232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2" name="Picture 2" descr="Thingworx - ​PLM Central Ltd | We Design Innovation">
            <a:extLst>
              <a:ext uri="{FF2B5EF4-FFF2-40B4-BE49-F238E27FC236}">
                <a16:creationId xmlns:a16="http://schemas.microsoft.com/office/drawing/2014/main" id="{7D0D3699-A9D9-3BC2-FBC3-77481683B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13" y="1989727"/>
            <a:ext cx="498975" cy="103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3" name="Rectangle 112">
            <a:extLst>
              <a:ext uri="{FF2B5EF4-FFF2-40B4-BE49-F238E27FC236}">
                <a16:creationId xmlns:a16="http://schemas.microsoft.com/office/drawing/2014/main" id="{C933FBD1-030F-FE78-669D-92BEE403D331}"/>
              </a:ext>
            </a:extLst>
          </p:cNvPr>
          <p:cNvSpPr/>
          <p:nvPr/>
        </p:nvSpPr>
        <p:spPr>
          <a:xfrm>
            <a:off x="5857742" y="1910072"/>
            <a:ext cx="568768" cy="1704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Hyundai Sans Head"/>
              </a:rPr>
              <a:t>Dev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01A625C1-93E8-FB9E-5B59-330A2D7DB775}"/>
              </a:ext>
            </a:extLst>
          </p:cNvPr>
          <p:cNvSpPr/>
          <p:nvPr/>
        </p:nvSpPr>
        <p:spPr>
          <a:xfrm>
            <a:off x="6583647" y="1910072"/>
            <a:ext cx="568768" cy="1704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Hyundai Sans Head"/>
              </a:rPr>
              <a:t>QA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8534D58-1BEF-D114-369B-DBDBDCDE5BF4}"/>
              </a:ext>
            </a:extLst>
          </p:cNvPr>
          <p:cNvSpPr/>
          <p:nvPr/>
        </p:nvSpPr>
        <p:spPr>
          <a:xfrm>
            <a:off x="7345647" y="1910072"/>
            <a:ext cx="568768" cy="1704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Hyundai Sans Head"/>
              </a:rPr>
              <a:t>Prod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E1C12966-4F8E-5422-13CB-4646E1550271}"/>
              </a:ext>
            </a:extLst>
          </p:cNvPr>
          <p:cNvSpPr/>
          <p:nvPr/>
        </p:nvSpPr>
        <p:spPr>
          <a:xfrm>
            <a:off x="7345647" y="2216584"/>
            <a:ext cx="568768" cy="17041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rPr>
              <a:t>Prod</a:t>
            </a: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DAEE7712-7405-9379-9D99-4B685EA928AF}"/>
              </a:ext>
            </a:extLst>
          </p:cNvPr>
          <p:cNvCxnSpPr>
            <a:cxnSpLocks/>
            <a:stCxn id="115" idx="2"/>
            <a:endCxn id="118" idx="0"/>
          </p:cNvCxnSpPr>
          <p:nvPr/>
        </p:nvCxnSpPr>
        <p:spPr>
          <a:xfrm>
            <a:off x="7630031" y="2080482"/>
            <a:ext cx="0" cy="136102"/>
          </a:xfrm>
          <a:prstGeom prst="straightConnector1">
            <a:avLst/>
          </a:prstGeom>
          <a:ln w="9525">
            <a:solidFill>
              <a:schemeClr val="bg1">
                <a:lumMod val="75000"/>
              </a:schemeClr>
            </a:solidFill>
            <a:headEnd type="triangl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B5AFE99C-1A84-10F5-45B8-00DC5C113BFE}"/>
              </a:ext>
            </a:extLst>
          </p:cNvPr>
          <p:cNvCxnSpPr>
            <a:stCxn id="113" idx="3"/>
            <a:endCxn id="114" idx="1"/>
          </p:cNvCxnSpPr>
          <p:nvPr/>
        </p:nvCxnSpPr>
        <p:spPr>
          <a:xfrm>
            <a:off x="6426510" y="1995277"/>
            <a:ext cx="157137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9914E6A1-CF27-2AA7-4783-75ADD39EB50A}"/>
              </a:ext>
            </a:extLst>
          </p:cNvPr>
          <p:cNvCxnSpPr>
            <a:cxnSpLocks/>
            <a:stCxn id="114" idx="3"/>
            <a:endCxn id="115" idx="1"/>
          </p:cNvCxnSpPr>
          <p:nvPr/>
        </p:nvCxnSpPr>
        <p:spPr>
          <a:xfrm>
            <a:off x="7152415" y="1995277"/>
            <a:ext cx="193232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6" name="Picture 2" descr="Thingworx - ​PLM Central Ltd | We Design Innovation">
            <a:extLst>
              <a:ext uri="{FF2B5EF4-FFF2-40B4-BE49-F238E27FC236}">
                <a16:creationId xmlns:a16="http://schemas.microsoft.com/office/drawing/2014/main" id="{F60DE345-069B-319A-B9F4-F85511EE7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2151" y="1942112"/>
            <a:ext cx="498975" cy="103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B545B5E2-C388-8F87-6148-4D7FAC8E1988}"/>
              </a:ext>
            </a:extLst>
          </p:cNvPr>
          <p:cNvCxnSpPr>
            <a:cxnSpLocks/>
            <a:stCxn id="100" idx="2"/>
            <a:endCxn id="104" idx="0"/>
          </p:cNvCxnSpPr>
          <p:nvPr/>
        </p:nvCxnSpPr>
        <p:spPr>
          <a:xfrm>
            <a:off x="2244293" y="2128097"/>
            <a:ext cx="762000" cy="136102"/>
          </a:xfrm>
          <a:prstGeom prst="straightConnector1">
            <a:avLst/>
          </a:prstGeom>
          <a:ln w="9525">
            <a:solidFill>
              <a:schemeClr val="tx2"/>
            </a:solidFill>
            <a:prstDash val="dash"/>
            <a:headEnd type="triangl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9179B7E1-3946-745C-3059-8E824F360244}"/>
              </a:ext>
            </a:extLst>
          </p:cNvPr>
          <p:cNvSpPr txBox="1"/>
          <p:nvPr/>
        </p:nvSpPr>
        <p:spPr>
          <a:xfrm>
            <a:off x="510972" y="2250562"/>
            <a:ext cx="75385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Dharmony B" panose="02020603020101020101" pitchFamily="18" charset="-127"/>
                <a:ea typeface="HDharmony B" panose="02020603020101020101" pitchFamily="18" charset="-127"/>
                <a:cs typeface="+mn-cs"/>
              </a:rPr>
              <a:t>Counter system</a:t>
            </a:r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Head"/>
              <a:ea typeface="현대산스 Head"/>
              <a:cs typeface="+mn-cs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D58CF7A-444E-57C7-5172-E5589C09B4E5}"/>
              </a:ext>
            </a:extLst>
          </p:cNvPr>
          <p:cNvSpPr txBox="1"/>
          <p:nvPr/>
        </p:nvSpPr>
        <p:spPr>
          <a:xfrm>
            <a:off x="5134710" y="2196980"/>
            <a:ext cx="75385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Dharmony B" panose="02020603020101020101" pitchFamily="18" charset="-127"/>
                <a:ea typeface="HDharmony B" panose="02020603020101020101" pitchFamily="18" charset="-127"/>
                <a:cs typeface="+mn-cs"/>
              </a:rPr>
              <a:t>Counter system</a:t>
            </a:r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Head"/>
              <a:ea typeface="현대산스 Head"/>
              <a:cs typeface="+mn-cs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373877D8-02E2-A070-B229-5FC7ECC6FE2A}"/>
              </a:ext>
            </a:extLst>
          </p:cNvPr>
          <p:cNvSpPr txBox="1"/>
          <p:nvPr/>
        </p:nvSpPr>
        <p:spPr>
          <a:xfrm>
            <a:off x="561899" y="4693970"/>
            <a:ext cx="467825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HDharmony B" panose="02020603020101020101" pitchFamily="18" charset="-127"/>
                <a:ea typeface="HDharmony B" panose="02020603020101020101" pitchFamily="18" charset="-127"/>
                <a:cs typeface="+mn-cs"/>
              </a:rPr>
              <a:t>※ ‘</a:t>
            </a:r>
            <a:r>
              <a:rPr kumimoji="0" lang="en-US" altLang="ko-KR" sz="1050" b="0" i="0" u="none" strike="noStrike" kern="1200" cap="none" spc="0" normalizeH="0" baseline="0" noProof="0" err="1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HDharmony B" panose="02020603020101020101" pitchFamily="18" charset="-127"/>
                <a:ea typeface="HDharmony B" panose="02020603020101020101" pitchFamily="18" charset="-127"/>
                <a:cs typeface="+mn-cs"/>
              </a:rPr>
              <a:t>Thingworx</a:t>
            </a:r>
            <a:r>
              <a: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HDharmony B" panose="02020603020101020101" pitchFamily="18" charset="-127"/>
                <a:ea typeface="HDharmony B" panose="02020603020101020101" pitchFamily="18" charset="-127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HDharmony B" panose="02020603020101020101" pitchFamily="18" charset="-127"/>
                <a:ea typeface="HDharmony B" panose="02020603020101020101" pitchFamily="18" charset="-127"/>
                <a:cs typeface="+mn-cs"/>
              </a:rPr>
              <a:t>QA </a:t>
            </a:r>
            <a:r>
              <a: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HDharmony B" panose="02020603020101020101" pitchFamily="18" charset="-127"/>
                <a:ea typeface="HDharmony B" panose="02020603020101020101" pitchFamily="18" charset="-127"/>
                <a:cs typeface="+mn-cs"/>
              </a:rPr>
              <a:t>↔ </a:t>
            </a:r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HDharmony B" panose="02020603020101020101" pitchFamily="18" charset="-127"/>
                <a:ea typeface="HDharmony B" panose="02020603020101020101" pitchFamily="18" charset="-127"/>
                <a:cs typeface="+mn-cs"/>
              </a:rPr>
              <a:t>Counter System 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HDharmony B" panose="02020603020101020101" pitchFamily="18" charset="-127"/>
                <a:ea typeface="HDharmony B" panose="02020603020101020101" pitchFamily="18" charset="-127"/>
                <a:cs typeface="+mn-cs"/>
              </a:rPr>
              <a:t>Prod’ Connection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E9B104C6-D914-6F83-72D1-1BD7B93933C2}"/>
              </a:ext>
            </a:extLst>
          </p:cNvPr>
          <p:cNvSpPr txBox="1"/>
          <p:nvPr/>
        </p:nvSpPr>
        <p:spPr>
          <a:xfrm>
            <a:off x="761651" y="5038490"/>
            <a:ext cx="630942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-</a:t>
            </a: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 </a:t>
            </a:r>
            <a:r>
              <a:rPr kumimoji="0" lang="en-US" altLang="ko-KR" sz="1100" b="1" i="0" u="sng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To connect with ‘Prod’ environment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, need to meet all these conditions</a:t>
            </a:r>
            <a:b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</a:b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   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①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 Read-only 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②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Low frequency (At most once per minute)  </a:t>
            </a:r>
            <a:b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</a:b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    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③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share the test case and schedule in advance 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④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Need to get approval counter system PIC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002C5F"/>
              </a:solidFill>
              <a:effectLst/>
              <a:uLnTx/>
              <a:uFillTx/>
              <a:latin typeface="현대산스 Text" panose="020B0600000101010101" pitchFamily="34" charset="-127"/>
              <a:ea typeface="현대산스 Text" panose="020B0600000101010101" pitchFamily="34" charset="-127"/>
              <a:cs typeface="+mn-cs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C1F07FF7-426A-BA07-E60F-DAB2CC0312A5}"/>
              </a:ext>
            </a:extLst>
          </p:cNvPr>
          <p:cNvSpPr txBox="1"/>
          <p:nvPr/>
        </p:nvSpPr>
        <p:spPr>
          <a:xfrm>
            <a:off x="2091528" y="2189011"/>
            <a:ext cx="6301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rPr>
              <a:t>Conditional</a:t>
            </a:r>
            <a:b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rPr>
            </a:b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rPr>
              <a:t>Access</a:t>
            </a:r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Head"/>
              <a:ea typeface="현대산스 Head"/>
              <a:cs typeface="+mn-cs"/>
            </a:endParaRPr>
          </a:p>
        </p:txBody>
      </p:sp>
      <p:sp>
        <p:nvSpPr>
          <p:cNvPr id="149" name="Title 1">
            <a:extLst>
              <a:ext uri="{FF2B5EF4-FFF2-40B4-BE49-F238E27FC236}">
                <a16:creationId xmlns:a16="http://schemas.microsoft.com/office/drawing/2014/main" id="{56DAB022-DDFA-9CD3-0363-2983A9B308F4}"/>
              </a:ext>
            </a:extLst>
          </p:cNvPr>
          <p:cNvSpPr txBox="1">
            <a:spLocks/>
          </p:cNvSpPr>
          <p:nvPr/>
        </p:nvSpPr>
        <p:spPr>
          <a:xfrm>
            <a:off x="9132964" y="114887"/>
            <a:ext cx="638455" cy="27753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78774" rtl="0" eaLnBrk="1" latinLnBrk="1" hangingPunct="1">
              <a:spcBef>
                <a:spcPct val="0"/>
              </a:spcBef>
              <a:buNone/>
              <a:defRPr sz="2200" b="0" i="0" kern="400" baseline="0">
                <a:solidFill>
                  <a:schemeClr val="tx1"/>
                </a:solidFill>
                <a:latin typeface="+mj-ea"/>
                <a:ea typeface="+mj-ea"/>
                <a:cs typeface="현대산스 Head Medium" panose="020B0600000101010101" pitchFamily="50" charset="-127"/>
              </a:defRPr>
            </a:lvl1pPr>
          </a:lstStyle>
          <a:p>
            <a:pPr marL="0" marR="0" lvl="0" indent="0" algn="l" defTabSz="478774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4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HDharmony B" panose="02020603020101020101" pitchFamily="18" charset="-127"/>
                <a:ea typeface="HDharmony B" panose="02020603020101020101" pitchFamily="18" charset="-127"/>
              </a:rPr>
              <a:t>1</a:t>
            </a:r>
            <a:r>
              <a:rPr kumimoji="0" lang="en-SG" sz="1800" b="0" i="0" u="none" strike="noStrike" kern="4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HDharmony B" panose="02020603020101020101" pitchFamily="18" charset="-127"/>
                <a:ea typeface="HDharmony B" panose="02020603020101020101" pitchFamily="18" charset="-127"/>
              </a:rPr>
              <a:t> /2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39D3FAC-2FF0-B6F2-9AC1-4D5B3D9B0D00}"/>
              </a:ext>
            </a:extLst>
          </p:cNvPr>
          <p:cNvSpPr txBox="1"/>
          <p:nvPr/>
        </p:nvSpPr>
        <p:spPr>
          <a:xfrm>
            <a:off x="6715266" y="2165687"/>
            <a:ext cx="6301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rPr>
              <a:t>Conditional</a:t>
            </a:r>
            <a:b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rPr>
            </a:b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  <a:cs typeface="+mn-cs"/>
              </a:rPr>
              <a:t>Access</a:t>
            </a:r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Head"/>
              <a:ea typeface="현대산스 Head"/>
              <a:cs typeface="+mn-cs"/>
            </a:endParaRP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2244AD31-90D3-C365-7B1F-CEBFC764D3BA}"/>
              </a:ext>
            </a:extLst>
          </p:cNvPr>
          <p:cNvCxnSpPr>
            <a:cxnSpLocks/>
            <a:stCxn id="114" idx="2"/>
            <a:endCxn id="118" idx="0"/>
          </p:cNvCxnSpPr>
          <p:nvPr/>
        </p:nvCxnSpPr>
        <p:spPr>
          <a:xfrm>
            <a:off x="6868031" y="2080482"/>
            <a:ext cx="762000" cy="136102"/>
          </a:xfrm>
          <a:prstGeom prst="straightConnector1">
            <a:avLst/>
          </a:prstGeom>
          <a:ln w="9525">
            <a:solidFill>
              <a:schemeClr val="tx2"/>
            </a:solidFill>
            <a:prstDash val="dash"/>
            <a:headEnd type="triangl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4011DB2-42F6-F886-6CD1-F38E8D6826CA}"/>
              </a:ext>
            </a:extLst>
          </p:cNvPr>
          <p:cNvGraphicFramePr>
            <a:graphicFrameLocks noGrp="1"/>
          </p:cNvGraphicFramePr>
          <p:nvPr/>
        </p:nvGraphicFramePr>
        <p:xfrm>
          <a:off x="432857" y="2834971"/>
          <a:ext cx="9040285" cy="1557020"/>
        </p:xfrm>
        <a:graphic>
          <a:graphicData uri="http://schemas.openxmlformats.org/drawingml/2006/table">
            <a:tbl>
              <a:tblPr/>
              <a:tblGrid>
                <a:gridCol w="1172209">
                  <a:extLst>
                    <a:ext uri="{9D8B030D-6E8A-4147-A177-3AD203B41FA5}">
                      <a16:colId xmlns:a16="http://schemas.microsoft.com/office/drawing/2014/main" val="4199812405"/>
                    </a:ext>
                  </a:extLst>
                </a:gridCol>
                <a:gridCol w="1006899">
                  <a:extLst>
                    <a:ext uri="{9D8B030D-6E8A-4147-A177-3AD203B41FA5}">
                      <a16:colId xmlns:a16="http://schemas.microsoft.com/office/drawing/2014/main" val="4005814560"/>
                    </a:ext>
                  </a:extLst>
                </a:gridCol>
                <a:gridCol w="1006899">
                  <a:extLst>
                    <a:ext uri="{9D8B030D-6E8A-4147-A177-3AD203B41FA5}">
                      <a16:colId xmlns:a16="http://schemas.microsoft.com/office/drawing/2014/main" val="1017159545"/>
                    </a:ext>
                  </a:extLst>
                </a:gridCol>
                <a:gridCol w="1006899">
                  <a:extLst>
                    <a:ext uri="{9D8B030D-6E8A-4147-A177-3AD203B41FA5}">
                      <a16:colId xmlns:a16="http://schemas.microsoft.com/office/drawing/2014/main" val="3986741691"/>
                    </a:ext>
                  </a:extLst>
                </a:gridCol>
                <a:gridCol w="1006899">
                  <a:extLst>
                    <a:ext uri="{9D8B030D-6E8A-4147-A177-3AD203B41FA5}">
                      <a16:colId xmlns:a16="http://schemas.microsoft.com/office/drawing/2014/main" val="3591344158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3200433315"/>
                    </a:ext>
                  </a:extLst>
                </a:gridCol>
              </a:tblGrid>
              <a:tr h="18415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Environment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Case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Environment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Thingworx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Remark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772122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B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293907"/>
                  </a:ext>
                </a:extLst>
              </a:tr>
              <a:tr h="39624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Case 1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(Dev / Prod)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●</a:t>
                      </a: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8774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●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(Write)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- Need to request to put sample data in Dev to counter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system PIC</a:t>
                      </a:r>
                    </a:p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- Need to algin with system PIC to test ‘write’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339908"/>
                  </a:ext>
                </a:extLst>
              </a:tr>
              <a:tr h="396240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●</a:t>
                      </a: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(DB </a:t>
                      </a:r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Read)</a:t>
                      </a:r>
                      <a:endParaRPr lang="en-US" sz="700" b="0" i="0" u="none" strike="noStrike" kern="120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8774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●</a:t>
                      </a: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- Need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meet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the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condition to test QA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↔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 (Read only)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35325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Case 2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(Prod Only)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8774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●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(DB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Read)</a:t>
                      </a:r>
                      <a:endParaRPr kumimoji="0" 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8774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●</a:t>
                      </a: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78774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- To test ‘</a:t>
                      </a:r>
                      <a:r>
                        <a:rPr lang="en-U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Thingworx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QA  write’, need to test using mock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56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480F5EE-6C6C-2957-1349-AA6F3FB69CD9}"/>
              </a:ext>
            </a:extLst>
          </p:cNvPr>
          <p:cNvSpPr txBox="1"/>
          <p:nvPr/>
        </p:nvSpPr>
        <p:spPr>
          <a:xfrm>
            <a:off x="761651" y="5729258"/>
            <a:ext cx="82705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- In case of ‘Write’ test (Insert/Update/Delete) in QA, then need to test with Dev environment if it has otherwise make mock test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002C5F"/>
              </a:solidFill>
              <a:effectLst/>
              <a:uLnTx/>
              <a:uFillTx/>
              <a:latin typeface="현대산스 Text" panose="020B0600000101010101" pitchFamily="34" charset="-127"/>
              <a:ea typeface="현대산스 Text" panose="020B0600000101010101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4134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5635F5E-167A-F3F6-9EF7-12D0788EA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D4BAB5-0FB6-34A9-97CD-7C0582975814}"/>
              </a:ext>
            </a:extLst>
          </p:cNvPr>
          <p:cNvSpPr/>
          <p:nvPr/>
        </p:nvSpPr>
        <p:spPr>
          <a:xfrm>
            <a:off x="0" y="6591345"/>
            <a:ext cx="9986387" cy="266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118D1A-525A-1F7E-1DEF-ACB552B4BD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723" y="78361"/>
            <a:ext cx="9636277" cy="506486"/>
          </a:xfrm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94019">
              <a:lnSpc>
                <a:spcPct val="100000"/>
              </a:lnSpc>
            </a:pPr>
            <a:r>
              <a:rPr kumimoji="1" lang="en-GB" sz="2400" kern="4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현대하모니 B"/>
                <a:ea typeface="현대하모니 B" panose="02020603020101020101" pitchFamily="18" charset="-127"/>
              </a:rPr>
              <a:t>L3-4: [Example from </a:t>
            </a:r>
            <a:r>
              <a:rPr kumimoji="1" lang="en-GB" sz="2400" kern="40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현대하모니 B"/>
                <a:ea typeface="현대하모니 B" panose="02020603020101020101" pitchFamily="18" charset="-127"/>
              </a:rPr>
              <a:t>KaSK</a:t>
            </a:r>
            <a:r>
              <a:rPr kumimoji="1" lang="en-GB" sz="2400" kern="4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현대하모니 B"/>
                <a:ea typeface="현대하모니 B" panose="02020603020101020101" pitchFamily="18" charset="-127"/>
              </a:rPr>
              <a:t> G1] </a:t>
            </a:r>
            <a:r>
              <a:rPr kumimoji="1" lang="en-US" sz="2400" kern="4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현대하모니 B"/>
                <a:ea typeface="현대하모니 B" panose="02020603020101020101" pitchFamily="18" charset="-127"/>
              </a:rPr>
              <a:t>Cost of Implementation </a:t>
            </a:r>
            <a:br>
              <a:rPr kumimoji="1" lang="en-US" sz="2400" kern="4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현대하모니 B"/>
                <a:ea typeface="현대하모니 B" panose="02020603020101020101" pitchFamily="18" charset="-127"/>
              </a:rPr>
            </a:br>
            <a:r>
              <a:rPr kumimoji="1" lang="en-US" sz="2400" kern="4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현대하모니 B"/>
                <a:ea typeface="현대하모니 B" panose="02020603020101020101" pitchFamily="18" charset="-127"/>
              </a:rPr>
              <a:t>(One Time &amp; Recurring)</a:t>
            </a:r>
            <a:endParaRPr kumimoji="1" lang="en-SG" sz="2400" kern="40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060"/>
              </a:solidFill>
              <a:latin typeface="현대하모니 B"/>
              <a:ea typeface="현대하모니 B" panose="02020603020101020101" pitchFamily="18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8305C023-FDD5-DEAA-DE4C-3F3389D0054B}"/>
              </a:ext>
            </a:extLst>
          </p:cNvPr>
          <p:cNvSpPr txBox="1">
            <a:spLocks/>
          </p:cNvSpPr>
          <p:nvPr/>
        </p:nvSpPr>
        <p:spPr>
          <a:xfrm>
            <a:off x="269723" y="830624"/>
            <a:ext cx="6607466" cy="266656"/>
          </a:xfrm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>
            <a:lvl1pPr algn="l" defTabSz="474933" rtl="0" eaLnBrk="1" latinLnBrk="1" hangingPunct="1">
              <a:spcBef>
                <a:spcPct val="0"/>
              </a:spcBef>
              <a:buNone/>
              <a:defRPr sz="2600" b="0" i="0" kern="400" baseline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  <a:cs typeface="현대산스 Head Medium" panose="020B0600000101010101" pitchFamily="50" charset="-127"/>
              </a:defRPr>
            </a:lvl1pPr>
          </a:lstStyle>
          <a:p>
            <a:pPr marL="0" marR="0" lvl="0" indent="0" algn="l" defTabSz="494019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GB" sz="1600" b="1" i="0" u="none" strike="noStrike" kern="400" cap="none" spc="0" normalizeH="0" baseline="0" noProof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현대하모니 B"/>
                <a:ea typeface="현대하모니 B" panose="02020603020101020101" pitchFamily="18" charset="-127"/>
              </a:rPr>
              <a:t>Investment requirement detail:</a:t>
            </a:r>
            <a:endParaRPr kumimoji="1" lang="en-GB" sz="1600" b="0" i="0" u="none" strike="noStrike" kern="400" cap="none" spc="0" normalizeH="0" baseline="0" noProof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060"/>
              </a:solidFill>
              <a:effectLst/>
              <a:uLnTx/>
              <a:uFillTx/>
              <a:latin typeface="현대하모니 B"/>
              <a:ea typeface="현대하모니 B" panose="02020603020101020101" pitchFamily="18" charset="-127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A40E4DF-B98A-A3BD-30A0-D66CF11F3A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010734"/>
              </p:ext>
            </p:extLst>
          </p:nvPr>
        </p:nvGraphicFramePr>
        <p:xfrm>
          <a:off x="269723" y="833634"/>
          <a:ext cx="9513668" cy="5643805"/>
        </p:xfrm>
        <a:graphic>
          <a:graphicData uri="http://schemas.openxmlformats.org/drawingml/2006/table">
            <a:tbl>
              <a:tblPr/>
              <a:tblGrid>
                <a:gridCol w="954250">
                  <a:extLst>
                    <a:ext uri="{9D8B030D-6E8A-4147-A177-3AD203B41FA5}">
                      <a16:colId xmlns:a16="http://schemas.microsoft.com/office/drawing/2014/main" val="4174025531"/>
                    </a:ext>
                  </a:extLst>
                </a:gridCol>
                <a:gridCol w="1161910">
                  <a:extLst>
                    <a:ext uri="{9D8B030D-6E8A-4147-A177-3AD203B41FA5}">
                      <a16:colId xmlns:a16="http://schemas.microsoft.com/office/drawing/2014/main" val="1776541101"/>
                    </a:ext>
                  </a:extLst>
                </a:gridCol>
                <a:gridCol w="3665695">
                  <a:extLst>
                    <a:ext uri="{9D8B030D-6E8A-4147-A177-3AD203B41FA5}">
                      <a16:colId xmlns:a16="http://schemas.microsoft.com/office/drawing/2014/main" val="137598250"/>
                    </a:ext>
                  </a:extLst>
                </a:gridCol>
                <a:gridCol w="2018020">
                  <a:extLst>
                    <a:ext uri="{9D8B030D-6E8A-4147-A177-3AD203B41FA5}">
                      <a16:colId xmlns:a16="http://schemas.microsoft.com/office/drawing/2014/main" val="1543731578"/>
                    </a:ext>
                  </a:extLst>
                </a:gridCol>
                <a:gridCol w="911056">
                  <a:extLst>
                    <a:ext uri="{9D8B030D-6E8A-4147-A177-3AD203B41FA5}">
                      <a16:colId xmlns:a16="http://schemas.microsoft.com/office/drawing/2014/main" val="1826271948"/>
                    </a:ext>
                  </a:extLst>
                </a:gridCol>
                <a:gridCol w="802737">
                  <a:extLst>
                    <a:ext uri="{9D8B030D-6E8A-4147-A177-3AD203B41FA5}">
                      <a16:colId xmlns:a16="http://schemas.microsoft.com/office/drawing/2014/main" val="2849451789"/>
                    </a:ext>
                  </a:extLst>
                </a:gridCol>
              </a:tblGrid>
              <a:tr h="364669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100" b="1" i="0" u="none" strike="noStrike">
                          <a:solidFill>
                            <a:srgbClr val="FFFFFF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Investment type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100" b="1" i="0" u="none" strike="noStrike">
                          <a:solidFill>
                            <a:srgbClr val="FFFFFF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Investment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100" b="1" i="0" u="none" strike="noStrike">
                          <a:solidFill>
                            <a:srgbClr val="FFFFFF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Detail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Specifications</a:t>
                      </a:r>
                      <a:endParaRPr lang="en-SG" sz="1100" b="1" i="0" u="none" strike="noStrike">
                        <a:solidFill>
                          <a:srgbClr val="FFFFFF"/>
                        </a:solidFill>
                        <a:effectLst/>
                        <a:latin typeface="HDharmony M" panose="02020603020101020101" pitchFamily="18" charset="-127"/>
                        <a:ea typeface="HDharmony M" panose="02020603020101020101" pitchFamily="18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100" b="1" i="0" u="none" strike="noStrike">
                          <a:solidFill>
                            <a:srgbClr val="FFFFFF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#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100" b="1" i="0" u="none" strike="noStrike">
                          <a:solidFill>
                            <a:srgbClr val="FFFFFF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Cost (€)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3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09139"/>
                  </a:ext>
                </a:extLst>
              </a:tr>
              <a:tr h="256032">
                <a:tc rowSpan="11">
                  <a:txBody>
                    <a:bodyPr/>
                    <a:lstStyle/>
                    <a:p>
                      <a:pPr marL="90170" indent="0" algn="l" fontAlgn="ctr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One-time</a:t>
                      </a:r>
                    </a:p>
                  </a:txBody>
                  <a:tcPr marL="0" marR="36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>
                  <a:txBody>
                    <a:bodyPr/>
                    <a:lstStyle/>
                    <a:p>
                      <a:pPr marL="90170" lvl="0" indent="0" algn="l">
                        <a:buNone/>
                      </a:pPr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Infrastructure</a:t>
                      </a:r>
                      <a:b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</a:br>
                      <a:r>
                        <a:rPr lang="en-SG" sz="1100" b="0" i="1" u="none" strike="noStrike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One-time</a:t>
                      </a:r>
                      <a:endParaRPr lang="en-SG" sz="1100" b="1" i="0" u="none" strike="noStrike">
                        <a:solidFill>
                          <a:srgbClr val="000000"/>
                        </a:solidFill>
                        <a:effectLst/>
                        <a:latin typeface="HDharmony M" panose="02020603020101020101" pitchFamily="18" charset="-127"/>
                        <a:ea typeface="HDharmony M" panose="02020603020101020101" pitchFamily="18" charset="-127"/>
                      </a:endParaRPr>
                    </a:p>
                  </a:txBody>
                  <a:tcPr marL="0" marR="36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indent="0" algn="l" fontAlgn="b"/>
                      <a:r>
                        <a:rPr lang="en-SG" sz="11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Thingworx - Server (1 DEV, 1 QA &amp; 1 PRD)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indent="0" algn="l" defTabSz="914400" rtl="0" eaLnBrk="1" fontAlgn="b" latinLnBrk="0" hangingPunct="1"/>
                      <a:r>
                        <a:rPr lang="en-SG" sz="11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16 CPU Core, 32 GB RAM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SG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7,500</a:t>
                      </a:r>
                      <a:endParaRPr lang="en-SG" sz="11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72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055198"/>
                  </a:ext>
                </a:extLst>
              </a:tr>
              <a:tr h="256032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 marL="0" marR="3600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 marL="0" marR="3600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170" lvl="0" indent="0" algn="l">
                        <a:buNone/>
                      </a:pPr>
                      <a:r>
                        <a:rPr lang="en-SG" sz="11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Outsystems </a:t>
                      </a:r>
                      <a:r>
                        <a:rPr lang="en-SG" sz="11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Server (1 PRD)</a:t>
                      </a:r>
                      <a:endParaRPr lang="en-SG" sz="1100" b="0" i="0" u="none" strike="noStrike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lvl="0" indent="0" algn="l">
                        <a:buNone/>
                      </a:pPr>
                      <a:r>
                        <a:rPr lang="en-SG" sz="11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 CPU Core, 16 GB RAM</a:t>
                      </a:r>
                      <a:endParaRPr lang="en-US" sz="1100" b="0" i="0" u="none" strike="noStrike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1,820</a:t>
                      </a:r>
                    </a:p>
                  </a:txBody>
                  <a:tcPr marL="0" marR="72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8060228"/>
                  </a:ext>
                </a:extLst>
              </a:tr>
              <a:tr h="256032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0170" indent="0" algn="l" fontAlgn="b"/>
                      <a:r>
                        <a:rPr lang="en-SG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DB - PostgreSQL DBMS (Thingworx)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indent="0" algn="l" defTabSz="914400" rtl="0" eaLnBrk="1" fontAlgn="b" latinLnBrk="0" hangingPunct="1"/>
                      <a:r>
                        <a:rPr lang="en-SG" sz="11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 CPU Core, 16 GB RAM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SG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2,730</a:t>
                      </a:r>
                      <a:endParaRPr lang="en-SG" sz="11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72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5680256"/>
                  </a:ext>
                </a:extLst>
              </a:tr>
              <a:tr h="2560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90170" lvl="0" indent="0" algn="l">
                        <a:buNone/>
                      </a:pP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DB – PGPool-II (for PostgreSQL HA)</a:t>
                      </a:r>
                      <a:endParaRPr lang="en-US" sz="11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indent="0" algn="l" defTabSz="914400" rtl="0" eaLnBrk="1" fontAlgn="b" latinLnBrk="0" hangingPunct="1"/>
                      <a:r>
                        <a:rPr lang="en-SG" sz="11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 CPU Core, 16 GB RAM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1,820</a:t>
                      </a:r>
                    </a:p>
                  </a:txBody>
                  <a:tcPr marL="0" marR="72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4604763"/>
                  </a:ext>
                </a:extLst>
              </a:tr>
              <a:tr h="256032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90170" indent="0" algn="l" fontAlgn="b"/>
                      <a:r>
                        <a:rPr lang="en-SG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DB – MSSQL DBMS (Outsystems)</a:t>
                      </a:r>
                      <a:endParaRPr lang="en-US" sz="11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indent="0" algn="l" defTabSz="914400" rtl="0" eaLnBrk="1" fontAlgn="b" latinLnBrk="0" hangingPunct="1"/>
                      <a:r>
                        <a:rPr lang="en-SG" sz="11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 CPU Core, 16 GB RAM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1,820</a:t>
                      </a:r>
                      <a:endParaRPr lang="en-US" sz="11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72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1553286"/>
                  </a:ext>
                </a:extLst>
              </a:tr>
              <a:tr h="256032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90170" indent="0" algn="l" fontAlgn="t"/>
                      <a:r>
                        <a:rPr lang="en-SG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Storage - </a:t>
                      </a:r>
                      <a:r>
                        <a:rPr lang="en-SG" sz="1100" b="0" i="1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NAS Server +  Storage (1+ TB HDD)</a:t>
                      </a:r>
                      <a:endParaRPr lang="en-SG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indent="0" algn="l" defTabSz="914400" rtl="0" eaLnBrk="1" fontAlgn="b" latinLnBrk="0" hangingPunct="1"/>
                      <a:r>
                        <a:rPr lang="en-SG" sz="11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 CPU Core, 16 GB RAM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910</a:t>
                      </a:r>
                      <a:endParaRPr lang="en-SG" sz="11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72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0819057"/>
                  </a:ext>
                </a:extLst>
              </a:tr>
              <a:tr h="256032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90170" indent="0" algn="l" fontAlgn="ctr"/>
                      <a:r>
                        <a:rPr lang="en-SG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Subtotal – Infrastructure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90170" indent="0" algn="l" defTabSz="914400" rtl="0" eaLnBrk="1" fontAlgn="b" latinLnBrk="0" hangingPunct="1"/>
                      <a:endParaRPr lang="en-SG" sz="1100" b="0" i="0" u="none" strike="noStrike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SG" sz="11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16,600</a:t>
                      </a:r>
                    </a:p>
                  </a:txBody>
                  <a:tcPr marL="0" marR="72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137111"/>
                  </a:ext>
                </a:extLst>
              </a:tr>
              <a:tr h="256032">
                <a:tc vMerge="1">
                  <a:txBody>
                    <a:bodyPr/>
                    <a:lstStyle/>
                    <a:p>
                      <a:endParaRPr lang="en-SG" sz="1100" b="0" i="1" u="none" strike="noStrike" kern="1200">
                        <a:solidFill>
                          <a:srgbClr val="000000"/>
                        </a:solidFill>
                        <a:effectLst/>
                        <a:latin typeface="HDharmony L" panose="02020603020101020101" pitchFamily="18" charset="-127"/>
                        <a:ea typeface="HDharmony L"/>
                        <a:cs typeface="+mn-cs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90170" indent="0"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Operating System</a:t>
                      </a:r>
                      <a:b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</a:b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One-time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HDharmony M" panose="02020603020101020101" pitchFamily="18" charset="-127"/>
                        <a:ea typeface="HDharmony M" panose="02020603020101020101" pitchFamily="18" charset="-127"/>
                      </a:endParaRPr>
                    </a:p>
                  </a:txBody>
                  <a:tcPr marL="0" marR="36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indent="0" algn="l" fontAlgn="ctr"/>
                      <a:r>
                        <a:rPr lang="en-SG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Thingworx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indent="0" algn="l" defTabSz="914400" rtl="0" eaLnBrk="1" fontAlgn="b" latinLnBrk="0" hangingPunct="1"/>
                      <a:r>
                        <a:rPr lang="en-SG" sz="11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Windows Server OS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900</a:t>
                      </a:r>
                    </a:p>
                  </a:txBody>
                  <a:tcPr marL="0" marR="72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0285661"/>
                  </a:ext>
                </a:extLst>
              </a:tr>
              <a:tr h="256032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 marL="0" marR="36000" marT="0" marB="0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170" lvl="0" indent="0" algn="l">
                        <a:buNone/>
                      </a:pPr>
                      <a:r>
                        <a:rPr lang="en-SG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Outsystems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lvl="0" indent="0" algn="l">
                        <a:buNone/>
                      </a:pPr>
                      <a:r>
                        <a:rPr lang="en-SG" sz="11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Windows Server OS</a:t>
                      </a:r>
                      <a:endParaRPr lang="en-US" sz="11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en-SG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1,200</a:t>
                      </a:r>
                    </a:p>
                  </a:txBody>
                  <a:tcPr marL="0" marR="72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3166557"/>
                  </a:ext>
                </a:extLst>
              </a:tr>
              <a:tr h="256032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90170" indent="0" algn="l" fontAlgn="b"/>
                      <a:r>
                        <a:rPr lang="en-SG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PostgreSQL DBMS</a:t>
                      </a:r>
                      <a:endParaRPr lang="en-US" sz="11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indent="0" algn="l" rtl="0" eaLnBrk="1" fontAlgn="b" latinLnBrk="0" hangingPunct="1"/>
                      <a:r>
                        <a:rPr lang="en-SG" sz="11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Linux OS (Opensource)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en-SG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0" marR="72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756643"/>
                  </a:ext>
                </a:extLst>
              </a:tr>
              <a:tr h="256032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90170" indent="0" algn="l" fontAlgn="ctr"/>
                      <a:r>
                        <a:rPr lang="en-SG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Subtotal – Operating System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90170" indent="0" algn="l" defTabSz="914400" rtl="0" eaLnBrk="1" fontAlgn="b" latinLnBrk="0" hangingPunct="1"/>
                      <a:endParaRPr lang="en-SG" sz="1100" b="0" i="0" u="none" strike="noStrike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SG" sz="11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2,100</a:t>
                      </a:r>
                      <a:endParaRPr lang="en-US" sz="11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72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9588675"/>
                  </a:ext>
                </a:extLst>
              </a:tr>
              <a:tr h="256032">
                <a:tc rowSpan="8">
                  <a:txBody>
                    <a:bodyPr/>
                    <a:lstStyle/>
                    <a:p>
                      <a:pPr marL="36576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  <a:cs typeface="+mn-cs"/>
                        </a:rPr>
                        <a:t>Recurring </a:t>
                      </a:r>
                      <a:r>
                        <a:rPr lang="en-US" sz="1100" b="0" i="1" u="none" strike="noStrike" kern="1200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  <a:cs typeface="+mn-cs"/>
                        </a:rPr>
                        <a:t>(Annual)</a:t>
                      </a:r>
                      <a:endParaRPr lang="en-SG" sz="1100" b="0" i="1" u="none" strike="noStrike" kern="1200">
                        <a:solidFill>
                          <a:srgbClr val="000000"/>
                        </a:solidFill>
                        <a:effectLst/>
                        <a:latin typeface="HDharmony M" panose="02020603020101020101" pitchFamily="18" charset="-127"/>
                        <a:ea typeface="HDharmony M" panose="02020603020101020101" pitchFamily="18" charset="-127"/>
                        <a:cs typeface="+mn-cs"/>
                      </a:endParaRPr>
                    </a:p>
                  </a:txBody>
                  <a:tcPr marL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8">
                  <a:txBody>
                    <a:bodyPr/>
                    <a:lstStyle/>
                    <a:p>
                      <a:pPr marL="90170" indent="0"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Software Licenses</a:t>
                      </a:r>
                      <a:b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</a:b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Recurring (per year)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HDharmony M" panose="02020603020101020101" pitchFamily="18" charset="-127"/>
                        <a:ea typeface="HDharmony M" panose="02020603020101020101" pitchFamily="18" charset="-127"/>
                      </a:endParaRPr>
                    </a:p>
                  </a:txBody>
                  <a:tcPr marL="0" marR="36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indent="0" algn="l" fontAlgn="b">
                        <a:buNone/>
                      </a:pPr>
                      <a:r>
                        <a:rPr lang="en-SG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Thingworx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indent="0" algn="l" defTabSz="914400" rtl="0" eaLnBrk="1" fontAlgn="b" latinLnBrk="0" hangingPunct="1"/>
                      <a:endParaRPr lang="en-SG" sz="1100" b="0" i="0" u="none" strike="noStrike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SG" sz="11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SG" sz="11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72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426789"/>
                  </a:ext>
                </a:extLst>
              </a:tr>
              <a:tr h="256032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71145" indent="0" algn="l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Developer user accounts required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indent="0" algn="l" defTabSz="914400" rtl="0" eaLnBrk="1" fontAlgn="b" latinLnBrk="0" hangingPunct="1"/>
                      <a:endParaRPr lang="en-SG" sz="1100" b="0" i="0" u="none" strike="noStrike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en-SG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1,204</a:t>
                      </a:r>
                      <a:endParaRPr lang="en-SG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72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087993"/>
                  </a:ext>
                </a:extLst>
              </a:tr>
              <a:tr h="256032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271145" indent="0" algn="l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Viewer user accounts required (from Design Principles)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indent="0" algn="l" defTabSz="914400" rtl="0" eaLnBrk="1" fontAlgn="b" latinLnBrk="0" hangingPunct="1"/>
                      <a:endParaRPr lang="en-SG" sz="1100" b="0" i="0" u="none" strike="noStrike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7,405</a:t>
                      </a:r>
                      <a:endParaRPr lang="en-SG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72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1095173"/>
                  </a:ext>
                </a:extLst>
              </a:tr>
              <a:tr h="256032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71145" indent="0" algn="l" fontAlgn="b"/>
                      <a:r>
                        <a:rPr lang="en-SG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Platform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indent="0" algn="l" defTabSz="914400" rtl="0" eaLnBrk="1" fontAlgn="b" latinLnBrk="0" hangingPunct="1"/>
                      <a:endParaRPr lang="en-SG" sz="1100" b="0" i="0" u="none" strike="noStrike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39,985</a:t>
                      </a:r>
                      <a:endParaRPr lang="en-SG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72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0789337"/>
                  </a:ext>
                </a:extLst>
              </a:tr>
              <a:tr h="256032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90170" indent="0" algn="l" fontAlgn="b"/>
                      <a:r>
                        <a:rPr lang="en-SG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Outsystems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indent="0" algn="l" defTabSz="914400" rtl="0" eaLnBrk="1" fontAlgn="b" latinLnBrk="0" hangingPunct="1"/>
                      <a:endParaRPr lang="en-SG" sz="1100" b="0" i="0" u="none" strike="noStrike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SG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72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836571"/>
                  </a:ext>
                </a:extLst>
              </a:tr>
              <a:tr h="2560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266700" lvl="0" indent="0" algn="l">
                        <a:buNone/>
                      </a:pPr>
                      <a:r>
                        <a:rPr lang="en-SG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Outsystem platform (2 environments PRD, Lifetime Services)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lvl="0" indent="0" algn="l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100 Users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33,300</a:t>
                      </a:r>
                    </a:p>
                  </a:txBody>
                  <a:tcPr marL="0" marR="72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686676"/>
                  </a:ext>
                </a:extLst>
              </a:tr>
              <a:tr h="2560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6700" lvl="0" indent="0" algn="l">
                        <a:buNone/>
                      </a:pPr>
                      <a:r>
                        <a:rPr lang="en-SG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MS SQL License </a:t>
                      </a:r>
                      <a:endParaRPr lang="en-SG" altLang="ko-KR" sz="11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lvl="0" indent="0" algn="l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 License = 850euro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1,700</a:t>
                      </a:r>
                      <a:endParaRPr lang="en-US" sz="1100">
                        <a:latin typeface="+mn-ea"/>
                        <a:ea typeface="+mn-ea"/>
                      </a:endParaRPr>
                    </a:p>
                  </a:txBody>
                  <a:tcPr marL="0" marR="72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234713"/>
                  </a:ext>
                </a:extLst>
              </a:tr>
              <a:tr h="256032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90170" indent="0" algn="l" fontAlgn="ctr"/>
                      <a:r>
                        <a:rPr lang="en-SG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Subtotal – Software Licenses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SG" sz="11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SG" sz="11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83,594</a:t>
                      </a:r>
                    </a:p>
                  </a:txBody>
                  <a:tcPr marL="0" marR="72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544642"/>
                  </a:ext>
                </a:extLst>
              </a:tr>
              <a:tr h="256032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100" b="1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0" marR="36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170" indent="0" algn="l" fontAlgn="ctr"/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HDharmony L" panose="02020603020101020101" pitchFamily="18" charset="-127"/>
                        <a:ea typeface="HDharmony L"/>
                      </a:endParaRPr>
                    </a:p>
                  </a:txBody>
                  <a:tcPr marL="0" marR="36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90170" indent="0" algn="l" fontAlgn="ctr"/>
                      <a:endParaRPr lang="en-SG" sz="1100" b="1" i="0" u="none" strike="noStrike">
                        <a:solidFill>
                          <a:schemeClr val="tx1"/>
                        </a:solidFill>
                        <a:effectLst/>
                        <a:latin typeface="HDharmony L" panose="02020603020101020101" pitchFamily="18" charset="-127"/>
                        <a:ea typeface="HDharmony L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D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SG" sz="1100" b="1" i="0" u="none" strike="noStrike">
                        <a:solidFill>
                          <a:schemeClr val="tx1"/>
                        </a:solidFill>
                        <a:effectLst/>
                        <a:latin typeface="HDharmony L" panose="02020603020101020101" pitchFamily="18" charset="-127"/>
                        <a:ea typeface="HDharmony L" panose="02020603020101020101" pitchFamily="18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102,294</a:t>
                      </a:r>
                    </a:p>
                  </a:txBody>
                  <a:tcPr marL="0" marR="72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20898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850DEFB-705D-C9BE-9BA5-357D70DFF604}"/>
              </a:ext>
            </a:extLst>
          </p:cNvPr>
          <p:cNvSpPr txBox="1"/>
          <p:nvPr/>
        </p:nvSpPr>
        <p:spPr>
          <a:xfrm>
            <a:off x="8651105" y="38178"/>
            <a:ext cx="1254895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PRELIMINARY</a:t>
            </a:r>
            <a:endParaRPr kumimoji="0" lang="en-SG" sz="14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93317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제목 1"/>
          <p:cNvSpPr>
            <a:spLocks noGrp="1"/>
          </p:cNvSpPr>
          <p:nvPr>
            <p:ph type="ctrTitle"/>
          </p:nvPr>
        </p:nvSpPr>
        <p:spPr>
          <a:xfrm>
            <a:off x="273050" y="169228"/>
            <a:ext cx="7149726" cy="508000"/>
          </a:xfrm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94031" latinLnBrk="0">
              <a:defRPr/>
            </a:pPr>
            <a:r>
              <a:rPr kumimoji="1" lang="en-US" altLang="ko-KR" sz="2400" b="1" kern="4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현대산스 Head Medium" panose="020B0600000101010101" pitchFamily="50" charset="-127"/>
                <a:sym typeface="+mn-lt"/>
              </a:rPr>
              <a:t>L4-7 Production Release to User</a:t>
            </a:r>
            <a:endParaRPr lang="ko-KR" altLang="en-US" sz="2400" b="1" kern="4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현대산스 Head Medium" panose="020B0600000101010101" pitchFamily="50" charset="-127"/>
            </a:endParaRPr>
          </a:p>
        </p:txBody>
      </p:sp>
      <p:sp>
        <p:nvSpPr>
          <p:cNvPr id="248" name="TextBox 247"/>
          <p:cNvSpPr txBox="1"/>
          <p:nvPr/>
        </p:nvSpPr>
        <p:spPr>
          <a:xfrm>
            <a:off x="4504107" y="754116"/>
            <a:ext cx="23931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Super Users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PCC: Oscar/Sejun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PT: Raj/Firdaus 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LT: Firdaus J/Chu Kien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QIT: Ban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MC: Li Jian/DJ/Ben 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273053" y="754116"/>
            <a:ext cx="50210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Handover Tasks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:</a:t>
            </a:r>
          </a:p>
          <a:p>
            <a:pPr marL="228606" marR="0" lvl="0" indent="-228606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Issue Escalation processes </a:t>
            </a:r>
          </a:p>
          <a:p>
            <a:pPr marL="228606" marR="0" lvl="0" indent="-228606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EoD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, Process change, and CI processes</a:t>
            </a:r>
          </a:p>
          <a:p>
            <a:pPr marL="228606" marR="0" lvl="0" indent="-228606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Super User admin pages</a:t>
            </a:r>
          </a:p>
          <a:p>
            <a:pPr marL="228606" marR="0" lvl="0" indent="-228606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A61 and Power BI dashboards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415DD8-50D7-7E7E-C6AF-5B38BB24AA82}"/>
              </a:ext>
            </a:extLst>
          </p:cNvPr>
          <p:cNvSpPr txBox="1"/>
          <p:nvPr/>
        </p:nvSpPr>
        <p:spPr>
          <a:xfrm>
            <a:off x="7285337" y="754116"/>
            <a:ext cx="23931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Handover Date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: 3-14 Feb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C79071-FF0A-071B-8D9A-1F82CF681ED7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3052" y="2332471"/>
            <a:ext cx="3092354" cy="16851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22A24247-FC83-1431-28D2-13861015E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4015075"/>
            <a:ext cx="3455814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rId7"/>
              </a:rPr>
              <a:t>A61_Compiled_Process Document_Jan2025.xlsx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F90420-E364-1BD5-DCD0-B9F24E7ADFD8}"/>
              </a:ext>
            </a:extLst>
          </p:cNvPr>
          <p:cNvSpPr txBox="1"/>
          <p:nvPr/>
        </p:nvSpPr>
        <p:spPr>
          <a:xfrm>
            <a:off x="273050" y="2055471"/>
            <a:ext cx="3455813" cy="2769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Issue Escalation processes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ABF2DC-F4B1-1468-1709-93691F7AE102}"/>
              </a:ext>
            </a:extLst>
          </p:cNvPr>
          <p:cNvSpPr txBox="1"/>
          <p:nvPr/>
        </p:nvSpPr>
        <p:spPr>
          <a:xfrm>
            <a:off x="3512841" y="2055471"/>
            <a:ext cx="2952328" cy="2769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sng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EoD</a:t>
            </a:r>
            <a:r>
              <a:rPr kumimoji="0" lang="en-US" sz="1200" b="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 process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43BD4D-B90E-36C2-6D12-A980679A0419}"/>
              </a:ext>
            </a:extLst>
          </p:cNvPr>
          <p:cNvSpPr txBox="1"/>
          <p:nvPr/>
        </p:nvSpPr>
        <p:spPr>
          <a:xfrm>
            <a:off x="273050" y="4235649"/>
            <a:ext cx="3455813" cy="2769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Super User admin pages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263C308-B8B1-D75E-3325-2BDA35496E5D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3050" y="4538927"/>
            <a:ext cx="3095774" cy="171607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9710C38-33A5-ED8A-BEAB-87A68A5701C0}"/>
              </a:ext>
            </a:extLst>
          </p:cNvPr>
          <p:cNvSpPr txBox="1"/>
          <p:nvPr/>
        </p:nvSpPr>
        <p:spPr>
          <a:xfrm>
            <a:off x="273050" y="6278027"/>
            <a:ext cx="3026664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hlinkClick r:id="rId9"/>
              </a:rPr>
              <a:t>A61 - Data Lightning and Production Issue Tracking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84FA070-420B-7AB9-ECE4-92E3CDABD8D1}"/>
              </a:ext>
            </a:extLst>
          </p:cNvPr>
          <p:cNvGrpSpPr/>
          <p:nvPr/>
        </p:nvGrpSpPr>
        <p:grpSpPr>
          <a:xfrm>
            <a:off x="3512840" y="2350193"/>
            <a:ext cx="3095772" cy="1688023"/>
            <a:chOff x="3869983" y="2589545"/>
            <a:chExt cx="3030009" cy="165216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7E5E2A9-1BA4-2BC8-2F6E-8DFAEF115959}"/>
                </a:ext>
              </a:extLst>
            </p:cNvPr>
            <p:cNvSpPr/>
            <p:nvPr/>
          </p:nvSpPr>
          <p:spPr>
            <a:xfrm>
              <a:off x="3873328" y="2589545"/>
              <a:ext cx="3026664" cy="1639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B7B2AC39-7A3F-EAD6-ACE8-A90157E334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869983" y="2590803"/>
              <a:ext cx="3026664" cy="1650907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2517A2E-5EF6-5785-D15F-8B616C94700A}"/>
              </a:ext>
            </a:extLst>
          </p:cNvPr>
          <p:cNvSpPr txBox="1"/>
          <p:nvPr/>
        </p:nvSpPr>
        <p:spPr>
          <a:xfrm>
            <a:off x="3512841" y="4235649"/>
            <a:ext cx="2952328" cy="2769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CI process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021A573-9E60-F137-1FEF-F35D3D0FDE47}"/>
              </a:ext>
            </a:extLst>
          </p:cNvPr>
          <p:cNvGrpSpPr/>
          <p:nvPr/>
        </p:nvGrpSpPr>
        <p:grpSpPr>
          <a:xfrm>
            <a:off x="3512840" y="4525531"/>
            <a:ext cx="3030009" cy="1740963"/>
            <a:chOff x="3584848" y="4433917"/>
            <a:chExt cx="3030009" cy="174096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FF0AEDC-B307-3A74-19F8-3C9C27423558}"/>
                </a:ext>
              </a:extLst>
            </p:cNvPr>
            <p:cNvSpPr/>
            <p:nvPr/>
          </p:nvSpPr>
          <p:spPr>
            <a:xfrm>
              <a:off x="3588193" y="4433917"/>
              <a:ext cx="3026664" cy="17282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609A364-BAF9-683D-76D8-DDB5F10533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84848" y="4447313"/>
              <a:ext cx="3026665" cy="1727567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DFD6F8E-A467-3C80-D1EF-B359135739BB}"/>
              </a:ext>
            </a:extLst>
          </p:cNvPr>
          <p:cNvSpPr txBox="1"/>
          <p:nvPr/>
        </p:nvSpPr>
        <p:spPr>
          <a:xfrm>
            <a:off x="6768671" y="2055471"/>
            <a:ext cx="2952328" cy="2769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OEE &amp; Downtime Monitoring dashboard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5D9D97-7182-0BF5-8F82-3F44FAF1400D}"/>
              </a:ext>
            </a:extLst>
          </p:cNvPr>
          <p:cNvSpPr txBox="1"/>
          <p:nvPr/>
        </p:nvSpPr>
        <p:spPr>
          <a:xfrm>
            <a:off x="6768671" y="4235649"/>
            <a:ext cx="2952328" cy="2769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Production Schedule dashboard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5AAFDB-F3BC-1B59-9131-4627297ED7A9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68672" y="2354968"/>
            <a:ext cx="2952328" cy="16644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0A28D41-861E-94D9-DEBC-A6A543FA78FB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68672" y="4525531"/>
            <a:ext cx="2952328" cy="175249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3A412D8-1670-6AA5-291E-C7F596E6C822}"/>
              </a:ext>
            </a:extLst>
          </p:cNvPr>
          <p:cNvSpPr txBox="1"/>
          <p:nvPr/>
        </p:nvSpPr>
        <p:spPr>
          <a:xfrm>
            <a:off x="6752040" y="4032321"/>
            <a:ext cx="2952328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hlinkClick r:id="rId9"/>
              </a:rPr>
              <a:t>A61 - Data Lightning and Production Issue Tracking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8098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F633BCE-D2E4-665A-B902-2DB208B86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8C5B772C-8C3D-4FF9-1C0D-3E6940080843}"/>
              </a:ext>
            </a:extLst>
          </p:cNvPr>
          <p:cNvSpPr/>
          <p:nvPr/>
        </p:nvSpPr>
        <p:spPr>
          <a:xfrm>
            <a:off x="5032739" y="1866744"/>
            <a:ext cx="4444500" cy="42305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214E142-5C19-1199-BF22-57793E0058FC}"/>
              </a:ext>
            </a:extLst>
          </p:cNvPr>
          <p:cNvSpPr/>
          <p:nvPr/>
        </p:nvSpPr>
        <p:spPr>
          <a:xfrm>
            <a:off x="187985" y="1866745"/>
            <a:ext cx="4444500" cy="42305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BF4FA59-6919-4B24-5F03-0171DC796956}"/>
              </a:ext>
            </a:extLst>
          </p:cNvPr>
          <p:cNvSpPr/>
          <p:nvPr/>
        </p:nvSpPr>
        <p:spPr>
          <a:xfrm>
            <a:off x="904875" y="529640"/>
            <a:ext cx="7618982" cy="1184860"/>
          </a:xfrm>
          <a:prstGeom prst="roundRect">
            <a:avLst>
              <a:gd name="adj" fmla="val 1023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CEB3DB4-65D6-E360-1F4B-EBC383C55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ctr"/>
          <a:lstStyle/>
          <a:p>
            <a:r>
              <a:rPr kumimoji="1" lang="en-SG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현대하모니 B"/>
                <a:ea typeface="현대하모니 B" panose="02020603020101020101" pitchFamily="18" charset="-127"/>
              </a:rPr>
              <a:t>L4-6: </a:t>
            </a:r>
            <a:r>
              <a:rPr kumimoji="1" lang="en-SG" altLang="ko-KR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현대하모니 B"/>
                <a:ea typeface="현대하모니 B" panose="02020603020101020101" pitchFamily="18" charset="-127"/>
              </a:rPr>
              <a:t>Organization – Key User Training Events</a:t>
            </a:r>
            <a:endParaRPr lang="en-SG" sz="2800">
              <a:latin typeface="현대하모니 B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A9556F1-0A98-ED3A-1154-FA42B74C6CC3}"/>
              </a:ext>
            </a:extLst>
          </p:cNvPr>
          <p:cNvCxnSpPr/>
          <p:nvPr/>
        </p:nvCxnSpPr>
        <p:spPr>
          <a:xfrm>
            <a:off x="1382143" y="1239883"/>
            <a:ext cx="6706800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A7886C6F-0B39-89AE-FF4F-C76F2D4A217C}"/>
              </a:ext>
            </a:extLst>
          </p:cNvPr>
          <p:cNvSpPr/>
          <p:nvPr/>
        </p:nvSpPr>
        <p:spPr>
          <a:xfrm>
            <a:off x="1856596" y="1167341"/>
            <a:ext cx="144000" cy="1440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6C4495E-D3E5-4FF1-10FD-B1A33198A6D3}"/>
              </a:ext>
            </a:extLst>
          </p:cNvPr>
          <p:cNvSpPr/>
          <p:nvPr/>
        </p:nvSpPr>
        <p:spPr>
          <a:xfrm>
            <a:off x="3172374" y="1167341"/>
            <a:ext cx="144000" cy="1440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94505F-7BA9-CAC1-9AE0-5BD3F9EC492C}"/>
              </a:ext>
            </a:extLst>
          </p:cNvPr>
          <p:cNvSpPr txBox="1"/>
          <p:nvPr/>
        </p:nvSpPr>
        <p:spPr>
          <a:xfrm>
            <a:off x="1570600" y="1311341"/>
            <a:ext cx="7159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/>
              <a:t>31 Oct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1490B5-F97D-E7C7-EEA9-63E3A50168F4}"/>
              </a:ext>
            </a:extLst>
          </p:cNvPr>
          <p:cNvSpPr txBox="1"/>
          <p:nvPr/>
        </p:nvSpPr>
        <p:spPr>
          <a:xfrm>
            <a:off x="1234469" y="644121"/>
            <a:ext cx="1388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400"/>
              <a:t>R06.2 Demonstration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F7AFCD-F5D5-C4B2-5DAD-1ECE9DF1A146}"/>
              </a:ext>
            </a:extLst>
          </p:cNvPr>
          <p:cNvSpPr txBox="1"/>
          <p:nvPr/>
        </p:nvSpPr>
        <p:spPr>
          <a:xfrm>
            <a:off x="2886378" y="1311341"/>
            <a:ext cx="772476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 sz="1400"/>
              <a:t>31 Oct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42B545-67EB-80FD-BCE1-423A4CEF02A6}"/>
              </a:ext>
            </a:extLst>
          </p:cNvPr>
          <p:cNvSpPr txBox="1"/>
          <p:nvPr/>
        </p:nvSpPr>
        <p:spPr>
          <a:xfrm>
            <a:off x="2550247" y="644121"/>
            <a:ext cx="1388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400"/>
              <a:t>R06.2 User Training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D24D88-8881-8EE5-99DF-BEAE2FE3C09D}"/>
              </a:ext>
            </a:extLst>
          </p:cNvPr>
          <p:cNvSpPr txBox="1"/>
          <p:nvPr/>
        </p:nvSpPr>
        <p:spPr>
          <a:xfrm>
            <a:off x="4075648" y="1311341"/>
            <a:ext cx="772476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 sz="1400"/>
              <a:t>13 Nov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B2F1E5A-5AF2-8847-307F-F4A7D76753CC}"/>
              </a:ext>
            </a:extLst>
          </p:cNvPr>
          <p:cNvSpPr/>
          <p:nvPr/>
        </p:nvSpPr>
        <p:spPr>
          <a:xfrm>
            <a:off x="4394286" y="1167341"/>
            <a:ext cx="144000" cy="1440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022DAF-668D-2D73-0DA1-71311C9D2BA2}"/>
              </a:ext>
            </a:extLst>
          </p:cNvPr>
          <p:cNvSpPr txBox="1"/>
          <p:nvPr/>
        </p:nvSpPr>
        <p:spPr>
          <a:xfrm>
            <a:off x="3767759" y="633282"/>
            <a:ext cx="1388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400"/>
              <a:t>Deployment of R06.2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56BC263-729B-AE26-5AF1-3B23886D606A}"/>
              </a:ext>
            </a:extLst>
          </p:cNvPr>
          <p:cNvSpPr/>
          <p:nvPr/>
        </p:nvSpPr>
        <p:spPr>
          <a:xfrm>
            <a:off x="5871980" y="1156502"/>
            <a:ext cx="144000" cy="1440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643829-EC38-56B9-3DCB-85C617DB11A1}"/>
              </a:ext>
            </a:extLst>
          </p:cNvPr>
          <p:cNvSpPr txBox="1"/>
          <p:nvPr/>
        </p:nvSpPr>
        <p:spPr>
          <a:xfrm>
            <a:off x="5557742" y="1322938"/>
            <a:ext cx="772476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 sz="1400"/>
              <a:t>21 Nov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0ECAAA-D25D-EDB3-4688-0918DA692092}"/>
              </a:ext>
            </a:extLst>
          </p:cNvPr>
          <p:cNvSpPr txBox="1"/>
          <p:nvPr/>
        </p:nvSpPr>
        <p:spPr>
          <a:xfrm>
            <a:off x="5182080" y="644121"/>
            <a:ext cx="1523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400"/>
              <a:t>R06.2 Dashboard UAT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764A805-6162-3DF8-52E0-4AB06112166F}"/>
              </a:ext>
            </a:extLst>
          </p:cNvPr>
          <p:cNvSpPr/>
          <p:nvPr/>
        </p:nvSpPr>
        <p:spPr>
          <a:xfrm>
            <a:off x="7462741" y="1156502"/>
            <a:ext cx="144000" cy="1440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B135F3-AD9C-B92F-81B0-B1ABAE8E526F}"/>
              </a:ext>
            </a:extLst>
          </p:cNvPr>
          <p:cNvSpPr txBox="1"/>
          <p:nvPr/>
        </p:nvSpPr>
        <p:spPr>
          <a:xfrm>
            <a:off x="6772841" y="633282"/>
            <a:ext cx="1523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400"/>
              <a:t>R06.2 Impact Tracking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48F476-AEF6-8C12-1E69-8615D784C3B2}"/>
              </a:ext>
            </a:extLst>
          </p:cNvPr>
          <p:cNvSpPr txBox="1"/>
          <p:nvPr/>
        </p:nvSpPr>
        <p:spPr>
          <a:xfrm>
            <a:off x="7039836" y="1311341"/>
            <a:ext cx="1068089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 sz="1400"/>
              <a:t>19-24 Nov</a:t>
            </a:r>
          </a:p>
        </p:txBody>
      </p:sp>
      <p:pic>
        <p:nvPicPr>
          <p:cNvPr id="2" name="Picture 1" descr="A group of people sitting around a table&#10;&#10;AI-generated content may be incorrect.">
            <a:extLst>
              <a:ext uri="{FF2B5EF4-FFF2-40B4-BE49-F238E27FC236}">
                <a16:creationId xmlns:a16="http://schemas.microsoft.com/office/drawing/2014/main" id="{E2BFB7FD-339A-123C-5D6C-600648142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73" y="2293163"/>
            <a:ext cx="3518042" cy="260853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BCAF294-A6E7-19B8-F428-9916813D0B3E}"/>
              </a:ext>
            </a:extLst>
          </p:cNvPr>
          <p:cNvSpPr txBox="1"/>
          <p:nvPr/>
        </p:nvSpPr>
        <p:spPr>
          <a:xfrm>
            <a:off x="187984" y="1906579"/>
            <a:ext cx="3949731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 sz="1400">
                <a:solidFill>
                  <a:schemeClr val="tx2"/>
                </a:solidFill>
              </a:rPr>
              <a:t>R06.2 Demo and User Training</a:t>
            </a:r>
            <a:endParaRPr lang="en-US" sz="2000">
              <a:solidFill>
                <a:schemeClr val="tx2"/>
              </a:solidFill>
            </a:endParaRPr>
          </a:p>
        </p:txBody>
      </p:sp>
      <p:pic>
        <p:nvPicPr>
          <p:cNvPr id="24" name="Picture 23" descr="A blue and white logo on a piece of paper&#10;&#10;AI-generated content may be incorrect.">
            <a:hlinkClick r:id="rId3"/>
            <a:extLst>
              <a:ext uri="{FF2B5EF4-FFF2-40B4-BE49-F238E27FC236}">
                <a16:creationId xmlns:a16="http://schemas.microsoft.com/office/drawing/2014/main" id="{B149B50F-1998-B630-B184-D5DB4B9A4E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3851" b="-21315"/>
          <a:stretch>
            <a:fillRect/>
          </a:stretch>
        </p:blipFill>
        <p:spPr>
          <a:xfrm>
            <a:off x="749520" y="5143501"/>
            <a:ext cx="494499" cy="58838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1B08F04-3A94-9F75-9344-33DC505F8DF3}"/>
              </a:ext>
            </a:extLst>
          </p:cNvPr>
          <p:cNvSpPr txBox="1"/>
          <p:nvPr/>
        </p:nvSpPr>
        <p:spPr>
          <a:xfrm>
            <a:off x="119825" y="5630912"/>
            <a:ext cx="1776426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SG" sz="1200">
                <a:hlinkClick r:id="rId3"/>
              </a:rPr>
              <a:t>R06.2 User Manual</a:t>
            </a:r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FEB6315-A88D-0926-BC35-DB4F3904F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8634" y="2293163"/>
            <a:ext cx="2836172" cy="2127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B5CC9FE3-34C1-AB75-53FD-10F1E845A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7115" y="4053347"/>
            <a:ext cx="2503656" cy="1877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1EE3FFC-6660-7C15-0A04-6C0F1A1FA896}"/>
              </a:ext>
            </a:extLst>
          </p:cNvPr>
          <p:cNvSpPr txBox="1"/>
          <p:nvPr/>
        </p:nvSpPr>
        <p:spPr>
          <a:xfrm>
            <a:off x="5061213" y="1934383"/>
            <a:ext cx="3949731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 sz="1400">
                <a:solidFill>
                  <a:schemeClr val="tx2"/>
                </a:solidFill>
              </a:rPr>
              <a:t>R06.2 Deployment</a:t>
            </a:r>
            <a:endParaRPr lang="en-US" sz="2000">
              <a:solidFill>
                <a:schemeClr val="tx2"/>
              </a:solidFill>
            </a:endParaRPr>
          </a:p>
        </p:txBody>
      </p:sp>
      <p:graphicFrame>
        <p:nvGraphicFramePr>
          <p:cNvPr id="27" name="Object 26">
            <a:hlinkClick r:id="" action="ppaction://ole?verb=0"/>
            <a:extLst>
              <a:ext uri="{FF2B5EF4-FFF2-40B4-BE49-F238E27FC236}">
                <a16:creationId xmlns:a16="http://schemas.microsoft.com/office/drawing/2014/main" id="{59951FDA-762E-8309-EB5C-5BD16548C8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4712" y="5351232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showAsIcon="1" r:id="rId7" imgW="914400" imgH="771792" progId="PowerPoint.Show.12">
                  <p:embed/>
                </p:oleObj>
              </mc:Choice>
              <mc:Fallback>
                <p:oleObj name="Presentation" showAsIcon="1" r:id="rId7" imgW="914400" imgH="771792" progId="PowerPoint.Show.12">
                  <p:embed/>
                  <p:pic>
                    <p:nvPicPr>
                      <p:cNvPr id="27" name="Object 26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59951FDA-762E-8309-EB5C-5BD16548C8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04712" y="5351232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8">
            <a:hlinkClick r:id="" action="ppaction://ole?verb=0"/>
            <a:extLst>
              <a:ext uri="{FF2B5EF4-FFF2-40B4-BE49-F238E27FC236}">
                <a16:creationId xmlns:a16="http://schemas.microsoft.com/office/drawing/2014/main" id="{FED0ADF1-D7C0-6D85-CF1E-3C2AC7982E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9112" y="5351232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showAsIcon="1" r:id="rId9" imgW="914400" imgH="771792" progId="PowerPoint.Show.12">
                  <p:embed/>
                </p:oleObj>
              </mc:Choice>
              <mc:Fallback>
                <p:oleObj name="Presentation" showAsIcon="1" r:id="rId9" imgW="914400" imgH="771792" progId="PowerPoint.Show.12">
                  <p:embed/>
                  <p:pic>
                    <p:nvPicPr>
                      <p:cNvPr id="29" name="Object 28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FED0ADF1-D7C0-6D85-CF1E-3C2AC7982E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19112" y="5351232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9">
            <a:hlinkClick r:id="" action="ppaction://ole?verb=0"/>
            <a:extLst>
              <a:ext uri="{FF2B5EF4-FFF2-40B4-BE49-F238E27FC236}">
                <a16:creationId xmlns:a16="http://schemas.microsoft.com/office/drawing/2014/main" id="{D2BED167-4B1F-B232-1A0F-70B0108749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8082" y="5351232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showAsIcon="1" r:id="rId11" imgW="914400" imgH="771792" progId="PowerPoint.Show.12">
                  <p:embed/>
                </p:oleObj>
              </mc:Choice>
              <mc:Fallback>
                <p:oleObj name="Presentation" showAsIcon="1" r:id="rId11" imgW="914400" imgH="771792" progId="PowerPoint.Show.12">
                  <p:embed/>
                  <p:pic>
                    <p:nvPicPr>
                      <p:cNvPr id="30" name="Object 29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D2BED167-4B1F-B232-1A0F-70B0108749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658082" y="5351232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16DA0141-7AB1-1F82-AFF5-6E16EB11BC3E}"/>
              </a:ext>
            </a:extLst>
          </p:cNvPr>
          <p:cNvSpPr/>
          <p:nvPr/>
        </p:nvSpPr>
        <p:spPr>
          <a:xfrm>
            <a:off x="4229685" y="4555116"/>
            <a:ext cx="2016934" cy="588385"/>
          </a:xfrm>
          <a:prstGeom prst="wedgeRectCallout">
            <a:avLst>
              <a:gd name="adj1" fmla="val -40861"/>
              <a:gd name="adj2" fmla="val 79002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0" algn="ctr" defTabSz="457212">
              <a:defRPr/>
            </a:pPr>
            <a:r>
              <a:rPr lang="en-US" sz="1100">
                <a:solidFill>
                  <a:prstClr val="white"/>
                </a:solidFill>
                <a:latin typeface="맑은 고딕" panose="020F0502020204030204"/>
              </a:rPr>
              <a:t>Refer to next slide for template and place UAT in appendix</a:t>
            </a:r>
            <a:endParaRPr lang="en-US" sz="1100">
              <a:solidFill>
                <a:prstClr val="white"/>
              </a:solidFill>
              <a:latin typeface="맑은 고딕" panose="020F0502020204030204"/>
              <a:ea typeface="맑은 고딕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43A579-B53B-A523-9F84-70E78068E73A}"/>
              </a:ext>
            </a:extLst>
          </p:cNvPr>
          <p:cNvSpPr/>
          <p:nvPr/>
        </p:nvSpPr>
        <p:spPr>
          <a:xfrm>
            <a:off x="609600" y="2293163"/>
            <a:ext cx="3528115" cy="26275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50000"/>
                  </a:schemeClr>
                </a:solidFill>
              </a:rPr>
              <a:t>Image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FFB11EE-1235-A551-AA1E-9EE6B33056AC}"/>
              </a:ext>
            </a:extLst>
          </p:cNvPr>
          <p:cNvSpPr/>
          <p:nvPr/>
        </p:nvSpPr>
        <p:spPr>
          <a:xfrm>
            <a:off x="5198634" y="2293163"/>
            <a:ext cx="2836172" cy="216657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50000"/>
                  </a:schemeClr>
                </a:solidFill>
              </a:rPr>
              <a:t>Image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EECE93B-F2D4-93D9-BF74-1D6D6D357C98}"/>
              </a:ext>
            </a:extLst>
          </p:cNvPr>
          <p:cNvSpPr/>
          <p:nvPr/>
        </p:nvSpPr>
        <p:spPr>
          <a:xfrm>
            <a:off x="6851383" y="4053347"/>
            <a:ext cx="2503657" cy="190775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50000"/>
                  </a:schemeClr>
                </a:solidFill>
              </a:rPr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3028262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제목 1"/>
          <p:cNvSpPr>
            <a:spLocks noGrp="1"/>
          </p:cNvSpPr>
          <p:nvPr>
            <p:ph type="ctrTitle"/>
          </p:nvPr>
        </p:nvSpPr>
        <p:spPr>
          <a:xfrm>
            <a:off x="273050" y="169228"/>
            <a:ext cx="7149726" cy="508000"/>
          </a:xfrm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94031" latinLnBrk="0">
              <a:defRPr/>
            </a:pPr>
            <a:r>
              <a:rPr kumimoji="1" lang="en-US" altLang="ko-KR" sz="2400" kern="4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현대산스 Head Medium" panose="020B0600000101010101" pitchFamily="50" charset="-127"/>
                <a:sym typeface="+mn-lt"/>
              </a:rPr>
              <a:t>L4-9: Hypercare Support Plan (1/2)</a:t>
            </a:r>
            <a:endParaRPr lang="ko-KR" altLang="en-US" sz="2000" kern="4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현대산스 Head Medium" panose="020B0600000101010101" pitchFamily="50" charset="-127"/>
            </a:endParaRPr>
          </a:p>
        </p:txBody>
      </p:sp>
      <p:sp>
        <p:nvSpPr>
          <p:cNvPr id="253" name="TextBox 252"/>
          <p:cNvSpPr txBox="1"/>
          <p:nvPr/>
        </p:nvSpPr>
        <p:spPr>
          <a:xfrm>
            <a:off x="273053" y="794221"/>
            <a:ext cx="3455813" cy="267765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Support Period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:</a:t>
            </a:r>
          </a:p>
          <a:p>
            <a:pPr marL="228606" marR="0" lvl="0" indent="-228606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15 Feb 2025 to 15 Apr 2025 (2 month)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Support Team: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  <a:p>
            <a:pPr marL="228606" marR="0" lvl="0" indent="-228606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Process: Gan Chin Wei</a:t>
            </a:r>
          </a:p>
          <a:p>
            <a:pPr marL="228606" marR="0" lvl="0" indent="-228606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Technical: Gary Lim</a:t>
            </a:r>
          </a:p>
          <a:p>
            <a:pPr marL="228606" marR="0" lvl="0" indent="-228606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IT: </a:t>
            </a:r>
            <a:r>
              <a:rPr lang="en-US" sz="120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Janelle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  <a:p>
            <a:pPr marL="228606" marR="0" lvl="0" indent="-228606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Support Scope: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  <a:p>
            <a:pPr marL="228606" marR="0" lvl="0" indent="-228606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Data Lightning &amp; production issue troubleshooting</a:t>
            </a:r>
          </a:p>
          <a:p>
            <a:pPr marL="228606" marR="0" lvl="0" indent="-228606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EoD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 Reporting dashboard troubleshooting</a:t>
            </a:r>
          </a:p>
          <a:p>
            <a:pPr marL="228606" marR="0" lvl="0" indent="-228606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Mobile Application troubleshooting</a:t>
            </a:r>
          </a:p>
          <a:p>
            <a:pPr marL="228606" marR="0" lvl="0" indent="-228606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User guides and documentation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8F723D3-E36D-1086-EDD0-356BFB116C32}"/>
              </a:ext>
            </a:extLst>
          </p:cNvPr>
          <p:cNvGrpSpPr/>
          <p:nvPr/>
        </p:nvGrpSpPr>
        <p:grpSpPr>
          <a:xfrm>
            <a:off x="3800872" y="3951064"/>
            <a:ext cx="3096344" cy="2179910"/>
            <a:chOff x="4160912" y="3969738"/>
            <a:chExt cx="3096344" cy="217991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BA4DF40-1323-8773-ED07-9C57CA5E5530}"/>
                </a:ext>
              </a:extLst>
            </p:cNvPr>
            <p:cNvSpPr txBox="1"/>
            <p:nvPr/>
          </p:nvSpPr>
          <p:spPr>
            <a:xfrm>
              <a:off x="4160912" y="3969738"/>
              <a:ext cx="2952328" cy="276999"/>
            </a:xfrm>
            <a:prstGeom prst="rect">
              <a:avLst/>
            </a:prstGeom>
            <a:noFill/>
          </p:spPr>
          <p:txBody>
            <a:bodyPr wrap="square" lIns="0" r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sng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2. </a:t>
              </a:r>
              <a:r>
                <a:rPr kumimoji="0" lang="en-US" sz="1200" b="0" i="0" u="sng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EoD</a:t>
              </a:r>
              <a:r>
                <a:rPr kumimoji="0" lang="en-US" sz="1200" b="0" i="0" u="sng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 Reporting dashboard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6525A7B-C6C1-06CA-452B-A2B0B45F152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160912" y="4290270"/>
              <a:ext cx="3096344" cy="185937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8712735-897B-6F03-FA65-1CF0C6E8470A}"/>
              </a:ext>
            </a:extLst>
          </p:cNvPr>
          <p:cNvGrpSpPr/>
          <p:nvPr/>
        </p:nvGrpSpPr>
        <p:grpSpPr>
          <a:xfrm>
            <a:off x="197501" y="3951064"/>
            <a:ext cx="3455813" cy="2179910"/>
            <a:chOff x="273050" y="3969738"/>
            <a:chExt cx="3455813" cy="217991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DC58D7C-DA2E-D56D-5425-DFC80EB13280}"/>
                </a:ext>
              </a:extLst>
            </p:cNvPr>
            <p:cNvSpPr txBox="1"/>
            <p:nvPr/>
          </p:nvSpPr>
          <p:spPr>
            <a:xfrm>
              <a:off x="273050" y="3969738"/>
              <a:ext cx="3455813" cy="276999"/>
            </a:xfrm>
            <a:prstGeom prst="rect">
              <a:avLst/>
            </a:prstGeom>
            <a:noFill/>
          </p:spPr>
          <p:txBody>
            <a:bodyPr wrap="square" lIns="0" r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sng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1. Data lightning and production issue tracking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E164CDB-F290-E6C0-1C37-E5168E8AE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4354" y="4290269"/>
              <a:ext cx="3382528" cy="185937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772BF47-F51B-616F-9707-D4388BE6B5B1}"/>
              </a:ext>
            </a:extLst>
          </p:cNvPr>
          <p:cNvGrpSpPr/>
          <p:nvPr/>
        </p:nvGrpSpPr>
        <p:grpSpPr>
          <a:xfrm>
            <a:off x="3800872" y="1088460"/>
            <a:ext cx="3027256" cy="2294623"/>
            <a:chOff x="4241470" y="771027"/>
            <a:chExt cx="3027256" cy="2294623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6296C33-0BD1-622C-47ED-A22627E4C7D5}"/>
                </a:ext>
              </a:extLst>
            </p:cNvPr>
            <p:cNvGrpSpPr/>
            <p:nvPr/>
          </p:nvGrpSpPr>
          <p:grpSpPr>
            <a:xfrm>
              <a:off x="4241470" y="1187864"/>
              <a:ext cx="3027256" cy="1877786"/>
              <a:chOff x="5466629" y="1106522"/>
              <a:chExt cx="3829965" cy="2375701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862B627B-D410-3346-FE4F-A71D524728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144466" y="1106522"/>
                <a:ext cx="1152128" cy="2372997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0C29785C-DAFA-0F37-7979-63584CC2B3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781501" y="1106522"/>
                <a:ext cx="1158154" cy="2375701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B0159ACF-7F7A-ABAF-8931-8F15E1E48E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466629" y="1106522"/>
                <a:ext cx="1110061" cy="2374663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F2A97FE-4D63-FA1D-5F0D-7D0FCD5CC254}"/>
                </a:ext>
              </a:extLst>
            </p:cNvPr>
            <p:cNvSpPr txBox="1"/>
            <p:nvPr/>
          </p:nvSpPr>
          <p:spPr>
            <a:xfrm>
              <a:off x="4241470" y="771027"/>
              <a:ext cx="2952328" cy="276999"/>
            </a:xfrm>
            <a:prstGeom prst="rect">
              <a:avLst/>
            </a:prstGeom>
            <a:noFill/>
          </p:spPr>
          <p:txBody>
            <a:bodyPr wrap="square" lIns="0" r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sng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3. Mobile Application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3535722-4180-C219-197E-2286400E04DE}"/>
              </a:ext>
            </a:extLst>
          </p:cNvPr>
          <p:cNvGrpSpPr/>
          <p:nvPr/>
        </p:nvGrpSpPr>
        <p:grpSpPr>
          <a:xfrm>
            <a:off x="7106755" y="1088460"/>
            <a:ext cx="3009006" cy="5159674"/>
            <a:chOff x="8044633" y="790426"/>
            <a:chExt cx="2936776" cy="4538782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5B128900-8D12-EDA7-C2EF-274E7ECA01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47812" y="1094637"/>
              <a:ext cx="2585121" cy="361473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2" name="Rectangle 2">
              <a:extLst>
                <a:ext uri="{FF2B5EF4-FFF2-40B4-BE49-F238E27FC236}">
                  <a16:creationId xmlns:a16="http://schemas.microsoft.com/office/drawing/2014/main" id="{0D41E4A9-445B-3F3E-626B-CD81B5B683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4633" y="4740251"/>
              <a:ext cx="2232248" cy="2308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45720" rIns="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  <a:hlinkClick r:id="rId12"/>
                </a:rPr>
                <a:t>A61_Web_User_Manual_v1.docx</a:t>
              </a:r>
              <a:endPara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08BD8C4B-C468-B5B8-4005-FC97F2017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4633" y="4919314"/>
              <a:ext cx="2936776" cy="2308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45720" rIns="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  <a:hlinkClick r:id="rId13"/>
                </a:rPr>
                <a:t>A61_MobileApp_TrainingMaterial_ver1.1 1.docx</a:t>
              </a:r>
              <a:endPara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Rectangle 4">
              <a:extLst>
                <a:ext uri="{FF2B5EF4-FFF2-40B4-BE49-F238E27FC236}">
                  <a16:creationId xmlns:a16="http://schemas.microsoft.com/office/drawing/2014/main" id="{91D89C9B-338B-8F8D-2912-486D6B95F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4633" y="5098376"/>
              <a:ext cx="2792760" cy="2308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45720" rIns="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  <a:hlinkClick r:id="rId14"/>
                </a:rPr>
                <a:t>A61_Downtime_Calc_Documentation_v3.docx</a:t>
              </a:r>
              <a:endPara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D422718-A8D1-64FD-3F14-53B84AA9DA51}"/>
                </a:ext>
              </a:extLst>
            </p:cNvPr>
            <p:cNvSpPr txBox="1"/>
            <p:nvPr/>
          </p:nvSpPr>
          <p:spPr>
            <a:xfrm>
              <a:off x="8044633" y="790426"/>
              <a:ext cx="2588299" cy="243666"/>
            </a:xfrm>
            <a:prstGeom prst="rect">
              <a:avLst/>
            </a:prstGeom>
            <a:noFill/>
          </p:spPr>
          <p:txBody>
            <a:bodyPr wrap="square" lIns="0" r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sng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M" panose="02020603020101020101" pitchFamily="18" charset="-127"/>
                  <a:ea typeface="현대하모니 M" panose="02020603020101020101" pitchFamily="18" charset="-127"/>
                  <a:cs typeface="+mn-cs"/>
                </a:rPr>
                <a:t>4. User Guides &amp; Documentation </a:t>
              </a:r>
            </a:p>
          </p:txBody>
        </p:sp>
      </p:grpSp>
      <p:sp>
        <p:nvSpPr>
          <p:cNvPr id="22" name="Speech Bubble: Rectangle 21">
            <a:extLst>
              <a:ext uri="{FF2B5EF4-FFF2-40B4-BE49-F238E27FC236}">
                <a16:creationId xmlns:a16="http://schemas.microsoft.com/office/drawing/2014/main" id="{226881AC-A468-0663-2A41-56EED1D7716A}"/>
              </a:ext>
            </a:extLst>
          </p:cNvPr>
          <p:cNvSpPr/>
          <p:nvPr/>
        </p:nvSpPr>
        <p:spPr>
          <a:xfrm>
            <a:off x="1502054" y="1505297"/>
            <a:ext cx="2016934" cy="457385"/>
          </a:xfrm>
          <a:prstGeom prst="wedgeRectCallout">
            <a:avLst>
              <a:gd name="adj1" fmla="val -40861"/>
              <a:gd name="adj2" fmla="val 79002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0" algn="ctr" defTabSz="457212">
              <a:defRPr/>
            </a:pPr>
            <a:r>
              <a:rPr lang="en-US" sz="1100">
                <a:solidFill>
                  <a:prstClr val="white"/>
                </a:solidFill>
                <a:latin typeface="맑은 고딕" panose="020F0502020204030204"/>
              </a:rPr>
              <a:t>Janelle from IT janelle.chew@hmgics.com</a:t>
            </a:r>
            <a:endParaRPr lang="en-US" sz="1100">
              <a:solidFill>
                <a:prstClr val="white"/>
              </a:solidFill>
              <a:latin typeface="맑은 고딕" panose="020F0502020204030204"/>
              <a:ea typeface="맑은 고딕"/>
            </a:endParaRPr>
          </a:p>
        </p:txBody>
      </p:sp>
      <p:sp>
        <p:nvSpPr>
          <p:cNvPr id="23" name="Speech Bubble: Rectangle 22">
            <a:extLst>
              <a:ext uri="{FF2B5EF4-FFF2-40B4-BE49-F238E27FC236}">
                <a16:creationId xmlns:a16="http://schemas.microsoft.com/office/drawing/2014/main" id="{6BBA4B7B-C19F-AA8E-7232-B01029B4A376}"/>
              </a:ext>
            </a:extLst>
          </p:cNvPr>
          <p:cNvSpPr/>
          <p:nvPr/>
        </p:nvSpPr>
        <p:spPr>
          <a:xfrm>
            <a:off x="7048031" y="4929780"/>
            <a:ext cx="2648730" cy="457385"/>
          </a:xfrm>
          <a:prstGeom prst="wedgeRectCallout">
            <a:avLst>
              <a:gd name="adj1" fmla="val -40861"/>
              <a:gd name="adj2" fmla="val 79002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0" algn="ctr" defTabSz="457212">
              <a:defRPr/>
            </a:pPr>
            <a:r>
              <a:rPr lang="en-US" sz="1100">
                <a:solidFill>
                  <a:prstClr val="white"/>
                </a:solidFill>
                <a:latin typeface="맑은 고딕" panose="020F0502020204030204"/>
              </a:rPr>
              <a:t>User Manuals are to be uploaded to SDF </a:t>
            </a:r>
            <a:r>
              <a:rPr lang="en-US" sz="1100" err="1">
                <a:solidFill>
                  <a:prstClr val="white"/>
                </a:solidFill>
                <a:latin typeface="맑은 고딕" panose="020F0502020204030204"/>
              </a:rPr>
              <a:t>Sharepoint</a:t>
            </a:r>
            <a:r>
              <a:rPr lang="en-US" sz="1100">
                <a:solidFill>
                  <a:prstClr val="white"/>
                </a:solidFill>
                <a:latin typeface="맑은 고딕" panose="020F0502020204030204"/>
              </a:rPr>
              <a:t>: </a:t>
            </a:r>
            <a:r>
              <a:rPr lang="en-SG" sz="1100">
                <a:hlinkClick r:id="rId15"/>
              </a:rPr>
              <a:t>SDF Process - Home</a:t>
            </a:r>
            <a:endParaRPr lang="en-US" sz="1100">
              <a:solidFill>
                <a:prstClr val="white"/>
              </a:solidFill>
              <a:latin typeface="맑은 고딕" panose="020F0502020204030204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3348439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C8DACAE-E0FA-A579-2387-FE076DFF2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5557FFA3-A16A-EFC8-44F6-A6FC6542BB7F}"/>
              </a:ext>
            </a:extLst>
          </p:cNvPr>
          <p:cNvSpPr txBox="1">
            <a:spLocks/>
          </p:cNvSpPr>
          <p:nvPr/>
        </p:nvSpPr>
        <p:spPr bwMode="auto">
          <a:xfrm>
            <a:off x="152229" y="191756"/>
            <a:ext cx="9278401" cy="506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algn="l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2600" kern="120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  <a:cs typeface="+mj-cs"/>
              </a:defRPr>
            </a:lvl1pPr>
            <a:lvl2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기아 Medium" pitchFamily="50" charset="-127"/>
                <a:ea typeface="기아 Medium" pitchFamily="50" charset="-127"/>
              </a:defRPr>
            </a:lvl2pPr>
            <a:lvl3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기아 Medium" pitchFamily="50" charset="-127"/>
                <a:ea typeface="기아 Medium" pitchFamily="50" charset="-127"/>
              </a:defRPr>
            </a:lvl3pPr>
            <a:lvl4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기아 Medium" pitchFamily="50" charset="-127"/>
                <a:ea typeface="기아 Medium" pitchFamily="50" charset="-127"/>
              </a:defRPr>
            </a:lvl4pPr>
            <a:lvl5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기아 Medium" pitchFamily="50" charset="-127"/>
                <a:ea typeface="기아 Medium" pitchFamily="50" charset="-127"/>
              </a:defRPr>
            </a:lvl5pPr>
            <a:lvl6pPr marL="419847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839694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259540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679387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kern="4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현대하모니 B" panose="02020603020101020101" pitchFamily="18" charset="-127"/>
                <a:ea typeface="현대하모니 B"/>
                <a:sym typeface="+mn-lt"/>
              </a:rPr>
              <a:t>L3-3: </a:t>
            </a:r>
            <a:r>
              <a:rPr kumimoji="1" lang="en-US" altLang="ko-KR" sz="2400" i="0" u="none" strike="noStrike" kern="400" cap="none" spc="0" normalizeH="0" baseline="0" noProof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현대하모니 B" panose="02020603020101020101" pitchFamily="18" charset="-127"/>
                <a:ea typeface="현대하모니 B"/>
                <a:cs typeface="+mj-cs"/>
                <a:sym typeface="+mn-lt"/>
              </a:rPr>
              <a:t>Physical design – server setup</a:t>
            </a:r>
            <a:endParaRPr kumimoji="0" lang="ko-KR" altLang="en-US" sz="2400" i="0" u="none" strike="noStrike" kern="400" cap="none" spc="0" normalizeH="0" baseline="0" noProof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060"/>
              </a:solidFill>
              <a:effectLst/>
              <a:uLnTx/>
              <a:uFillTx/>
              <a:latin typeface="현대하모니 B" panose="02020603020101020101" pitchFamily="18" charset="-127"/>
              <a:ea typeface="현대하모니 B" panose="02020603020101020101" pitchFamily="18" charset="-127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2CDE90-E1E6-BDA2-BBD8-0A0B337A1861}"/>
              </a:ext>
            </a:extLst>
          </p:cNvPr>
          <p:cNvSpPr/>
          <p:nvPr/>
        </p:nvSpPr>
        <p:spPr>
          <a:xfrm>
            <a:off x="43140" y="6561787"/>
            <a:ext cx="8603082" cy="238259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200" b="0" i="0" u="none" strike="noStrike" kern="0" cap="none" spc="0" normalizeH="0" baseline="0" noProof="0">
              <a:ln>
                <a:solidFill>
                  <a:prstClr val="black">
                    <a:lumMod val="50000"/>
                    <a:lumOff val="50000"/>
                    <a:alpha val="0"/>
                  </a:prstClr>
                </a:solidFill>
              </a:ln>
              <a:solidFill>
                <a:srgbClr val="002060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FDE1E2D-0101-C00E-C30B-529E319E9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186422"/>
              </p:ext>
            </p:extLst>
          </p:nvPr>
        </p:nvGraphicFramePr>
        <p:xfrm>
          <a:off x="165015" y="1366474"/>
          <a:ext cx="9575970" cy="5427025"/>
        </p:xfrm>
        <a:graphic>
          <a:graphicData uri="http://schemas.openxmlformats.org/drawingml/2006/table">
            <a:tbl>
              <a:tblPr firstRow="1" bandRow="1"/>
              <a:tblGrid>
                <a:gridCol w="1386445">
                  <a:extLst>
                    <a:ext uri="{9D8B030D-6E8A-4147-A177-3AD203B41FA5}">
                      <a16:colId xmlns:a16="http://schemas.microsoft.com/office/drawing/2014/main" val="281862143"/>
                    </a:ext>
                  </a:extLst>
                </a:gridCol>
                <a:gridCol w="1430189">
                  <a:extLst>
                    <a:ext uri="{9D8B030D-6E8A-4147-A177-3AD203B41FA5}">
                      <a16:colId xmlns:a16="http://schemas.microsoft.com/office/drawing/2014/main" val="372069026"/>
                    </a:ext>
                  </a:extLst>
                </a:gridCol>
                <a:gridCol w="1430189">
                  <a:extLst>
                    <a:ext uri="{9D8B030D-6E8A-4147-A177-3AD203B41FA5}">
                      <a16:colId xmlns:a16="http://schemas.microsoft.com/office/drawing/2014/main" val="1782452770"/>
                    </a:ext>
                  </a:extLst>
                </a:gridCol>
                <a:gridCol w="1430189">
                  <a:extLst>
                    <a:ext uri="{9D8B030D-6E8A-4147-A177-3AD203B41FA5}">
                      <a16:colId xmlns:a16="http://schemas.microsoft.com/office/drawing/2014/main" val="2784505429"/>
                    </a:ext>
                  </a:extLst>
                </a:gridCol>
                <a:gridCol w="281517">
                  <a:extLst>
                    <a:ext uri="{9D8B030D-6E8A-4147-A177-3AD203B41FA5}">
                      <a16:colId xmlns:a16="http://schemas.microsoft.com/office/drawing/2014/main" val="3660768591"/>
                    </a:ext>
                  </a:extLst>
                </a:gridCol>
                <a:gridCol w="281517">
                  <a:extLst>
                    <a:ext uri="{9D8B030D-6E8A-4147-A177-3AD203B41FA5}">
                      <a16:colId xmlns:a16="http://schemas.microsoft.com/office/drawing/2014/main" val="2070530464"/>
                    </a:ext>
                  </a:extLst>
                </a:gridCol>
                <a:gridCol w="281517">
                  <a:extLst>
                    <a:ext uri="{9D8B030D-6E8A-4147-A177-3AD203B41FA5}">
                      <a16:colId xmlns:a16="http://schemas.microsoft.com/office/drawing/2014/main" val="1645273376"/>
                    </a:ext>
                  </a:extLst>
                </a:gridCol>
                <a:gridCol w="281517">
                  <a:extLst>
                    <a:ext uri="{9D8B030D-6E8A-4147-A177-3AD203B41FA5}">
                      <a16:colId xmlns:a16="http://schemas.microsoft.com/office/drawing/2014/main" val="1859253404"/>
                    </a:ext>
                  </a:extLst>
                </a:gridCol>
                <a:gridCol w="1386445">
                  <a:extLst>
                    <a:ext uri="{9D8B030D-6E8A-4147-A177-3AD203B41FA5}">
                      <a16:colId xmlns:a16="http://schemas.microsoft.com/office/drawing/2014/main" val="1349429417"/>
                    </a:ext>
                  </a:extLst>
                </a:gridCol>
                <a:gridCol w="1386445">
                  <a:extLst>
                    <a:ext uri="{9D8B030D-6E8A-4147-A177-3AD203B41FA5}">
                      <a16:colId xmlns:a16="http://schemas.microsoft.com/office/drawing/2014/main" val="3712308020"/>
                    </a:ext>
                  </a:extLst>
                </a:gridCol>
              </a:tblGrid>
              <a:tr h="182880">
                <a:tc rowSpan="2">
                  <a:txBody>
                    <a:bodyPr/>
                    <a:lstStyle/>
                    <a:p>
                      <a:pPr marL="0" marR="0" lvl="0" indent="0" algn="ctr" defTabSz="7429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strike="noStrike" kern="1200" cap="none" spc="-5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User Stories</a:t>
                      </a:r>
                    </a:p>
                  </a:txBody>
                  <a:tcPr marL="0" marR="0" marT="0" marB="0" anchor="ctr">
                    <a:lnL w="19050">
                      <a:solidFill>
                        <a:srgbClr val="7F7F7F"/>
                      </a:solidFill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7F7F7F"/>
                      </a:solidFill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u="none" strike="noStrike" kern="1200" cap="none" spc="-5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Thingworx</a:t>
                      </a:r>
                    </a:p>
                  </a:txBody>
                  <a:tcPr marL="0" marR="0" marT="0" marB="0" anchor="ctr">
                    <a:lnL w="19050">
                      <a:solidFill>
                        <a:srgbClr val="7F7F7F"/>
                      </a:solidFill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7F7F7F"/>
                      </a:solidFill>
                    </a:lnT>
                    <a:lnB w="19050">
                      <a:solidFill>
                        <a:srgbClr val="7F7F7F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3A3A3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Dharmony M" panose="02020603020101020101" pitchFamily="18" charset="-127"/>
                          <a:ea typeface="HDharmony M" panose="02020603020101020101" pitchFamily="18" charset="-127"/>
                          <a:cs typeface="+mn-cs"/>
                        </a:rPr>
                        <a:t>Kepware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HDharmony M" panose="02020603020101020101" pitchFamily="18" charset="-127"/>
                          <a:ea typeface="HDharmony M" panose="02020603020101020101" pitchFamily="18" charset="-127"/>
                          <a:cs typeface="+mn-cs"/>
                        </a:rPr>
                        <a:t>[Use Case dependent]</a:t>
                      </a:r>
                    </a:p>
                  </a:txBody>
                  <a:tcPr marL="0" marR="0" marT="0" marB="0" anchor="ctr">
                    <a:lnL w="19050">
                      <a:solidFill>
                        <a:srgbClr val="7F7F7F"/>
                      </a:solidFill>
                    </a:lnL>
                    <a:lnR w="19050">
                      <a:solidFill>
                        <a:srgbClr val="7F7F7F"/>
                      </a:solidFill>
                    </a:lnR>
                    <a:lnT w="19050">
                      <a:solidFill>
                        <a:srgbClr val="7F7F7F"/>
                      </a:solidFill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3A3A3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u="none" strike="noStrike" kern="1200" cap="none" spc="-5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Outsystems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7F7F7F"/>
                      </a:solidFill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3A3A3A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Factory IT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7F7F7F"/>
                      </a:solidFill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50" b="0" u="none" strike="noStrike" kern="1200" cap="none" spc="-50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HDharmony B" panose="02020603020101020101" pitchFamily="18" charset="-127"/>
                        <a:ea typeface="HDharmony B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7F7F7F"/>
                      </a:solidFill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50" b="0" u="none" strike="noStrike" kern="1200" cap="none" spc="-50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HDharmony B" panose="02020603020101020101" pitchFamily="18" charset="-127"/>
                        <a:ea typeface="HDharmony B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7F7F7F"/>
                      </a:solidFill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SDF CFT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7F7F7F"/>
                      </a:solidFill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u="none" strike="noStrike" kern="1200" cap="none" spc="-5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Discussion Points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7F7F7F"/>
                      </a:solidFill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u="none" strike="noStrike" kern="1200" cap="none" spc="-50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Dharmony M" panose="02020603020101020101" pitchFamily="18" charset="-127"/>
                          <a:ea typeface="HDharmony M" panose="02020603020101020101" pitchFamily="18" charset="-127"/>
                          <a:cs typeface="+mn-cs"/>
                        </a:rPr>
                        <a:t>Results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7F7F7F"/>
                      </a:solidFill>
                    </a:lnR>
                    <a:lnT w="19050">
                      <a:solidFill>
                        <a:srgbClr val="7F7F7F"/>
                      </a:solidFill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336936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Infra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MES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ERP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206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626959"/>
                  </a:ext>
                </a:extLst>
              </a:tr>
              <a:tr h="575027">
                <a:tc>
                  <a:txBody>
                    <a:bodyPr/>
                    <a:lstStyle/>
                    <a:p>
                      <a:pPr marL="91440" lvl="0" indent="0" algn="l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1. Platform Selection </a:t>
                      </a:r>
                      <a:br>
                        <a:rPr lang="en-US" sz="10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(VM, Physical server)</a:t>
                      </a:r>
                      <a:br>
                        <a:rPr lang="en-US" sz="10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&amp; Installation</a:t>
                      </a:r>
                    </a:p>
                  </a:txBody>
                  <a:tcPr marL="0" marR="0" marT="0" marB="0" anchor="ctr">
                    <a:lnL w="19050">
                      <a:solidFill>
                        <a:srgbClr val="7F7F7F"/>
                      </a:solidFill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Vmware or </a:t>
                      </a:r>
                    </a:p>
                    <a:p>
                      <a:pPr marL="0" lvl="0" indent="0" algn="ctr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Physical server</a:t>
                      </a:r>
                    </a:p>
                  </a:txBody>
                  <a:tcPr marL="0" marR="0" marT="0" marB="0" anchor="ctr">
                    <a:lnL w="19050">
                      <a:solidFill>
                        <a:srgbClr val="7F7F7F"/>
                      </a:solidFill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7F7F7F"/>
                      </a:solidFill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Vmware or </a:t>
                      </a:r>
                    </a:p>
                    <a:p>
                      <a:pPr marL="0" lvl="0" indent="0" algn="ctr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Physical server</a:t>
                      </a:r>
                    </a:p>
                  </a:txBody>
                  <a:tcPr marL="0" marR="0" marT="0" marB="0" anchor="ctr">
                    <a:lnL w="19050">
                      <a:solidFill>
                        <a:srgbClr val="7F7F7F"/>
                      </a:solidFill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7F7F7F"/>
                      </a:solidFill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Vmware </a:t>
                      </a: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or </a:t>
                      </a:r>
                    </a:p>
                    <a:p>
                      <a:pPr marL="0" lvl="0" indent="0" algn="ctr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Physical server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●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144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noProof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Which option we can use?</a:t>
                      </a:r>
                      <a:endParaRPr lang="en-US" sz="1000" i="0" u="none" strike="noStrike" noProof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144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i="0" u="none" strike="noStrike" noProof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7F7F7F"/>
                      </a:solidFill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489702"/>
                  </a:ext>
                </a:extLst>
              </a:tr>
              <a:tr h="565204">
                <a:tc>
                  <a:txBody>
                    <a:bodyPr/>
                    <a:lstStyle/>
                    <a:p>
                      <a:pPr marL="91440" lvl="0" indent="0" algn="l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 OS Selection</a:t>
                      </a:r>
                      <a:br>
                        <a:rPr lang="en-US" sz="10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&amp; Installation</a:t>
                      </a:r>
                    </a:p>
                  </a:txBody>
                  <a:tcPr marL="0" marR="0" marT="0" marB="0" anchor="ctr">
                    <a:lnL w="19050">
                      <a:solidFill>
                        <a:srgbClr val="7F7F7F"/>
                      </a:solidFill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Windows Server 2022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7F7F7F"/>
                      </a:solidFill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Windows Server 2022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Windows Server 2022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●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144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noProof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Can we install a specific version of Windows or Linux?</a:t>
                      </a: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144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7F7F7F"/>
                      </a:solidFill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436049"/>
                  </a:ext>
                </a:extLst>
              </a:tr>
              <a:tr h="953955">
                <a:tc>
                  <a:txBody>
                    <a:bodyPr/>
                    <a:lstStyle/>
                    <a:p>
                      <a:pPr marL="9144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3. Software </a:t>
                      </a:r>
                      <a:br>
                        <a:rPr lang="en-US" sz="10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+ Runtime Installation</a:t>
                      </a:r>
                    </a:p>
                  </a:txBody>
                  <a:tcPr marL="0" marR="0" marT="0" marB="0" anchor="ctr">
                    <a:lnL w="19050">
                      <a:solidFill>
                        <a:srgbClr val="7F7F7F"/>
                      </a:solidFill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ThingWorx Foundation 9.7.0, </a:t>
                      </a:r>
                      <a:b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Java JDK 11</a:t>
                      </a:r>
                    </a:p>
                  </a:txBody>
                  <a:tcPr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Platform server/Lifetime </a:t>
                      </a:r>
                      <a:b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IIS10, .Net4.2</a:t>
                      </a:r>
                    </a:p>
                  </a:txBody>
                  <a:tcPr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●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144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noProof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Is it possible to download and install runtime and other necessary software?</a:t>
                      </a:r>
                      <a:endParaRPr lang="en-US" sz="1000" b="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144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7F7F7F"/>
                      </a:solidFill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8935735"/>
                  </a:ext>
                </a:extLst>
              </a:tr>
              <a:tr h="380652">
                <a:tc>
                  <a:txBody>
                    <a:bodyPr/>
                    <a:lstStyle/>
                    <a:p>
                      <a:pPr marL="9144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4. Resource &amp; Sizing </a:t>
                      </a:r>
                      <a:br>
                        <a:rPr lang="en-US" sz="10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Selection</a:t>
                      </a:r>
                    </a:p>
                  </a:txBody>
                  <a:tcPr marL="0" marR="0" marT="0" marB="0" anchor="ctr">
                    <a:lnL w="19050">
                      <a:solidFill>
                        <a:srgbClr val="7F7F7F"/>
                      </a:solidFill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noProof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Follow investment cost guidance</a:t>
                      </a:r>
                    </a:p>
                  </a:txBody>
                  <a:tcPr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7F7F7F"/>
                      </a:solidFill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noProof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Follow investment cost guidance</a:t>
                      </a:r>
                    </a:p>
                  </a:txBody>
                  <a:tcPr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7F7F7F"/>
                      </a:solidFill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noProof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Follow investment cost guidance</a:t>
                      </a:r>
                    </a:p>
                  </a:txBody>
                  <a:tcPr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●</a:t>
                      </a:r>
                      <a:endParaRPr kumimoji="0" lang="en-US" sz="10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144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noProof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Need </a:t>
                      </a:r>
                      <a:r>
                        <a:rPr lang="en-US" altLang="ko-KR" sz="1000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minimal CPU : 128Core, Mem 256GB, Disk 6.5</a:t>
                      </a:r>
                      <a:endParaRPr lang="en-US" sz="1000" b="0" kern="1200" noProof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144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kern="1200" noProof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7F7F7F"/>
                      </a:solidFill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291391"/>
                  </a:ext>
                </a:extLst>
              </a:tr>
              <a:tr h="565204">
                <a:tc>
                  <a:txBody>
                    <a:bodyPr/>
                    <a:lstStyle/>
                    <a:p>
                      <a:pPr marL="9144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5. Investigation </a:t>
                      </a:r>
                      <a:br>
                        <a:rPr lang="en-US" sz="10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File Storage Server</a:t>
                      </a:r>
                    </a:p>
                  </a:txBody>
                  <a:tcPr marL="0" marR="0" marT="0" marB="0" anchor="ctr">
                    <a:lnL w="19050">
                      <a:solidFill>
                        <a:srgbClr val="7F7F7F"/>
                      </a:solidFill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To store the Ppt file or</a:t>
                      </a:r>
                      <a:b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Image file</a:t>
                      </a:r>
                    </a:p>
                  </a:txBody>
                  <a:tcPr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●</a:t>
                      </a:r>
                      <a:endParaRPr kumimoji="0" lang="en-US" sz="10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144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noProof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Does the factory have the file storage server (e.g. NAS)? How big?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144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kern="1200" noProof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7F7F7F"/>
                      </a:solidFill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0841023"/>
                  </a:ext>
                </a:extLst>
              </a:tr>
              <a:tr h="936374">
                <a:tc>
                  <a:txBody>
                    <a:bodyPr/>
                    <a:lstStyle/>
                    <a:p>
                      <a:pPr marL="9144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6. IT Admin User Account Access </a:t>
                      </a:r>
                    </a:p>
                  </a:txBody>
                  <a:tcPr marL="0" marR="0" marT="0" marB="0" anchor="ctr">
                    <a:lnL w="19050">
                      <a:solidFill>
                        <a:srgbClr val="7F7F7F"/>
                      </a:solidFill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Tx/>
                        <a:buNone/>
                      </a:pPr>
                      <a:r>
                        <a:rPr lang="en-SG" altLang="ko-KR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PoV Team (2 members)</a:t>
                      </a:r>
                      <a:endParaRPr lang="en-US" altLang="ko-KR" sz="1000" b="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lvl="0" indent="0" algn="ctr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Tx/>
                        <a:buNone/>
                      </a:pPr>
                      <a:r>
                        <a:rPr lang="en-SG" altLang="ko-KR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Role-based access: </a:t>
                      </a:r>
                      <a:endParaRPr lang="en-US" altLang="ko-KR" sz="1000" b="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lvl="0" indent="0" algn="ctr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SG" altLang="ko-KR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(IT admin, Developer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7F7F7F"/>
                      </a:solidFill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Tx/>
                        <a:buNone/>
                      </a:pPr>
                      <a:r>
                        <a:rPr lang="en-SG" altLang="ko-KR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PoV Team (2 members)</a:t>
                      </a:r>
                      <a:endParaRPr lang="en-US" altLang="ko-KR" sz="1000" b="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lvl="0" indent="0" algn="ctr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Tx/>
                        <a:buNone/>
                      </a:pPr>
                      <a:r>
                        <a:rPr lang="en-SG" altLang="ko-KR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Role-based access: </a:t>
                      </a:r>
                      <a:endParaRPr lang="en-US" altLang="ko-KR" sz="1000" b="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lvl="0" indent="0" algn="ctr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SG" altLang="ko-KR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(IT admin, Developer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7F7F7F"/>
                      </a:solidFill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Tx/>
                        <a:buNone/>
                      </a:pPr>
                      <a:r>
                        <a:rPr lang="en-SG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PoV Team (2 members)</a:t>
                      </a:r>
                      <a:endParaRPr lang="en-US" sz="1000" b="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lvl="0" indent="0" algn="ctr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Tx/>
                        <a:buNone/>
                      </a:pPr>
                      <a:r>
                        <a:rPr lang="en-SG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Role-based access: </a:t>
                      </a:r>
                      <a:endParaRPr lang="en-US" sz="1000" b="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lvl="0" indent="0" algn="ctr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SG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(IT admin, Developer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●</a:t>
                      </a:r>
                      <a:endParaRPr kumimoji="0" lang="en-US" sz="10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144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SDF CFT can access server?</a:t>
                      </a:r>
                    </a:p>
                    <a:p>
                      <a:pPr marL="9144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Can get administrator role?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144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SG" sz="1000" b="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7F7F7F"/>
                      </a:solidFill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490162"/>
                  </a:ext>
                </a:extLst>
              </a:tr>
              <a:tr h="794022">
                <a:tc>
                  <a:txBody>
                    <a:bodyPr/>
                    <a:lstStyle/>
                    <a:p>
                      <a:pPr marL="9144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7. Monitoring</a:t>
                      </a:r>
                    </a:p>
                    <a:p>
                      <a:pPr marL="9144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(agent / dashboard)</a:t>
                      </a:r>
                    </a:p>
                  </a:txBody>
                  <a:tcPr marL="0" marR="0" marT="0" marB="0" anchor="ctr">
                    <a:lnL w="19050">
                      <a:solidFill>
                        <a:srgbClr val="7F7F7F"/>
                      </a:solidFill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Agent: Zabbix, Centreon </a:t>
                      </a:r>
                    </a:p>
                    <a:p>
                      <a:pPr marL="0" lvl="0" indent="0" algn="ctr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or similar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noProof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Agent: Zabbix, Centreon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noProof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or similar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7F7F7F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kern="1200" noProof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Agent: Zabbix, Centreon </a:t>
                      </a:r>
                    </a:p>
                    <a:p>
                      <a:pPr marL="0" lvl="0" indent="0" algn="ctr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kern="1200" noProof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or similar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●</a:t>
                      </a:r>
                      <a:endParaRPr kumimoji="0" lang="en-US" sz="10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144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noProof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Need to monitor below metrics </a:t>
                      </a:r>
                      <a:br>
                        <a:rPr lang="en-US" sz="1000" b="0" i="0" u="none" strike="noStrike" kern="1200" noProof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sz="1000" b="0" i="0" u="none" strike="noStrike" kern="1200" noProof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(e.g. CPU, Memory, Disk, NIC)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7F7F7F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144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kern="1200" noProof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7F7F7F"/>
                      </a:solidFill>
                    </a:lnR>
                    <a:lnT w="190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7F7F7F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277788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BACFA28-CB5C-01FD-D00F-8A75A26D8094}"/>
              </a:ext>
            </a:extLst>
          </p:cNvPr>
          <p:cNvSpPr txBox="1"/>
          <p:nvPr/>
        </p:nvSpPr>
        <p:spPr>
          <a:xfrm>
            <a:off x="8101537" y="41639"/>
            <a:ext cx="1561581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PRELIMINARY</a:t>
            </a: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C561D-58AB-BF60-ADDA-74BB36891A92}"/>
              </a:ext>
            </a:extLst>
          </p:cNvPr>
          <p:cNvSpPr/>
          <p:nvPr/>
        </p:nvSpPr>
        <p:spPr>
          <a:xfrm>
            <a:off x="5789966" y="1290497"/>
            <a:ext cx="3983378" cy="5406465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yundai Sans Head"/>
              <a:ea typeface="+mn-ea"/>
              <a:cs typeface="Hyundai Sans Hea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E058E2-C3FC-96EF-2E9E-FC4C28B521BF}"/>
              </a:ext>
            </a:extLst>
          </p:cNvPr>
          <p:cNvSpPr txBox="1"/>
          <p:nvPr/>
        </p:nvSpPr>
        <p:spPr>
          <a:xfrm>
            <a:off x="501612" y="879791"/>
            <a:ext cx="9154915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lvl="0" defTabSz="957263" eaLnBrk="0" fontAlgn="base" latinLnBrk="1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kern="4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현대하모니 B"/>
                <a:ea typeface="현대하모니 B"/>
                <a:cs typeface="현대산스 Head Medium" panose="020B0600000101010101" pitchFamily="50" charset="-127"/>
                <a:sym typeface="+mn-lt"/>
              </a:rPr>
              <a:t>SDF Stack - </a:t>
            </a:r>
            <a:r>
              <a:rPr kumimoji="1" lang="en-US" altLang="ko-KR" kern="40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현대하모니 B"/>
                <a:ea typeface="현대하모니 B"/>
                <a:cs typeface="현대산스 Head Medium" panose="020B0600000101010101" pitchFamily="50" charset="-127"/>
                <a:sym typeface="+mn-lt"/>
              </a:rPr>
              <a:t>Thingworx</a:t>
            </a:r>
            <a:r>
              <a:rPr kumimoji="1" lang="en-US" altLang="ko-KR" kern="4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현대하모니 B"/>
                <a:ea typeface="현대하모니 B"/>
                <a:cs typeface="현대산스 Head Medium" panose="020B0600000101010101" pitchFamily="50" charset="-127"/>
                <a:sym typeface="+mn-lt"/>
              </a:rPr>
              <a:t> </a:t>
            </a:r>
            <a:r>
              <a:rPr kumimoji="1" lang="en-US" altLang="ko-KR" sz="1400" kern="4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현대하모니 B"/>
                <a:ea typeface="현대하모니 B"/>
                <a:cs typeface="현대산스 Head Medium" panose="020B0600000101010101" pitchFamily="50" charset="-127"/>
                <a:sym typeface="+mn-lt"/>
              </a:rPr>
              <a:t>(IIOT platform)</a:t>
            </a:r>
            <a:r>
              <a:rPr kumimoji="1" lang="en-US" altLang="ko-KR" kern="4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현대하모니 B"/>
                <a:ea typeface="현대하모니 B"/>
                <a:cs typeface="현대산스 Head Medium" panose="020B0600000101010101" pitchFamily="50" charset="-127"/>
                <a:sym typeface="+mn-lt"/>
              </a:rPr>
              <a:t>, </a:t>
            </a:r>
            <a:r>
              <a:rPr kumimoji="1" lang="en-US" altLang="ko-KR" kern="40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현대하모니 B"/>
                <a:ea typeface="현대하모니 B"/>
                <a:cs typeface="현대산스 Head Medium" panose="020B0600000101010101" pitchFamily="50" charset="-127"/>
                <a:sym typeface="+mn-lt"/>
              </a:rPr>
              <a:t>Outsystems</a:t>
            </a:r>
            <a:r>
              <a:rPr kumimoji="1" lang="en-US" altLang="ko-KR" kern="4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현대하모니 B"/>
                <a:ea typeface="현대하모니 B"/>
                <a:cs typeface="현대산스 Head Medium" panose="020B0600000101010101" pitchFamily="50" charset="-127"/>
                <a:sym typeface="+mn-lt"/>
              </a:rPr>
              <a:t> </a:t>
            </a:r>
            <a:r>
              <a:rPr kumimoji="1" lang="en-US" altLang="ko-KR" sz="1400" kern="4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현대하모니 B"/>
                <a:ea typeface="현대하모니 B"/>
                <a:sym typeface="+mn-lt"/>
              </a:rPr>
              <a:t>(Mobile platform)</a:t>
            </a:r>
            <a:r>
              <a:rPr kumimoji="1" lang="en-US" altLang="ko-KR" kern="4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현대하모니 B"/>
                <a:ea typeface="현대하모니 B"/>
                <a:cs typeface="현대산스 Head Medium" panose="020B0600000101010101" pitchFamily="50" charset="-127"/>
                <a:sym typeface="+mn-lt"/>
              </a:rPr>
              <a:t> and associated databases : Servers need to be provisioned accordingly</a:t>
            </a:r>
            <a:endParaRPr lang="ko-KR" altLang="en-US" sz="1050">
              <a:solidFill>
                <a:srgbClr val="000000"/>
              </a:solidFill>
              <a:latin typeface="현대하모니 B"/>
              <a:ea typeface="현대하모니 B"/>
            </a:endParaRPr>
          </a:p>
        </p:txBody>
      </p:sp>
      <p:sp>
        <p:nvSpPr>
          <p:cNvPr id="13" name="직사각형 75803">
            <a:extLst>
              <a:ext uri="{FF2B5EF4-FFF2-40B4-BE49-F238E27FC236}">
                <a16:creationId xmlns:a16="http://schemas.microsoft.com/office/drawing/2014/main" id="{2FCEBFC8-C06B-ECC1-E7CC-4CAE734801E2}"/>
              </a:ext>
            </a:extLst>
          </p:cNvPr>
          <p:cNvSpPr/>
          <p:nvPr/>
        </p:nvSpPr>
        <p:spPr>
          <a:xfrm>
            <a:off x="330358" y="845207"/>
            <a:ext cx="72566" cy="526369"/>
          </a:xfrm>
          <a:prstGeom prst="rect">
            <a:avLst/>
          </a:prstGeom>
          <a:solidFill>
            <a:srgbClr val="00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100" b="0" i="0" u="none" strike="noStrike" kern="1200" cap="none" spc="0" normalizeH="0" baseline="0" noProof="0">
              <a:ln>
                <a:solidFill>
                  <a:srgbClr val="4F81BD">
                    <a:shade val="95000"/>
                    <a:satMod val="105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Hyundai Sans Head KR Light" panose="020B0600000101010101" pitchFamily="34" charset="-127"/>
              <a:ea typeface="Hyundai Sans Head KR Light" panose="020B0600000101010101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68413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018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86018" name="think-cell data - do not delete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" name="Text Box 38">
            <a:extLst>
              <a:ext uri="{FF2B5EF4-FFF2-40B4-BE49-F238E27FC236}">
                <a16:creationId xmlns:a16="http://schemas.microsoft.com/office/drawing/2014/main" id="{6B94DA64-2F26-48B8-B391-A570D56B6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3282" y="0"/>
            <a:ext cx="1368366" cy="2095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lIns="83969" tIns="41985" rIns="83969" bIns="41985"/>
          <a:lstStyle>
            <a:lvl1pPr defTabSz="838200" eaLnBrk="0" hangingPunct="0">
              <a:spcBef>
                <a:spcPct val="20000"/>
              </a:spcBef>
              <a:buFont typeface="Arial" pitchFamily="34" charset="0"/>
              <a:buChar char="•"/>
              <a:defRPr sz="3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defTabSz="838200" eaLnBrk="0" hangingPunct="0">
              <a:spcBef>
                <a:spcPct val="20000"/>
              </a:spcBef>
              <a:buFont typeface="Arial" pitchFamily="34" charset="0"/>
              <a:buChar char="–"/>
              <a:defRPr sz="29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defTabSz="838200" eaLnBrk="0" hangingPunct="0">
              <a:spcBef>
                <a:spcPct val="20000"/>
              </a:spcBef>
              <a:buFont typeface="Arial" pitchFamily="34" charset="0"/>
              <a:buChar char="•"/>
              <a:defRPr sz="2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defTabSz="838200" eaLnBrk="0" hangingPunct="0">
              <a:spcBef>
                <a:spcPct val="20000"/>
              </a:spcBef>
              <a:buFont typeface="Arial" pitchFamily="34" charset="0"/>
              <a:buChar char="–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defTabSz="838200" eaLnBrk="0" hangingPunct="0">
              <a:spcBef>
                <a:spcPct val="20000"/>
              </a:spcBef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defTabSz="838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ctr" defTabSz="838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현대하모니 M" pitchFamily="18" charset="-127"/>
                <a:ea typeface="현대하모니 M" pitchFamily="18" charset="-127"/>
                <a:cs typeface="+mn-cs"/>
              </a:rPr>
              <a:t>사내한</a:t>
            </a:r>
            <a:r>
              <a:rPr kumimoji="1" lang="ko-KR" altLang="en-US" sz="900" b="0" i="0" u="none" strike="noStrike" kern="1200" cap="none" spc="0" normalizeH="0" baseline="0" noProof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현대하모니 M" pitchFamily="18" charset="-127"/>
                <a:ea typeface="현대하모니 M" pitchFamily="18" charset="-127"/>
                <a:cs typeface="+mn-cs"/>
              </a:rPr>
              <a:t> </a:t>
            </a:r>
            <a:r>
              <a:rPr kumimoji="1" lang="en-US" altLang="ko-KR" sz="900" b="0" i="0" u="none" strike="noStrike" kern="1200" cap="none" spc="0" normalizeH="0" baseline="0" noProof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현대하모니 M" pitchFamily="18" charset="-127"/>
                <a:ea typeface="현대하모니 M" pitchFamily="18" charset="-127"/>
                <a:cs typeface="+mn-cs"/>
              </a:rPr>
              <a:t>(Restricted)</a:t>
            </a:r>
            <a:endParaRPr kumimoji="1" lang="ko-KR" altLang="en-US" sz="900" b="0" i="0" u="none" strike="noStrike" kern="1200" cap="none" spc="0" normalizeH="0" baseline="0" noProof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FF0000"/>
              </a:solidFill>
              <a:effectLst/>
              <a:uLnTx/>
              <a:uFillTx/>
              <a:latin typeface="현대하모니 M" pitchFamily="18" charset="-127"/>
              <a:ea typeface="현대하모니 M" pitchFamily="18" charset="-127"/>
              <a:cs typeface="+mn-cs"/>
            </a:endParaRPr>
          </a:p>
        </p:txBody>
      </p:sp>
      <p:sp>
        <p:nvSpPr>
          <p:cNvPr id="55" name="제목 1"/>
          <p:cNvSpPr>
            <a:spLocks noGrp="1"/>
          </p:cNvSpPr>
          <p:nvPr>
            <p:ph type="ctrTitle"/>
          </p:nvPr>
        </p:nvSpPr>
        <p:spPr>
          <a:xfrm>
            <a:off x="284352" y="244124"/>
            <a:ext cx="9065684" cy="508000"/>
          </a:xfrm>
        </p:spPr>
        <p:txBody>
          <a:bodyPr wrap="square" lIns="0" tIns="0" rIns="0" bIns="0" numCol="1" anchorCtr="0" compatLnSpc="1">
            <a:prstTxWarp prst="textNoShape">
              <a:avLst/>
            </a:prstTxWarp>
            <a:noAutofit/>
          </a:bodyPr>
          <a:lstStyle/>
          <a:p>
            <a:pPr defTabSz="494019">
              <a:defRPr/>
            </a:pPr>
            <a:r>
              <a:rPr lang="en-US" altLang="ko-KR" sz="240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현대하모니 B" panose="02020603020101020101" pitchFamily="18" charset="-127"/>
                <a:ea typeface="현대하모니 B"/>
                <a:cs typeface="현대산스 Head Medium" panose="020B0600000101010101" pitchFamily="50" charset="-127"/>
              </a:rPr>
              <a:t>L4-6: Organization: R&amp;R</a:t>
            </a:r>
            <a:endParaRPr lang="ko-KR" altLang="en-US" sz="2400">
              <a:ln>
                <a:solidFill>
                  <a:srgbClr val="4F81BD">
                    <a:alpha val="0"/>
                  </a:srgbClr>
                </a:solidFill>
              </a:ln>
              <a:latin typeface="현대하모니 B" panose="02020603020101020101" pitchFamily="18" charset="-127"/>
              <a:ea typeface="현대하모니 B" panose="02020603020101020101" pitchFamily="18" charset="-127"/>
              <a:cs typeface="현대산스 Head Medium" panose="020B0600000101010101" pitchFamily="50" charset="-127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1927A831-9E7D-A61F-8FD5-B44B2B31EEE5}"/>
              </a:ext>
            </a:extLst>
          </p:cNvPr>
          <p:cNvSpPr txBox="1">
            <a:spLocks/>
          </p:cNvSpPr>
          <p:nvPr/>
        </p:nvSpPr>
        <p:spPr>
          <a:xfrm>
            <a:off x="363843" y="898068"/>
            <a:ext cx="7857048" cy="22937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78774" rtl="0" eaLnBrk="1" latinLnBrk="1" hangingPunct="1">
              <a:spcBef>
                <a:spcPct val="0"/>
              </a:spcBef>
              <a:buNone/>
              <a:defRPr sz="2200" b="0" i="0" kern="400" baseline="0">
                <a:solidFill>
                  <a:schemeClr val="tx1"/>
                </a:solidFill>
                <a:latin typeface="+mj-ea"/>
                <a:ea typeface="+mj-ea"/>
                <a:cs typeface="현대산스 Head Medium" panose="020B0600000101010101" pitchFamily="50" charset="-127"/>
              </a:defRPr>
            </a:lvl1pPr>
          </a:lstStyle>
          <a:p>
            <a:pPr marL="0" marR="0" lvl="0" indent="0" algn="l" defTabSz="478774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4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현대산스 Head Medium"/>
                <a:ea typeface="현대산스 Head Medium"/>
              </a:rPr>
              <a:t>○  </a:t>
            </a:r>
            <a:r>
              <a:rPr kumimoji="0" lang="en-SG" altLang="ko-KR" sz="1400" b="0" i="0" u="none" strike="noStrike" kern="4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현대산스 Head Medium"/>
                <a:ea typeface="현대산스 Head Medium"/>
              </a:rPr>
              <a:t>During </a:t>
            </a:r>
            <a:r>
              <a:rPr kumimoji="0" lang="en-SG" altLang="ko-KR" sz="1400" b="0" i="0" u="none" strike="noStrike" kern="4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Dharmony M" panose="02020603020101020101" pitchFamily="18" charset="-127"/>
                <a:ea typeface="HDharmony M" panose="02020603020101020101" pitchFamily="18" charset="-127"/>
              </a:rPr>
              <a:t>production</a:t>
            </a:r>
            <a:endParaRPr kumimoji="0" lang="en-SG" sz="1400" b="0" i="0" u="none" strike="noStrike" kern="4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HDharmony M" panose="02020603020101020101" pitchFamily="18" charset="-127"/>
              <a:ea typeface="HDharmony M" panose="02020603020101020101" pitchFamily="18" charset="-127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9ECD35-D84C-E5A9-14CB-DD910F16B47A}"/>
              </a:ext>
            </a:extLst>
          </p:cNvPr>
          <p:cNvSpPr/>
          <p:nvPr/>
        </p:nvSpPr>
        <p:spPr>
          <a:xfrm>
            <a:off x="52502" y="6257109"/>
            <a:ext cx="9605304" cy="55734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yundai Sans Head"/>
              <a:ea typeface="현대산스 Head"/>
              <a:cs typeface="Hyundai Sans Head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566D3AF5-5EDA-59DE-9211-DF449C5517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216765"/>
              </p:ext>
            </p:extLst>
          </p:nvPr>
        </p:nvGraphicFramePr>
        <p:xfrm>
          <a:off x="555432" y="1735450"/>
          <a:ext cx="8686801" cy="4728210"/>
        </p:xfrm>
        <a:graphic>
          <a:graphicData uri="http://schemas.openxmlformats.org/drawingml/2006/table">
            <a:tbl>
              <a:tblPr/>
              <a:tblGrid>
                <a:gridCol w="1061552">
                  <a:extLst>
                    <a:ext uri="{9D8B030D-6E8A-4147-A177-3AD203B41FA5}">
                      <a16:colId xmlns:a16="http://schemas.microsoft.com/office/drawing/2014/main" val="3963711890"/>
                    </a:ext>
                  </a:extLst>
                </a:gridCol>
                <a:gridCol w="910109">
                  <a:extLst>
                    <a:ext uri="{9D8B030D-6E8A-4147-A177-3AD203B41FA5}">
                      <a16:colId xmlns:a16="http://schemas.microsoft.com/office/drawing/2014/main" val="3751743764"/>
                    </a:ext>
                  </a:extLst>
                </a:gridCol>
                <a:gridCol w="1830000">
                  <a:extLst>
                    <a:ext uri="{9D8B030D-6E8A-4147-A177-3AD203B41FA5}">
                      <a16:colId xmlns:a16="http://schemas.microsoft.com/office/drawing/2014/main" val="364434660"/>
                    </a:ext>
                  </a:extLst>
                </a:gridCol>
                <a:gridCol w="1592326">
                  <a:extLst>
                    <a:ext uri="{9D8B030D-6E8A-4147-A177-3AD203B41FA5}">
                      <a16:colId xmlns:a16="http://schemas.microsoft.com/office/drawing/2014/main" val="2932076709"/>
                    </a:ext>
                  </a:extLst>
                </a:gridCol>
                <a:gridCol w="1435099">
                  <a:extLst>
                    <a:ext uri="{9D8B030D-6E8A-4147-A177-3AD203B41FA5}">
                      <a16:colId xmlns:a16="http://schemas.microsoft.com/office/drawing/2014/main" val="3860279529"/>
                    </a:ext>
                  </a:extLst>
                </a:gridCol>
                <a:gridCol w="1857715">
                  <a:extLst>
                    <a:ext uri="{9D8B030D-6E8A-4147-A177-3AD203B41FA5}">
                      <a16:colId xmlns:a16="http://schemas.microsoft.com/office/drawing/2014/main" val="3718930188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900" b="0" i="0" u="none" strike="noStrike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Mobile Robot Type1</a:t>
                      </a:r>
                    </a:p>
                  </a:txBody>
                  <a:tcPr marL="3810" marR="3810" marT="381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6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900" b="0" i="0" u="none" strike="noStrike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Current T/O</a:t>
                      </a:r>
                    </a:p>
                  </a:txBody>
                  <a:tcPr marL="3810" marR="3810" marT="381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6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900" b="0" i="0" u="none" strike="noStrike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Covered Area</a:t>
                      </a:r>
                    </a:p>
                  </a:txBody>
                  <a:tcPr marL="3810" marR="3810" marT="381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6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900" b="0" i="0" u="none" strike="noStrike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Baseline</a:t>
                      </a:r>
                    </a:p>
                  </a:txBody>
                  <a:tcPr marL="3810" marR="3810" marT="381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6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900" b="0" i="0" u="none" strike="noStrike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R06 support</a:t>
                      </a:r>
                    </a:p>
                  </a:txBody>
                  <a:tcPr marL="3810" marR="3810" marT="381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6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900" b="0" i="0" u="none" strike="noStrike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T/O suggestion</a:t>
                      </a:r>
                    </a:p>
                  </a:txBody>
                  <a:tcPr marL="3810" marR="3810" marT="381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6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25850088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000" b="1" i="0" u="none" strike="noStrike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Overall </a:t>
                      </a:r>
                    </a:p>
                    <a:p>
                      <a:pPr algn="ctr" fontAlgn="ctr"/>
                      <a:r>
                        <a:rPr lang="en-SG" sz="1000" b="1" i="0" u="none" strike="noStrike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Managing</a:t>
                      </a:r>
                    </a:p>
                  </a:txBody>
                  <a:tcPr marL="3810" marR="3810" marT="381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Engineer</a:t>
                      </a:r>
                    </a:p>
                  </a:txBody>
                  <a:tcPr marL="3810" marR="3810" marT="381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7877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9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Managing all</a:t>
                      </a:r>
                      <a:r>
                        <a:rPr lang="ko-KR" altLang="en-US" sz="9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SG" altLang="ko-KR" sz="9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MR related work</a:t>
                      </a:r>
                      <a:br>
                        <a:rPr lang="en-SG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br>
                        <a:rPr lang="en-SG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SG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- All Mobile robots </a:t>
                      </a:r>
                    </a:p>
                    <a:p>
                      <a:pPr marL="0" marR="0" lvl="0" indent="0" algn="l" defTabSz="47877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- Staging area full</a:t>
                      </a:r>
                      <a:r>
                        <a:rPr lang="ko-KR" altLang="en-US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SG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status </a:t>
                      </a:r>
                      <a:br>
                        <a:rPr lang="en-SG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SG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- Pallet empty cell status check</a:t>
                      </a:r>
                    </a:p>
                  </a:txBody>
                  <a:tcPr marR="3810" marT="381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7877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· Monitor 3 different </a:t>
                      </a:r>
                      <a:r>
                        <a:rPr kumimoji="0" lang="en-SG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system</a:t>
                      </a:r>
                      <a:br>
                        <a:rPr kumimoji="0" lang="en-SG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SG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(</a:t>
                      </a:r>
                      <a:r>
                        <a:rPr kumimoji="0" lang="en-SG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MoRIMS, R-ACS, H-Data studio</a:t>
                      </a:r>
                      <a:r>
                        <a:rPr kumimoji="0" lang="en-SG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47877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· </a:t>
                      </a:r>
                      <a:r>
                        <a:rPr kumimoji="0" lang="en-SG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SG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Staging area utilization </a:t>
                      </a:r>
                      <a:br>
                        <a:rPr kumimoji="0" lang="en-SG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SG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(eyeball check)</a:t>
                      </a:r>
                    </a:p>
                  </a:txBody>
                  <a:tcPr marR="3810" marT="381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  </a:t>
                      </a:r>
                      <a:r>
                        <a:rPr lang="en-SG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Overall summary</a:t>
                      </a:r>
                      <a:br>
                        <a:rPr lang="en-SG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SG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SG" altLang="ko-KR" sz="6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(Mission, Alarm, Empty pallet Status)</a:t>
                      </a:r>
                    </a:p>
                  </a:txBody>
                  <a:tcPr marR="3810" marT="381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</a:t>
                      </a:r>
                    </a:p>
                    <a:p>
                      <a:pPr algn="ctr" fontAlgn="ctr"/>
                      <a:r>
                        <a:rPr lang="en-SG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(Distribute the work to 2 engineer)</a:t>
                      </a:r>
                    </a:p>
                  </a:txBody>
                  <a:tcPr marR="3810" marT="381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584723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000" b="1" i="0" u="none" strike="noStrike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QR AGV</a:t>
                      </a:r>
                    </a:p>
                  </a:txBody>
                  <a:tcPr marL="3810" marR="3810" marT="381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Engineer</a:t>
                      </a:r>
                    </a:p>
                  </a:txBody>
                  <a:tcPr marL="3810" marR="3810" marT="381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7877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Lv1 (Box pallet </a:t>
                      </a:r>
                      <a:r>
                        <a:rPr lang="ko-KR" altLang="en-US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↔ </a:t>
                      </a:r>
                      <a:r>
                        <a:rPr lang="en-SG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AS</a:t>
                      </a:r>
                      <a:r>
                        <a:rPr lang="en-US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·RS)</a:t>
                      </a:r>
                    </a:p>
                    <a:p>
                      <a:pPr marL="0" marR="0" lvl="0" indent="0" algn="l" defTabSz="47877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Lv3 (Staging area)</a:t>
                      </a:r>
                      <a:endParaRPr lang="en-SG" sz="900" b="0" i="0" u="none" strike="noStrike" kern="1200" noProof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R="3810" marT="381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7877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· Mission </a:t>
                      </a:r>
                      <a:r>
                        <a:rPr lang="en-SG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monitoring</a:t>
                      </a:r>
                      <a:br>
                        <a:rPr lang="en-SG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SG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 Alarm monitoring </a:t>
                      </a:r>
                    </a:p>
                    <a:p>
                      <a:pPr marL="0" marR="0" lvl="0" indent="0" algn="l" defTabSz="47877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 Issue handling</a:t>
                      </a:r>
                    </a:p>
                    <a:p>
                      <a:pPr marL="0" marR="0" lvl="0" indent="0" algn="l" defTabSz="47877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 </a:t>
                      </a:r>
                      <a:r>
                        <a:rPr lang="en-US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+mn-cs"/>
                        </a:rPr>
                        <a:t>System I/F alert check (L02)</a:t>
                      </a:r>
                    </a:p>
                  </a:txBody>
                  <a:tcPr marL="3810" marR="3810" marT="381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 Mission · Alarm </a:t>
                      </a:r>
                      <a:b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6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(80% covered)</a:t>
                      </a:r>
                      <a:br>
                        <a:rPr lang="en-US" altLang="ko-KR" sz="6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endParaRPr lang="en-US" altLang="ko-KR" sz="600" b="0" i="0" u="none" strike="noStrike" kern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47877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 </a:t>
                      </a: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+mn-cs"/>
                        </a:rPr>
                        <a:t>Staging area full status</a:t>
                      </a:r>
                      <a:b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6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(Dashboard + process)</a:t>
                      </a:r>
                      <a:endParaRPr lang="en-US" altLang="ko-KR" sz="900" b="0" i="0" u="none" strike="noStrike" kern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R="3810" marT="381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 Engineer, 1 Technician</a:t>
                      </a:r>
                    </a:p>
                    <a:p>
                      <a:pPr algn="l" fontAlgn="ctr"/>
                      <a:br>
                        <a:rPr lang="en-US" altLang="ko-KR" sz="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  </a:t>
                      </a:r>
                      <a:r>
                        <a:rPr lang="en-SG" altLang="ko-KR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Engineer </a:t>
                      </a:r>
                      <a:br>
                        <a:rPr lang="en-SG" altLang="ko-KR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br>
                        <a:rPr lang="en-SG" altLang="ko-KR" sz="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SG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- </a:t>
                      </a:r>
                      <a:r>
                        <a:rPr lang="en-SG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+mn-cs"/>
                        </a:rPr>
                        <a:t>Staging area </a:t>
                      </a:r>
                      <a:r>
                        <a:rPr lang="en-SG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full status management</a:t>
                      </a:r>
                      <a:br>
                        <a:rPr lang="en-SG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SG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- AGV mission assignment intervention</a:t>
                      </a:r>
                      <a:br>
                        <a:rPr lang="en-SG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SG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- Sequence pallet supply order check</a:t>
                      </a:r>
                      <a:br>
                        <a:rPr lang="en-SG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SG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- Decide AGV replacement during</a:t>
                      </a:r>
                      <a:br>
                        <a:rPr lang="en-SG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SG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production</a:t>
                      </a:r>
                      <a:br>
                        <a:rPr lang="en-SG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SG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- </a:t>
                      </a:r>
                      <a:r>
                        <a:rPr lang="en-SG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+mn-cs"/>
                        </a:rPr>
                        <a:t>System I/F check </a:t>
                      </a:r>
                      <a:r>
                        <a:rPr lang="en-US" altLang="ko-KR" sz="700" b="0" i="0" u="none" strike="noStrike" kern="1200" noProof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+mn-cs"/>
                        </a:rPr>
                        <a:t>(L02 </a:t>
                      </a:r>
                      <a:r>
                        <a:rPr lang="ko-KR" altLang="en-US" sz="700" b="0" i="0" u="none" strike="noStrike" kern="1200" noProof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+mn-cs"/>
                        </a:rPr>
                        <a:t>→ </a:t>
                      </a:r>
                      <a:r>
                        <a:rPr lang="en-SG" altLang="ko-KR" sz="700" b="0" i="0" u="none" strike="noStrike" kern="1200" noProof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+mn-cs"/>
                        </a:rPr>
                        <a:t>R06</a:t>
                      </a:r>
                      <a:r>
                        <a:rPr lang="en-US" altLang="ko-KR" sz="700" b="0" i="0" u="none" strike="noStrike" kern="1200" noProof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br>
                        <a:rPr lang="en-SG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br>
                        <a:rPr lang="en-SG" altLang="ko-KR" sz="4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SG" altLang="ko-KR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·  Technician</a:t>
                      </a:r>
                    </a:p>
                    <a:p>
                      <a:pPr algn="l" fontAlgn="ctr"/>
                      <a:br>
                        <a:rPr lang="en-US" altLang="ko-KR" sz="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- Mission / Alarm monitoring</a:t>
                      </a:r>
                      <a:b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- Minor AGV error (QR lost, HW error, etc) </a:t>
                      </a:r>
                      <a:b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- Replace AGV if need</a:t>
                      </a:r>
                      <a:br>
                        <a:rPr lang="en-SG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SG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- Parking robot error handling</a:t>
                      </a:r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R="3810" marT="381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1914956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000" b="1" i="0" u="none" strike="noStrike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Parking AMR</a:t>
                      </a:r>
                    </a:p>
                  </a:txBody>
                  <a:tcPr marL="3810" marR="3810" marT="381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technician</a:t>
                      </a:r>
                    </a:p>
                  </a:txBody>
                  <a:tcPr marL="3810" marR="3810" marT="381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7877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Lv1, 3, 6~7 (Parking area)</a:t>
                      </a:r>
                    </a:p>
                  </a:txBody>
                  <a:tcPr marR="3810" marT="381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7877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· Mission </a:t>
                      </a:r>
                      <a:r>
                        <a:rPr lang="en-SG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monitoring</a:t>
                      </a:r>
                      <a:br>
                        <a:rPr lang="en-SG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SG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 Alarm monitoring</a:t>
                      </a:r>
                    </a:p>
                    <a:p>
                      <a:pPr marL="0" marR="0" lvl="0" indent="0" algn="l" defTabSz="47877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 Issue handling </a:t>
                      </a:r>
                      <a:endParaRPr lang="en-SG" sz="900" b="0" i="0" u="none" strike="noStrike" kern="1200" noProof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810" marR="3810" marT="381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877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en-SG" sz="900" b="0" i="0" u="none" strike="noStrike" kern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R="3810" marT="381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+mn-cs"/>
                      </a:endParaRPr>
                    </a:p>
                  </a:txBody>
                  <a:tcPr marR="3810" marT="381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06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000" b="1" i="0" u="none" strike="noStrike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AMR</a:t>
                      </a:r>
                    </a:p>
                  </a:txBody>
                  <a:tcPr marL="3810" marR="3810" marT="381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Engineer</a:t>
                      </a:r>
                    </a:p>
                  </a:txBody>
                  <a:tcPr marL="3810" marR="3810" marT="381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7877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Lv3 (Port to Cell)</a:t>
                      </a:r>
                    </a:p>
                  </a:txBody>
                  <a:tcPr marR="3810" marT="381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7877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· Mission </a:t>
                      </a:r>
                      <a:r>
                        <a:rPr lang="en-SG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monitoring</a:t>
                      </a:r>
                      <a:br>
                        <a:rPr lang="en-SG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SG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 Alarm monitoring </a:t>
                      </a:r>
                      <a:br>
                        <a:rPr lang="en-US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· Issue handling </a:t>
                      </a:r>
                    </a:p>
                    <a:p>
                      <a:pPr marL="0" marR="0" lvl="0" indent="0" algn="l" defTabSz="47877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· Manual action </a:t>
                      </a:r>
                      <a:br>
                        <a:rPr lang="en-US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(Put more module skid)</a:t>
                      </a:r>
                    </a:p>
                    <a:p>
                      <a:pPr marL="0" marR="0" lvl="0" indent="0" algn="l" defTabSz="47877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 </a:t>
                      </a:r>
                      <a:r>
                        <a:rPr lang="en-US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+mn-cs"/>
                        </a:rPr>
                        <a:t>System I/F alert check (L02)</a:t>
                      </a:r>
                    </a:p>
                    <a:p>
                      <a:pPr marL="0" marR="0" lvl="0" indent="0" algn="l" defTabSz="47877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· </a:t>
                      </a:r>
                      <a:r>
                        <a:rPr lang="en-US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+mn-cs"/>
                        </a:rPr>
                        <a:t>Outstanding Delay pallet  in </a:t>
                      </a:r>
                      <a:br>
                        <a:rPr lang="en-US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+mn-cs"/>
                        </a:rPr>
                        <a:t>the cell check (L02)</a:t>
                      </a:r>
                      <a:endParaRPr lang="en-SG" sz="900" b="0" i="0" u="none" strike="noStrike" kern="1200" noProof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810" marR="3810" marT="381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7877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 Mission · Alarm</a:t>
                      </a:r>
                      <a:b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6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(72%, covered)</a:t>
                      </a:r>
                      <a:br>
                        <a:rPr lang="en-US" altLang="ko-KR" sz="6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endParaRPr lang="en-US" altLang="ko-KR" sz="600" b="0" i="0" u="none" strike="noStrike" kern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47877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 Pallet empty cell status</a:t>
                      </a:r>
                      <a:b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check</a:t>
                      </a:r>
                    </a:p>
                  </a:txBody>
                  <a:tcPr marR="3810" marT="381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47877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 Engineer, 1 Technician</a:t>
                      </a:r>
                      <a:b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·  </a:t>
                      </a:r>
                      <a:r>
                        <a:rPr kumimoji="0" lang="en-SG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Engineer </a:t>
                      </a:r>
                      <a:br>
                        <a:rPr kumimoji="0" lang="en-SG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br>
                        <a:rPr kumimoji="0" lang="en-SG" altLang="ko-KR" sz="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SG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- Pallet empty cell status check</a:t>
                      </a:r>
                      <a:br>
                        <a:rPr kumimoji="0" lang="en-SG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SG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- Determine how to handle the issue </a:t>
                      </a:r>
                      <a:br>
                        <a:rPr kumimoji="0" lang="en-SG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SG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when traffic jam, crash, etc happened</a:t>
                      </a:r>
                      <a:br>
                        <a:rPr kumimoji="0" lang="en-SG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SG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- Determine put more module skid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or </a:t>
                      </a:r>
                      <a:b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extract it</a:t>
                      </a:r>
                    </a:p>
                    <a:p>
                      <a:pPr marL="0" marR="0" lvl="0" indent="0" algn="l" defTabSz="47877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-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System I/F check (L02 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→ </a:t>
                      </a:r>
                      <a:r>
                        <a:rPr kumimoji="0" lang="en-SG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R06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47877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-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Outstanding Delay pallet in the </a:t>
                      </a:r>
                      <a:b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cell check (L02 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→ </a:t>
                      </a:r>
                      <a:r>
                        <a:rPr kumimoji="0" lang="en-SG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R06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br>
                        <a:rPr kumimoji="0" lang="en-SG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br>
                        <a:rPr kumimoji="0" lang="en-SG" altLang="ko-KR" sz="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SG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·  Technician</a:t>
                      </a:r>
                    </a:p>
                    <a:p>
                      <a:pPr marL="0" marR="0" lvl="0" indent="0" algn="l" defTabSz="47877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kumimoji="0" lang="en-US" altLang="ko-KR" sz="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Mission / Alarm monitoring</a:t>
                      </a:r>
                      <a:b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- Minor error handling </a:t>
                      </a:r>
                      <a:b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(Network error, traffic jam, etc) </a:t>
                      </a:r>
                      <a:b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- </a:t>
                      </a:r>
                      <a:r>
                        <a:rPr kumimoji="0" lang="en-SG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Off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SG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the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SG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path handling</a:t>
                      </a:r>
                    </a:p>
                    <a:p>
                      <a:pPr marL="0" marR="0" lvl="0" indent="0" algn="l" defTabSz="47877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SG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- Manual action</a:t>
                      </a: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R="3810" marT="381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4076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000" b="1" i="0" u="none" strike="noStrike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Body AGV</a:t>
                      </a:r>
                    </a:p>
                  </a:txBody>
                  <a:tcPr marL="3810" marR="3810" marT="381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SG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technician</a:t>
                      </a:r>
                    </a:p>
                  </a:txBody>
                  <a:tcPr marL="3810" marR="3810" marT="381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7877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Lv3 (Main cells) </a:t>
                      </a:r>
                    </a:p>
                  </a:txBody>
                  <a:tcPr marR="3810" marT="381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7877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· </a:t>
                      </a:r>
                      <a:r>
                        <a:rPr kumimoji="0" lang="en-SG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Error monitoring </a:t>
                      </a:r>
                      <a:br>
                        <a:rPr kumimoji="0" lang="en-SG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SG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(Traffic jam, crash etc) </a:t>
                      </a:r>
                    </a:p>
                    <a:p>
                      <a:pPr marL="0" marR="0" lvl="0" indent="0" algn="l" defTabSz="47877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· </a:t>
                      </a:r>
                      <a:r>
                        <a:rPr kumimoji="0" lang="en-SG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Issue handling</a:t>
                      </a:r>
                    </a:p>
                    <a:p>
                      <a:pPr marL="0" marR="0" lvl="0" indent="0" algn="l" defTabSz="47877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· </a:t>
                      </a:r>
                      <a:r>
                        <a:rPr kumimoji="0" lang="en-SG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Manual action</a:t>
                      </a:r>
                      <a:endParaRPr kumimoji="0" lang="en-SG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810" marR="3810" marT="381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7877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en-SG" sz="900" b="0" i="0" u="none" strike="noStrike" kern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810" marR="3810" marT="381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+mn-cs"/>
                      </a:endParaRPr>
                    </a:p>
                  </a:txBody>
                  <a:tcPr marR="3810" marT="381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011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000" b="1" i="0" u="none" strike="noStrike">
                          <a:solidFill>
                            <a:srgbClr val="000000"/>
                          </a:solidFill>
                          <a:effectLst/>
                          <a:latin typeface="HDharmony M" panose="02020603020101020101" pitchFamily="18" charset="-127"/>
                          <a:ea typeface="HDharmony M" panose="02020603020101020101" pitchFamily="18" charset="-127"/>
                        </a:rPr>
                        <a:t>Chassis AGV</a:t>
                      </a:r>
                    </a:p>
                  </a:txBody>
                  <a:tcPr marL="3810" marR="3810" marT="381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SG" sz="1050" b="0" i="0" u="none" strike="noStrike">
                        <a:solidFill>
                          <a:srgbClr val="000000"/>
                        </a:solidFill>
                        <a:effectLst/>
                        <a:latin typeface="현대산스 Text" panose="020B0600000101010101" pitchFamily="34" charset="-127"/>
                        <a:ea typeface="현대산스 Text" panose="020B0600000101010101" pitchFamily="34" charset="-127"/>
                      </a:endParaRPr>
                    </a:p>
                  </a:txBody>
                  <a:tcPr marL="3810" marR="3810" marT="381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7877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Lv3 (Chassis cells </a:t>
                      </a:r>
                      <a:r>
                        <a:rPr lang="ko-KR" altLang="en-US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↔ </a:t>
                      </a:r>
                      <a:r>
                        <a:rPr lang="en-SG" altLang="ko-KR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BIP Out</a:t>
                      </a:r>
                      <a:r>
                        <a:rPr lang="en-SG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R="3810" marT="381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7877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· Mission </a:t>
                      </a:r>
                      <a:r>
                        <a:rPr kumimoji="0" lang="en-SG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monitoring</a:t>
                      </a:r>
                      <a:br>
                        <a:rPr kumimoji="0" lang="en-SG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SG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· Alarm monitoring </a:t>
                      </a:r>
                      <a:endParaRPr kumimoji="0" lang="en-SG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810" marR="3810" marT="381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3810" marR="3810" marT="381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현대산스 Text" panose="020B0600000101010101" pitchFamily="34" charset="-127"/>
                        <a:ea typeface="현대산스 Text" panose="020B0600000101010101" pitchFamily="34" charset="-127"/>
                        <a:cs typeface="+mn-cs"/>
                      </a:endParaRPr>
                    </a:p>
                  </a:txBody>
                  <a:tcPr marR="3810" marT="3810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371501"/>
                  </a:ext>
                </a:extLst>
              </a:tr>
            </a:tbl>
          </a:graphicData>
        </a:graphic>
      </p:graphicFrame>
      <p:sp>
        <p:nvSpPr>
          <p:cNvPr id="26" name="Title 1">
            <a:extLst>
              <a:ext uri="{FF2B5EF4-FFF2-40B4-BE49-F238E27FC236}">
                <a16:creationId xmlns:a16="http://schemas.microsoft.com/office/drawing/2014/main" id="{69E65340-0ACA-06F8-A8FD-2516F859E6DF}"/>
              </a:ext>
            </a:extLst>
          </p:cNvPr>
          <p:cNvSpPr txBox="1">
            <a:spLocks/>
          </p:cNvSpPr>
          <p:nvPr/>
        </p:nvSpPr>
        <p:spPr>
          <a:xfrm>
            <a:off x="555432" y="1200577"/>
            <a:ext cx="8632684" cy="22937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78774" rtl="0" eaLnBrk="1" latinLnBrk="1" hangingPunct="1">
              <a:spcBef>
                <a:spcPct val="0"/>
              </a:spcBef>
              <a:buNone/>
              <a:defRPr sz="2200" b="0" i="0" kern="400" baseline="0">
                <a:solidFill>
                  <a:schemeClr val="tx1"/>
                </a:solidFill>
                <a:latin typeface="+mj-ea"/>
                <a:ea typeface="+mj-ea"/>
                <a:cs typeface="현대산스 Head Medium" panose="020B0600000101010101" pitchFamily="50" charset="-127"/>
              </a:defRPr>
            </a:lvl1pPr>
          </a:lstStyle>
          <a:p>
            <a:pPr marL="0" marR="0" lvl="0" indent="0" algn="l" defTabSz="478774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100" b="0" i="0" u="none" strike="noStrike" kern="4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현대산스 Head Medium"/>
                <a:ea typeface="현대산스 Head Medium"/>
              </a:rPr>
              <a:t>-  Reorganize R&amp;R based on monitoring support &amp; process improvement  :  (</a:t>
            </a:r>
            <a:r>
              <a:rPr kumimoji="0" lang="en-SG" sz="1100" b="0" i="0" u="none" strike="noStrike" kern="40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현대산스 Head Medium"/>
                <a:ea typeface="현대산스 Head Medium"/>
              </a:rPr>
              <a:t>3 Engineer, 2 technician</a:t>
            </a:r>
            <a:r>
              <a:rPr kumimoji="0" lang="en-SG" sz="1100" b="0" i="0" u="none" strike="noStrike" kern="4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현대산스 Head Medium"/>
                <a:ea typeface="현대산스 Head Medium"/>
              </a:rPr>
              <a:t>)  </a:t>
            </a:r>
            <a:r>
              <a:rPr kumimoji="0" lang="ko-KR" altLang="en-US" sz="1100" b="0" i="0" u="none" strike="noStrike" kern="4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현대산스 Head Medium"/>
                <a:ea typeface="현대산스 Head Medium"/>
              </a:rPr>
              <a:t>→  </a:t>
            </a:r>
            <a:r>
              <a:rPr kumimoji="0" lang="en-SG" altLang="ko-KR" sz="1100" b="0" i="0" u="none" strike="noStrike" kern="4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현대산스 Head Medium"/>
                <a:ea typeface="현대산스 Head Medium"/>
              </a:rPr>
              <a:t>(</a:t>
            </a:r>
            <a:r>
              <a:rPr kumimoji="0" lang="en-SG" altLang="ko-KR" sz="1100" b="0" i="0" u="none" strike="noStrike" kern="40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현대산스 Head Medium"/>
                <a:ea typeface="현대산스 Head Medium"/>
              </a:rPr>
              <a:t>2 Engineer, 2 technicians</a:t>
            </a:r>
            <a:r>
              <a:rPr kumimoji="0" lang="en-SG" altLang="ko-KR" sz="1100" b="0" i="0" u="none" strike="noStrike" kern="4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현대산스 Head Medium"/>
                <a:ea typeface="현대산스 Head Medium"/>
              </a:rPr>
              <a:t>)</a:t>
            </a:r>
            <a:endParaRPr kumimoji="0" lang="en-SG" sz="1100" b="0" i="0" u="none" strike="noStrike" kern="4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현대산스 Head Medium"/>
              <a:ea typeface="현대산스 Head Medium"/>
            </a:endParaRP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C9275D6-28D3-31A2-A78A-8987CA0829FD}"/>
              </a:ext>
            </a:extLst>
          </p:cNvPr>
          <p:cNvSpPr txBox="1">
            <a:spLocks/>
          </p:cNvSpPr>
          <p:nvPr/>
        </p:nvSpPr>
        <p:spPr>
          <a:xfrm>
            <a:off x="768792" y="1451728"/>
            <a:ext cx="3015082" cy="18983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78774" rtl="0" eaLnBrk="1" latinLnBrk="1" hangingPunct="1">
              <a:spcBef>
                <a:spcPct val="0"/>
              </a:spcBef>
              <a:buNone/>
              <a:defRPr sz="2200" b="0" i="0" kern="400" baseline="0">
                <a:solidFill>
                  <a:schemeClr val="tx1"/>
                </a:solidFill>
                <a:latin typeface="+mj-ea"/>
                <a:ea typeface="+mj-ea"/>
                <a:cs typeface="현대산스 Head Medium" panose="020B0600000101010101" pitchFamily="50" charset="-127"/>
              </a:defRPr>
            </a:lvl1pPr>
          </a:lstStyle>
          <a:p>
            <a:pPr marL="0" marR="0" lvl="0" indent="0" algn="l" defTabSz="478774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050" b="0" i="0" u="none" strike="noStrike" kern="4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</a:rPr>
              <a:t>* </a:t>
            </a:r>
            <a:r>
              <a:rPr kumimoji="0" lang="en-SG" sz="1000" b="0" i="0" u="none" strike="noStrike" kern="4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</a:rPr>
              <a:t>After</a:t>
            </a:r>
            <a:r>
              <a:rPr kumimoji="0" lang="en-SG" altLang="ko-KR" sz="1000" b="0" i="0" u="none" strike="noStrike" kern="4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</a:rPr>
              <a:t> stabilizing all the mobile robot operations</a:t>
            </a:r>
            <a:endParaRPr kumimoji="0" lang="en-SG" sz="1000" b="0" i="0" u="none" strike="noStrike" kern="4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현대산스 Text" panose="020B0600000101010101" pitchFamily="34" charset="-127"/>
              <a:ea typeface="현대산스 Text" panose="020B0600000101010101" pitchFamily="34" charset="-127"/>
            </a:endParaRPr>
          </a:p>
        </p:txBody>
      </p:sp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8A72F2C0-BF68-985F-9504-13BE038BFC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80513" y="904875"/>
          <a:ext cx="169862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6" imgW="381071" imgH="788511" progId="Excel.Sheet.12">
                  <p:embed/>
                </p:oleObj>
              </mc:Choice>
              <mc:Fallback>
                <p:oleObj name="Worksheet" showAsIcon="1" r:id="rId6" imgW="381071" imgH="788511" progId="Excel.Sheet.12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8A72F2C0-BF68-985F-9504-13BE038BFC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180513" y="904875"/>
                        <a:ext cx="169862" cy="350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E482952E-49F9-9949-25B7-64484300E29C}"/>
              </a:ext>
            </a:extLst>
          </p:cNvPr>
          <p:cNvSpPr txBox="1"/>
          <p:nvPr/>
        </p:nvSpPr>
        <p:spPr>
          <a:xfrm>
            <a:off x="7919359" y="883588"/>
            <a:ext cx="130639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현대산스 Text" panose="020B0600000101010101" pitchFamily="34" charset="-127"/>
                <a:ea typeface="현대산스 Text" panose="020B0600000101010101" pitchFamily="34" charset="-127"/>
                <a:cs typeface="+mn-cs"/>
              </a:rPr>
              <a:t>* Task list during production</a:t>
            </a:r>
            <a:endParaRPr kumimoji="0" lang="en-SG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Head"/>
              <a:ea typeface="현대산스 Head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1410121"/>
      </p:ext>
    </p:extLst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BBqkoM6GzNo4OhSPIIyG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SOnGoLSDPRarhbRzbcyK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BBqkoM6GzNo4OhSPIIyG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SOnGoLSDPRarhbRzbcyK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BBqkoM6GzNo4OhSPIIyG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SOnGoLSDPRarhbRzbcyK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BBqkoM6GzNo4OhSPIIyG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SOnGoLSDPRarhbRzbcyK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BBqkoM6GzNo4OhSPIIyG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SOnGoLSDPRarhbRzbcyK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ustom Design">
  <a:themeElements>
    <a:clrScheme name="Custom 4">
      <a:dk1>
        <a:sysClr val="windowText" lastClr="000000"/>
      </a:dk1>
      <a:lt1>
        <a:sysClr val="window" lastClr="FFFFFF"/>
      </a:lt1>
      <a:dk2>
        <a:srgbClr val="002C5F"/>
      </a:dk2>
      <a:lt2>
        <a:srgbClr val="E7E6E6"/>
      </a:lt2>
      <a:accent1>
        <a:srgbClr val="4AA8CE"/>
      </a:accent1>
      <a:accent2>
        <a:srgbClr val="E63312"/>
      </a:accent2>
      <a:accent3>
        <a:srgbClr val="E3DCD4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Hyundai Sans Text KR Medium"/>
        <a:ea typeface=""/>
        <a:cs typeface=""/>
      </a:majorFont>
      <a:minorFont>
        <a:latin typeface="Hyundai Sans Text K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se Case Report.potm" id="{7E1973FB-A24B-427F-AC81-F86600E82471}" vid="{D174C7E3-F95F-4BA3-812A-BBA93A75DB30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1_160831_HYU_PowerPoint">
  <a:themeElements>
    <a:clrScheme name="현대 ppt templates">
      <a:dk1>
        <a:sysClr val="windowText" lastClr="000000"/>
      </a:dk1>
      <a:lt1>
        <a:sysClr val="window" lastClr="FFFFFF"/>
      </a:lt1>
      <a:dk2>
        <a:srgbClr val="002C5F"/>
      </a:dk2>
      <a:lt2>
        <a:srgbClr val="E4DCD3"/>
      </a:lt2>
      <a:accent1>
        <a:srgbClr val="00AAD2"/>
      </a:accent1>
      <a:accent2>
        <a:srgbClr val="E63312"/>
      </a:accent2>
      <a:accent3>
        <a:srgbClr val="C6C1B7"/>
      </a:accent3>
      <a:accent4>
        <a:srgbClr val="AEA99B"/>
      </a:accent4>
      <a:accent5>
        <a:srgbClr val="8D8778"/>
      </a:accent5>
      <a:accent6>
        <a:srgbClr val="4BDDFF"/>
      </a:accent6>
      <a:hlink>
        <a:srgbClr val="87E8FF"/>
      </a:hlink>
      <a:folHlink>
        <a:srgbClr val="C3F4FF"/>
      </a:folHlink>
    </a:clrScheme>
    <a:fontScheme name="현대 ppt templates">
      <a:majorFont>
        <a:latin typeface="현대산스 Head Medium"/>
        <a:ea typeface="현대산스 Head Medium"/>
        <a:cs typeface=""/>
      </a:majorFont>
      <a:minorFont>
        <a:latin typeface="현대산스 Head"/>
        <a:ea typeface="현대산스 Hea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</a:spPr>
      <a:bodyPr wrap="none" lIns="0" tIns="0" rIns="0" bIns="0" rtlCol="0" anchor="ctr">
        <a:noAutofit/>
      </a:bodyPr>
      <a:lstStyle>
        <a:defPPr algn="ctr">
          <a:defRPr b="1" dirty="0">
            <a:latin typeface="Hyundai Sans Head"/>
            <a:cs typeface="Hyundai Sans Head"/>
          </a:defRPr>
        </a:defPPr>
      </a:lst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>
        <a:noAutofit/>
      </a:bodyPr>
      <a:lstStyle>
        <a:defPPr>
          <a:spcBef>
            <a:spcPts val="432"/>
          </a:spcBef>
          <a:defRPr b="0" i="0" dirty="0" err="1" smtClean="0"/>
        </a:defPPr>
      </a:lstStyle>
    </a:txDef>
  </a:objectDefaults>
  <a:extraClrSchemeLst/>
</a:theme>
</file>

<file path=ppt/theme/theme5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E94D188D9E9B42B53AAC0B13AB38D2" ma:contentTypeVersion="14" ma:contentTypeDescription="Create a new document." ma:contentTypeScope="" ma:versionID="4602276bd4edd214b4afa1341b9b88b2">
  <xsd:schema xmlns:xsd="http://www.w3.org/2001/XMLSchema" xmlns:xs="http://www.w3.org/2001/XMLSchema" xmlns:p="http://schemas.microsoft.com/office/2006/metadata/properties" xmlns:ns2="dfd0eb7a-0f38-43e0-aa1a-5bc93b9b3c89" xmlns:ns3="c65418b6-5149-48a1-befb-a8f1e8b643e4" targetNamespace="http://schemas.microsoft.com/office/2006/metadata/properties" ma:root="true" ma:fieldsID="36e784c676ef0991330a9c60007b823a" ns2:_="" ns3:_="">
    <xsd:import namespace="dfd0eb7a-0f38-43e0-aa1a-5bc93b9b3c89"/>
    <xsd:import namespace="c65418b6-5149-48a1-befb-a8f1e8b643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d0eb7a-0f38-43e0-aa1a-5bc93b9b3c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55ce43bb-cf1d-42e6-b609-344e5b9041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5418b6-5149-48a1-befb-a8f1e8b643e4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aa9f6b3-cb57-4205-9034-48aec0bd2a25}" ma:internalName="TaxCatchAll" ma:showField="CatchAllData" ma:web="c65418b6-5149-48a1-befb-a8f1e8b643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fd0eb7a-0f38-43e0-aa1a-5bc93b9b3c89">
      <Terms xmlns="http://schemas.microsoft.com/office/infopath/2007/PartnerControls"/>
    </lcf76f155ced4ddcb4097134ff3c332f>
    <TaxCatchAll xmlns="c65418b6-5149-48a1-befb-a8f1e8b643e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9FA89B-F02F-4F98-B155-D9C1E90A94DA}">
  <ds:schemaRefs>
    <ds:schemaRef ds:uri="c65418b6-5149-48a1-befb-a8f1e8b643e4"/>
    <ds:schemaRef ds:uri="dfd0eb7a-0f38-43e0-aa1a-5bc93b9b3c8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BAF9C2C-2A27-4B15-B403-2DDF4C1D5305}">
  <ds:schemaRefs>
    <ds:schemaRef ds:uri="c65418b6-5149-48a1-befb-a8f1e8b643e4"/>
    <ds:schemaRef ds:uri="dfd0eb7a-0f38-43e0-aa1a-5bc93b9b3c8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EE14DC8-1AB9-4A2F-9EA3-7FAE03F6BC6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2a0a7b1-70da-46e7-b347-3de27d0db9c8}" enabled="1" method="Privileged" siteId="{2819f895-390c-4afa-96b8-5278b4cf5d6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A4 Paper (210x297 mm)</PresentationFormat>
  <Slides>30</Slides>
  <Notes>18</Notes>
  <HiddenSlides>16</HiddenSlide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Custom Design</vt:lpstr>
      <vt:lpstr>1_Office Theme</vt:lpstr>
      <vt:lpstr>2_Custom Design</vt:lpstr>
      <vt:lpstr>1_160831_HYU_PowerPoint</vt:lpstr>
      <vt:lpstr>1_Office 테마</vt:lpstr>
      <vt:lpstr>PowerPoint Presentation</vt:lpstr>
      <vt:lpstr>App stage-gating checklist</vt:lpstr>
      <vt:lpstr>PowerPoint Presentation</vt:lpstr>
      <vt:lpstr>PowerPoint Presentation</vt:lpstr>
      <vt:lpstr>Insert Title here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Version Control – SDF Stage-Gate Document</vt:lpstr>
      <vt:lpstr>Stakeholder’s comments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L3-3: Physical setup - R&amp;R</vt:lpstr>
      <vt:lpstr>Appendix. Direction for testing with other systems in multi-environments</vt:lpstr>
      <vt:lpstr>L3-4: [Example from KaSK G1] Cost of Implementation  (One Time &amp; Recurring)</vt:lpstr>
      <vt:lpstr>L4-7 Production Release to User</vt:lpstr>
      <vt:lpstr>L4-6: Organization – Key User Training Events</vt:lpstr>
      <vt:lpstr>L4-9: Hypercare Support Plan (1/2)</vt:lpstr>
      <vt:lpstr>PowerPoint Presentation</vt:lpstr>
      <vt:lpstr>L4-6: Organization: R&amp;R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정주용 Jay Chung 책임매니저 제조시스템PM팀</dc:creator>
  <cp:revision>1</cp:revision>
  <cp:lastPrinted>2025-08-06T05:27:18Z</cp:lastPrinted>
  <dcterms:created xsi:type="dcterms:W3CDTF">2025-05-29T05:42:37Z</dcterms:created>
  <dcterms:modified xsi:type="dcterms:W3CDTF">2026-10-29T07:20:12Z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4883e49-c40c-4c70-af6e-4047d87bba49_Enabled">
    <vt:lpwstr>true</vt:lpwstr>
  </property>
  <property fmtid="{D5CDD505-2E9C-101B-9397-08002B2CF9AE}" pid="3" name="MSIP_Label_84883e49-c40c-4c70-af6e-4047d87bba49_SetDate">
    <vt:lpwstr>2025-05-29T05:44:01Z</vt:lpwstr>
  </property>
  <property fmtid="{D5CDD505-2E9C-101B-9397-08002B2CF9AE}" pid="4" name="MSIP_Label_84883e49-c40c-4c70-af6e-4047d87bba49_Method">
    <vt:lpwstr>Privileged</vt:lpwstr>
  </property>
  <property fmtid="{D5CDD505-2E9C-101B-9397-08002B2CF9AE}" pid="5" name="MSIP_Label_84883e49-c40c-4c70-af6e-4047d87bba49_Name">
    <vt:lpwstr>평문 (AnyUser)</vt:lpwstr>
  </property>
  <property fmtid="{D5CDD505-2E9C-101B-9397-08002B2CF9AE}" pid="6" name="MSIP_Label_84883e49-c40c-4c70-af6e-4047d87bba49_SiteId">
    <vt:lpwstr>f85ca5f1-aa23-4252-a83a-443d333b1fe7</vt:lpwstr>
  </property>
  <property fmtid="{D5CDD505-2E9C-101B-9397-08002B2CF9AE}" pid="7" name="MSIP_Label_84883e49-c40c-4c70-af6e-4047d87bba49_ActionId">
    <vt:lpwstr>ba125a69-59cb-4439-88d5-2969457c13f4</vt:lpwstr>
  </property>
  <property fmtid="{D5CDD505-2E9C-101B-9397-08002B2CF9AE}" pid="8" name="MSIP_Label_84883e49-c40c-4c70-af6e-4047d87bba49_ContentBits">
    <vt:lpwstr>2</vt:lpwstr>
  </property>
  <property fmtid="{D5CDD505-2E9C-101B-9397-08002B2CF9AE}" pid="9" name="MSIP_Label_84883e49-c40c-4c70-af6e-4047d87bba49_Tag">
    <vt:lpwstr>10, 0, 1, 1</vt:lpwstr>
  </property>
  <property fmtid="{D5CDD505-2E9C-101B-9397-08002B2CF9AE}" pid="10" name="ContentTypeId">
    <vt:lpwstr>0x01010014E94D188D9E9B42B53AAC0B13AB38D2</vt:lpwstr>
  </property>
  <property fmtid="{D5CDD505-2E9C-101B-9397-08002B2CF9AE}" pid="11" name="MediaServiceImageTags">
    <vt:lpwstr/>
  </property>
  <property fmtid="{D5CDD505-2E9C-101B-9397-08002B2CF9AE}" pid="12" name="ClassificationContentMarkingFooterLocations">
    <vt:lpwstr>Custom Design:3\blank:3\5_Office 테마:3\3_Office 테마:3\3_Custom Design:5\1_Custom Design:5\8_Office 테마:7\1_Office Theme:8\2_Custom Design:5\2_Office Theme:8</vt:lpwstr>
  </property>
  <property fmtid="{D5CDD505-2E9C-101B-9397-08002B2CF9AE}" pid="13" name="ClassificationContentMarkingFooterText">
    <vt:lpwstr>This document is legally protected as confidential information of Hyundai Motor and is subject to non-disclosure agreements with your company and applicable laws.</vt:lpwstr>
  </property>
  <property fmtid="{D5CDD505-2E9C-101B-9397-08002B2CF9AE}" pid="14" name="MSIP_Label_32165798-ef60-4055-9b04-ff64531271cd_Enabled">
    <vt:lpwstr>true</vt:lpwstr>
  </property>
  <property fmtid="{D5CDD505-2E9C-101B-9397-08002B2CF9AE}" pid="15" name="MSIP_Label_32165798-ef60-4055-9b04-ff64531271cd_SetDate">
    <vt:lpwstr>2025-08-28T06:25:33Z</vt:lpwstr>
  </property>
  <property fmtid="{D5CDD505-2E9C-101B-9397-08002B2CF9AE}" pid="16" name="MSIP_Label_32165798-ef60-4055-9b04-ff64531271cd_Method">
    <vt:lpwstr>Standard</vt:lpwstr>
  </property>
  <property fmtid="{D5CDD505-2E9C-101B-9397-08002B2CF9AE}" pid="17" name="MSIP_Label_32165798-ef60-4055-9b04-ff64531271cd_Name">
    <vt:lpwstr>Restricted (Employee Only)</vt:lpwstr>
  </property>
  <property fmtid="{D5CDD505-2E9C-101B-9397-08002B2CF9AE}" pid="18" name="MSIP_Label_32165798-ef60-4055-9b04-ff64531271cd_SiteId">
    <vt:lpwstr>2819f895-390c-4afa-96b8-5278b4cf5d62</vt:lpwstr>
  </property>
  <property fmtid="{D5CDD505-2E9C-101B-9397-08002B2CF9AE}" pid="19" name="MSIP_Label_32165798-ef60-4055-9b04-ff64531271cd_ActionId">
    <vt:lpwstr>235ef371-bb38-4cea-9da2-9bbb563f4805</vt:lpwstr>
  </property>
  <property fmtid="{D5CDD505-2E9C-101B-9397-08002B2CF9AE}" pid="20" name="MSIP_Label_32165798-ef60-4055-9b04-ff64531271cd_ContentBits">
    <vt:lpwstr>10</vt:lpwstr>
  </property>
  <property fmtid="{D5CDD505-2E9C-101B-9397-08002B2CF9AE}" pid="21" name="MSIP_Label_32165798-ef60-4055-9b04-ff64531271cd_Tag">
    <vt:lpwstr>10, 3, 0, 1</vt:lpwstr>
  </property>
</Properties>
</file>